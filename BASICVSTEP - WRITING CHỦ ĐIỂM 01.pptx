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3"/>
  </p:notesMasterIdLst>
  <p:sldIdLst>
    <p:sldId id="256" r:id="rId2"/>
    <p:sldId id="257" r:id="rId3"/>
    <p:sldId id="404" r:id="rId4"/>
    <p:sldId id="405" r:id="rId5"/>
    <p:sldId id="406" r:id="rId6"/>
    <p:sldId id="407" r:id="rId7"/>
    <p:sldId id="258" r:id="rId8"/>
    <p:sldId id="267" r:id="rId9"/>
    <p:sldId id="268" r:id="rId10"/>
    <p:sldId id="269" r:id="rId11"/>
    <p:sldId id="265" r:id="rId12"/>
    <p:sldId id="270" r:id="rId13"/>
    <p:sldId id="271" r:id="rId14"/>
    <p:sldId id="272" r:id="rId15"/>
    <p:sldId id="273" r:id="rId16"/>
    <p:sldId id="274" r:id="rId17"/>
    <p:sldId id="275" r:id="rId18"/>
    <p:sldId id="276" r:id="rId19"/>
    <p:sldId id="277" r:id="rId20"/>
    <p:sldId id="278" r:id="rId21"/>
    <p:sldId id="261"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9" r:id="rId42"/>
    <p:sldId id="298" r:id="rId43"/>
    <p:sldId id="302" r:id="rId44"/>
    <p:sldId id="300" r:id="rId45"/>
    <p:sldId id="303" r:id="rId46"/>
    <p:sldId id="263" r:id="rId47"/>
    <p:sldId id="304" r:id="rId48"/>
    <p:sldId id="305" r:id="rId49"/>
    <p:sldId id="306" r:id="rId50"/>
    <p:sldId id="307" r:id="rId51"/>
    <p:sldId id="308" r:id="rId52"/>
    <p:sldId id="309" r:id="rId53"/>
    <p:sldId id="310" r:id="rId54"/>
    <p:sldId id="311" r:id="rId55"/>
    <p:sldId id="313" r:id="rId56"/>
    <p:sldId id="314" r:id="rId57"/>
    <p:sldId id="315" r:id="rId58"/>
    <p:sldId id="316" r:id="rId59"/>
    <p:sldId id="317" r:id="rId60"/>
    <p:sldId id="318" r:id="rId61"/>
    <p:sldId id="319" r:id="rId62"/>
    <p:sldId id="320" r:id="rId63"/>
    <p:sldId id="321" r:id="rId64"/>
    <p:sldId id="322" r:id="rId65"/>
    <p:sldId id="323" r:id="rId66"/>
    <p:sldId id="324" r:id="rId67"/>
    <p:sldId id="325" r:id="rId68"/>
    <p:sldId id="326" r:id="rId69"/>
    <p:sldId id="327" r:id="rId70"/>
    <p:sldId id="328" r:id="rId71"/>
    <p:sldId id="329" r:id="rId72"/>
    <p:sldId id="330" r:id="rId73"/>
    <p:sldId id="331" r:id="rId74"/>
    <p:sldId id="408" r:id="rId75"/>
    <p:sldId id="409" r:id="rId76"/>
    <p:sldId id="410" r:id="rId77"/>
    <p:sldId id="411" r:id="rId78"/>
    <p:sldId id="333" r:id="rId79"/>
    <p:sldId id="334" r:id="rId80"/>
    <p:sldId id="335" r:id="rId81"/>
    <p:sldId id="336" r:id="rId82"/>
    <p:sldId id="337" r:id="rId83"/>
    <p:sldId id="338" r:id="rId84"/>
    <p:sldId id="343" r:id="rId85"/>
    <p:sldId id="339" r:id="rId86"/>
    <p:sldId id="340" r:id="rId87"/>
    <p:sldId id="344" r:id="rId88"/>
    <p:sldId id="345" r:id="rId89"/>
    <p:sldId id="346" r:id="rId90"/>
    <p:sldId id="347" r:id="rId91"/>
    <p:sldId id="348" r:id="rId92"/>
    <p:sldId id="350" r:id="rId93"/>
    <p:sldId id="349" r:id="rId94"/>
    <p:sldId id="351" r:id="rId95"/>
    <p:sldId id="352" r:id="rId96"/>
    <p:sldId id="353" r:id="rId97"/>
    <p:sldId id="354" r:id="rId98"/>
    <p:sldId id="355" r:id="rId99"/>
    <p:sldId id="356" r:id="rId100"/>
    <p:sldId id="357" r:id="rId101"/>
    <p:sldId id="358" r:id="rId102"/>
    <p:sldId id="359" r:id="rId103"/>
    <p:sldId id="360" r:id="rId104"/>
    <p:sldId id="361" r:id="rId105"/>
    <p:sldId id="362" r:id="rId106"/>
    <p:sldId id="363" r:id="rId107"/>
    <p:sldId id="364" r:id="rId108"/>
    <p:sldId id="365" r:id="rId109"/>
    <p:sldId id="366" r:id="rId110"/>
    <p:sldId id="367" r:id="rId111"/>
    <p:sldId id="368" r:id="rId112"/>
    <p:sldId id="369" r:id="rId113"/>
    <p:sldId id="370" r:id="rId114"/>
    <p:sldId id="371" r:id="rId115"/>
    <p:sldId id="372" r:id="rId116"/>
    <p:sldId id="373" r:id="rId117"/>
    <p:sldId id="374" r:id="rId118"/>
    <p:sldId id="375" r:id="rId119"/>
    <p:sldId id="376" r:id="rId120"/>
    <p:sldId id="377" r:id="rId121"/>
    <p:sldId id="378" r:id="rId122"/>
    <p:sldId id="379" r:id="rId123"/>
    <p:sldId id="380" r:id="rId124"/>
    <p:sldId id="382" r:id="rId125"/>
    <p:sldId id="381" r:id="rId126"/>
    <p:sldId id="383" r:id="rId127"/>
    <p:sldId id="266" r:id="rId128"/>
    <p:sldId id="384" r:id="rId129"/>
    <p:sldId id="385" r:id="rId130"/>
    <p:sldId id="386" r:id="rId131"/>
    <p:sldId id="387" r:id="rId132"/>
    <p:sldId id="388" r:id="rId133"/>
    <p:sldId id="389" r:id="rId134"/>
    <p:sldId id="390" r:id="rId135"/>
    <p:sldId id="391" r:id="rId136"/>
    <p:sldId id="392" r:id="rId137"/>
    <p:sldId id="393" r:id="rId138"/>
    <p:sldId id="394" r:id="rId139"/>
    <p:sldId id="395" r:id="rId140"/>
    <p:sldId id="396" r:id="rId141"/>
    <p:sldId id="397" r:id="rId142"/>
    <p:sldId id="398" r:id="rId143"/>
    <p:sldId id="399" r:id="rId144"/>
    <p:sldId id="400" r:id="rId145"/>
    <p:sldId id="401" r:id="rId146"/>
    <p:sldId id="402" r:id="rId147"/>
    <p:sldId id="403" r:id="rId148"/>
    <p:sldId id="412" r:id="rId149"/>
    <p:sldId id="413" r:id="rId150"/>
    <p:sldId id="414" r:id="rId151"/>
    <p:sldId id="415" r:id="rId152"/>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2600"/>
    <a:srgbClr val="9437FF"/>
    <a:srgbClr val="FF85FF"/>
    <a:srgbClr val="94165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284" autoAdjust="0"/>
    <p:restoredTop sz="96271" autoAdjust="0"/>
  </p:normalViewPr>
  <p:slideViewPr>
    <p:cSldViewPr>
      <p:cViewPr varScale="1">
        <p:scale>
          <a:sx n="98" d="100"/>
          <a:sy n="98" d="100"/>
        </p:scale>
        <p:origin x="208" y="3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presProps" Target="pres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7T11:54:57.942"/>
    </inkml:context>
    <inkml:brush xml:id="br0">
      <inkml:brushProperty name="width" value="0.05292" units="cm"/>
      <inkml:brushProperty name="height" value="0.05292" units="cm"/>
      <inkml:brushProperty name="color" value="#00B050"/>
    </inkml:brush>
  </inkml:definitions>
  <inkml:trace contextRef="#ctx0" brushRef="#br0">7038 10213 24575,'0'51'0,"0"1"0,0 7 0,0 7 0,0 0 0,0-5 0,0 0 0,0 5-705,0-9 1,0 5-1,0 2 1,0 0-1,0-5 705,0 18 0,0-4 0,0 0 0,0-13 0,0 1 0,0-2 0,0-4 550,0 24 1,0-11-551,0-26 0,0-4 577,0 32-577,0-2 0,0-11 0,0 6 0,0 10 0,0 1 0,0-21 0,0 1 0,0-2 0,0 23 0,0-3 0,0-11 0,0-1 0,0 9 0,0 0 0,0-7 0,0-1 0,0-5 0,0 0 0,0 19 0,0-3 922,0-34 1,0 1-923,0 34 0,0 3 0,0-21 0,0 2-439,0 3 0,0 5 0,0 1 439,0 4 0,0 2 0,0 1 0,0-13 0,0 1 0,0 1 0,0-1 0,0-3 0,0 0 0,0-1 0,0-4 0,0 3 0,0-2 0,0-5 0,-4 7 0,8-9 0,31-6 0,-26-17 0,26-24 0,-35 0 0,0 0 1317,24 0-1317,-18-24 0,52 18 0,-13-53 0,-1 51 0,-8-24 0,-2-7 0,10-5 0,-6 4 0,4 1 0,-4 16 0,3 1 0,9-15 0,3 4 0,5 26 0,5 5 0,-16-9 0,2-3 0,2 4-329,7 7 0,4 4 1,0 1 328,3-2 0,1 0 0,3 0-410,-9 0 1,3 0-1,1 0 1,-1 0 409,-2 0 0,0 0 0,-1 0 0,2 0 0,0 0 0,2 0 0,-1 0 0,-3 0-215,9 0 0,-3 0 0,-1 0 215,-2 0 0,-1 0 0,-4 0-130,4 0 0,-1 0 130,-6 0 0,4 0 0,1 0 0,4 0 0,2 0 0,3 0-203,-6-1 0,1 0 1,2 0-1,0 4 203,4 4 0,0 3 0,0 0 0,-1-2 0,-5-6 0,-1-2 0,-1 1 0,-1 5 0,-1 9 0,-1 5 0,-1 1 0,1-7 0,12-7 0,-1-7 0,3 2 0,-6 5 0,2 2 0,0 1 0,-3 0 341,3 2 1,-3 1 0,-2-3-342,0-7 0,-2-2 0,-5 4 322,2 13 0,-7-1-322,16-17 136,-12 0 1,3 0-137,-16 0 0,2 0 0,23 0 0,2 0 0,-10 0 0,1 0 0,12 0 0,1 0 0,-12 0 0,-1 0 0,10-3 0,-4 6 934,-24 14 1,0 1-935,23-12 0,6-3 0,-20 8 0,1 3 0,0-4 14,-1-7 0,-1-4 0,2-1-14,10 2 0,3 0 0,-4 0 0,14 0 0,-5 0 0,-7 0 0,-4 0 0,-19 0 0,-3 0 0,21 0 0,-18 0 0,6 0 0,9 0 0,-6-1 0,4 0 0,1 3-400,6 8 0,3 4 1,2-2 399,-8-9 0,2-2 0,0 0 0,-3 2 0,5 9 0,-3 2 0,-1-4 152,-4-8 1,-1-3-1,-4 0-152,4 1 0,-3 0 0,7 0 0,1 0 0,4 0 0,-1 0 0,-5 0 0,0 0 0,2 0 0,-4 0 0,13 0 0,-27 0 0,0 0 614,-2 0 1,3 0-615,15 0 0,3 0 0,-5 0 0,3 0 0,3 0 0,5 0 0,1 0-630,4 0 1,1 0 0,3 0 629,-6 0 0,2 0 0,1 0 0,-1 0 0,-4 0 0,-2 0 0,0 0 0,1 0 0,4 0 0,2 0 0,-3 0 0,-5 0-9,-8 0 0,-5 0 0,0 0 9,29 0 0,-8 0 0,-3 0 0,-24-10 0,7-4 0,1 2-407,5 8 0,3 3 0,2-2 407,-4-5 0,3-3 0,2 1 0,-1 3 0,4 5 0,3 2 0,-3 1 0,-5 0 0,-6-1 0,-4 0 0,-1 0 0,30 0 0,-13 0 0,-35 0 1761,39 0-1761,-18-16 0,8-3 0,-2 14 0,5 4 0,4-2-444,-1-4 0,3-2 0,2-1 0,-1 1 444,-6 0 0,0-1 0,0 1 0,-2 2 0,-2 4 0,0 2 0,-2 0 0,-5-3 406,0-8 1,-5-2 0,-5 5-407,0 10 0,-8-2 0,-1-35 0,-35-8 0,0 5 0,0-1 0,0-28 0,0 15 0,0-6 0,0-12 0,0-5 211,0 15 1,0-3 0,0-2-212,0 8 0,0-3 0,0 1 0,0 4 0,0 2 0,0 3 0,0 0 0,0-27 0,0 6 0,0 5 0,0 27 0,0 3 0,0 5 0,-35-3 0,26-1 1296,-26-8-1296,32 7 0,6-5 0,-3 3 0,0-1 0,0-12 0,0 1 0,0 7 0,0 2 0,0-25 0,0 32 0,0-1 0,0 27 0,0-26 0,0-35 0,-1 18 0,0-10 0,3-7-777,1 14 1,2-5-1,0-4 1,2-2 0,0-3-1,1 1 777,0 0 0,0-3 0,0-1 0,2-1 0,0 0 0,1 0 0,2 1 0,1-1 0,3 0 0,1-1 0,1 1 0,0 1 0,-2 2 0,-1 2 0,-2-1 0,-1 1 0,-2 1 0,1 3 0,1 4 0,1 6 0,11-16 0,3 9 0,-11 9 0,-17-18 0,0 70 0,0 0 0,0 35 0,0-26 4659,0 61-4659,0-61 0,0 62 0,-35-62 0,14 24 0,-2 4 0,-45-4 0,12-15 0,0 5 0,18 8 0,0-4 0,-17-20 0,-5-5 0,2 17 0,2-2 0,18-16 0,-1-2 0,-17 1 0,1 0 0,-13 0 0,29 0 0,-1 0 0,0 0 0,0 0 0,1 0 0,-1 0 0,-10 0 0,-3 0 0,-5 0 0,-5 0 0,6 0 0,-4 0 0,-3 0-314,9 0 0,-2 0 0,-1 0 0,2 0 314,-14 0 0,1 0 0,-1 0 0,-5 0 0,0 0 0,7 0 0,10-3 0,5 6 0,-7 14 0,8 1 0,20-9 0,-15 10 0,-15 8 0,-6-3-731,6-10 1,-5-4 0,-2-1-1,-3 2 731,4 3 0,-2 2 0,-2 0 0,-3 1 0,-5 0-603,14-4 0,-4 0 1,-2 0-1,-2 0 0,-2 0 1,1 0-1,0 0 0,1-1 603,3-1 0,-1 0 0,0-1 0,0 0 0,1 0 0,0 0 0,0 1 0,1 1 0,2 0 0,1 2 0,0-1 0,1 2 0,0-2 0,0 1 0,1-3 0,1 0-14,-5-2 1,-1-2 0,0-1 0,2-1 0,3 0 0,3 0 0,7 2 13,-19 6 0,9 0 0,4-4 0,-10-7 0,4-4 0,11 2 0,-3 0 0,3 0 0,-5 0 0,-4 0 65,3-1 0,-4 0 0,-3 1 0,-1 2-65,3 3 0,-3 3 0,-1 0 0,0 0 0,3-2 0,6-3 0,0-2 0,2 0 0,0 0 0,1 2 1081,-12 5 1,1 3-1,2-1 1,6-3-1082,-15-6 0,7-2 590,9 1 0,8 0-590,9 0 0,-1 0 0,-4 0 0,8 0 0,-4 0 0,-19 0 0,-12 0 0,-1 0 296,19 0 1,-1 0 0,0 0 0,0 0-297,-3 0 0,1 2 0,-1-2 0,3-2 0,-15-9 0,3-3 0,10 3 325,16 8 1,5-3-326,-14-13 0,14 3 0,31 16 0,-62 0 0,2 2 0,-12-4 0,20-4 0,-6-3 0,-3-1 0,-2 0-556,4 1 1,-3 0 0,-1 1-1,-1-1 1,1 0 555,-3 0 0,-1 1 0,1 0 0,1-1 0,4-1 0,-2-5 0,4-2 0,2 1 0,4 5 423,-4 7 1,4 5-1,8-4-423,11-7 0,6-4 0,1-4 0,2 1 0,-10 8 0,-6-6 0,-3-5 0,10 1 0,1 3 1497,-11 13 1,3-3-1498,9-29 0,2-1 0,-2 31 0,3 2 0,-6-33 0,9 36 0,35 0 0,-36 0 0,28 0 0,-28 0 0,-23 0 0,15 0 0,-9-1 0,-5 2-1046,-8 5 1,-5 3 0,-5 2 0,-5-1 1045,17-4 0,-5-1 0,-2 1 0,-2 0 0,-1 0 0,0 1 0,2 1 0,-1 1 0,0 2 0,0 1 0,-1 0 0,1 0 0,0 0 0,0-1 0,1-1 0,-1 1 0,0-1 0,0-1 0,3 1 0,2-1 0,3 0 0,-2 0 0,2-1 0,4 0 0,3 0 0,7 0 0,-28 9 0,19-11 0,25-29 0,35 17 0,0-18 0</inkml:trace>
  <inkml:trace contextRef="#ctx0" brushRef="#br0" timeOffset="31933">27146 14129 24575,'68'0'0,"-14"0"0,4 0 0,-4 0 0,3 0 0,0 0 0,4 0 0,4 0-849,-9 0 0,4 0 1,0 0-1,-1 0 849,15 0 0,-1 0 0,3 0 0,-9 0 0,3 0 0,-1 0 0,-4 0 129,1 0 0,-2 0 0,-3 0-129,-6 0 0,-1 0 0,-5 0 354,7 0 0,-9 0-354,-5 0 0,-19 0 0,12 0 1724,9 0-1724,25 0 0,12 0 0,-20 0 0,3 0 0,2 0-286,-6 0 1,2 0 0,0 0 0,-2 0 285,14 0 0,-1 0 0,-5 0 0,-13 0 0,-3 0 0,-3 0 0,6 0 0,-7 0 0,-4 0 0,-9 0 0,-35 35 0,0-26 0,35 26 1717,-26-35-1717,27 0 0,-36 0 0,0 0 0,35 0 0,-26 0 0,26 0 0,0 0 0,33 0 0,-13 0 0,11 0 0,4 0-518,-9 0 1,3 0 0,2 0 0,2 0 517,-5 0 0,2 0 0,1 0 0,0 0 0,-3 0 0,5 0 0,-2 0 0,-3 0 0,-1 0 0,6 0 0,-4 0 0,-5 0 0,-3 0 0,-9 0 0,-3 0 0,-9 0 0,-35 0 0</inkml:trace>
  <inkml:trace contextRef="#ctx0" brushRef="#br0" timeOffset="92594.27">16695 17992 24575,'0'57'0,"0"0"0,0 14 0,0 5 0,0-21 0,0 3 0,0 3 0,0 0-1144,0 10 1,0 3 0,0 1 0,0-1 1143,0-12 0,-1 0 0,0 0 0,1 1 0,2 0 0,3 5 0,1 1 0,2 0 0,0-2 0,0-2 0,3 3 0,0-3 0,0-2 0,1 0 163,-3-2 0,1 0 1,0-2-1,5-5-163,8-1 0,4-6 0,-7 0 451,-15 12 1,-1-3-452,14-16 0,-1-1 0,-14 11 0,-6 3 0,3 6 0,0 3 0,0 11 0,0 1 0,0-13 0,0 1 1176,0 11 0,0-8-1176,0-15 332,0 2 1,0-10-333,0-33 0,0 26 0,0-35 0,0 0 0,36-35 0,-28 26 0,28-26 0,-1 35 0,9-35 0,0 26 0,15-26 0,-53 11 0,53 18 0,-51-17 0,28 3 0,-1 4 0,-26 8 0,23-11 0,6 2 0,7 17 0,9 0 0,6 0 0,-6 0 0,4 0 0,3 0 0,5 0 0,-2 0 0,-11 0 0,-2 0 0,1 0 0,9 0 0,2 0 0,-5 0 0,3 0 0,-1 0 0,10 0 0,-2 0 0,-24 0 0,0 0 0,22 0 0,6 0 0,-10 0 0,2 0 0,1 0-593,-4 0 0,0 0 0,5 0 593,-9 0 0,5 0 0,1 0 0,0 0 0,-2 0 0,5 0 0,-2 0 0,0 0 0,1 0 0,5 1 0,1 1 0,-1-2 0,-2-3 0,-8-4 0,-2-3 0,-2 0 0,-4 2-48,24 4 0,-5-1 48,-21-6 0,0-3 0,-3 4 0,9 8 0,0 4 0,-5-2 0,3 0 0,0 0 0,19 0 0,1 0 0,-22 0 0,0 0 0,0 0 0,22 0 0,-1 0 0,-10 0 0,-3 0 0,-7 0 0,-3 0 0,-9 0 0,-6 0 0,-2 0 1769,2 0-1769,-35 0 106,35 0-106,1 0 0,8 0 0,10 0 0,9 0 0,2 0-319,-6 0 1,2 0-1,2 0 1,-2 0 318,14 0 0,-1 0 0,0 0 0,-15 0 0,0 0 0,-1 0 0,-7 0 0,8 0 0,-6 0 0,-11 0 0,-5 0 0,-2 0 0,-35-35 0,0-9 0,2 6 0,-4-4 637,-15-9 0,-1-1-637,13 10 0,1-1 0,-12-25 0,-3-2 0,1 9 0,1-2-382,3 5 0,0-3 1,-3-2 381,-4-4 0,-3-1 0,2 3 0,6 12 0,2 2 0,3-1 0,0-7 0,3-1 0,3 6 0,7 9 0,-4 5 0,-15 5 0,-1 2 0,9-38 0,-26 63 0,35-63 572,0 32 1,0-1-573,0-2 0,0-4 0,0-10 0,0-6 0,0 6 0,0 8 0,0 2 0,0-24 0,0 2 0,0 25 0,0 6 0,0-7 0,0 9 0,0 35 0,0 0 0,0-35 0,0 26 0,0-26 0,0 35 0,0 0 0,35 0 0,-26 35 0,26-26 0,-35 26 0,0-35 0,0 0 0,24 35 0,-18-26 0,17 26 0,-23-35 0,0-35 0,0 26 0,-23-26 0,17 35 0,-18 35 0,24-26 0,0 26 0,0 1 0,24-27 0,-18 26 0,-6-35 0,-6 0 0,-53-35 0,15 26 0,23-26 0,-2-1 0,-48 27 0,62-26 0,-26 70 0,0-26 0,-1 26 0,-8 1 0,-25-30 0,-9-3 0,24 18 0,-1 7 0,0-7 0,-19-15 0,1-3 0,-1 12 0,10 5 0,14 15 0,-9-26 0,24 27 0,26-36 0,-27 0 0,-34 0 0,29 0 0,-6 0 0,-19 0 0,-10 0 0,0 0-541,7 0 0,0 0 1,-2 0 540,10 0 0,-3 0 0,1 0 0,2 0 0,-9 0 0,3 0 0,4 0 0,-15 0 0,9 0 0,27 0 0,4 0 0,-32 0 0,61 35 0,-62-26 0,62 26 811,-33-33 0,-10-4-811,2 25 0,-16-19 0,-6-2 0,28 10 0,0 0 0,-25-10 0,0-4 0,26 2 0,1 0 0,-27 0 0,-1 0 0,27 0 0,-2 0 0,-30 0 0,0 0 0,37 0 0,0 0 0,-36 0 0,1 0 0,34 0 0,1 0 0,-21 0 0,4 0 0,11 0 0,-27 0 0,62 0 0,-61 0 0,37 0 0,-3-11 0,-4-2 0,-28 7 0,29-6 0,-1 1 0,-1 10 0,3 2 0,-6-1 0,-27 0 0,27-35 0,-24 26 0,30-7 0,0-3 0,4-1 0,0 4 0,-5 12 0,-1-1 0,-1-13 0,3 1 0,-7 17 0,10 0 0,0 0 0,26 0 0,-62 0 0,7 2 0,-10-4 0,22-4 0,-5-3 0,-3-1 0,-3 0-725,-5 2 0,-6 1 1,-2 0-1,-1-2 1,2-4 724,9-3 0,1-2 0,-1-3 0,0 0 0,1 0 0,2 3 0,-7 2 0,-1 2 0,3 1 0,1-2 0,5-3-49,-3-8 0,2-2 0,6-2 0,6 2 49,-7-4 0,13-4 0,22-3 0,11-1 0,12-4 0,0 9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7T11:55:55.842"/>
    </inkml:context>
    <inkml:brush xml:id="br0">
      <inkml:brushProperty name="width" value="0.05292" units="cm"/>
      <inkml:brushProperty name="height" value="0.05292" units="cm"/>
      <inkml:brushProperty name="color" value="#00B050"/>
    </inkml:brush>
  </inkml:definitions>
  <inkml:trace contextRef="#ctx0" brushRef="#br0">14975 14817 24575,'0'-40'0,"0"0"0,0-26 0,0-6 0,2 19 0,-1-2 0,-4-2 0,-7-6 0,-4-2 0,3 2 0,8-14 0,-3 7 0,-12 30 0,1 4 0,17-23 0,0 50 0,0-61 0,0 61 0,0-36 0,0-16 0,0-9 0,0-7-485,0 21 0,0-6 0,0-1 0,0 0 485,0-1 0,0-1 0,0-1 0,0 2 0,0 4 0,0-1 0,0 2 0,0 4 0,0-23 0,0 9 0,0 26 0,0 7 0,0 1 0,0-1 0,0 28 0,0-63 1940,0 39-1940,0-35 0,0-13 0,0 29 0,0-1 0,0-1 0,0-10 0,0-2 0,0 2 0,0 7 0,0 3 0,0 6 0,0-21 0,0 33 0,0 0 0,0-9 0,14-18 0,7-15 0,-6 24 0,0-6 0,3-2 0,2-1-558,1 4 0,3-2 0,2-1 0,-1-1 1,-1 1 557,-1-5 0,-1 0 0,-1-1 0,1 2 0,2 5 0,5 1 0,2 3 0,-1 4 0,-5 5 0,-2-17 0,-2 16 0,14 24 0,-35 24 0,35 24 0,-26-18 0,27 17 2789,-1 12-2789,-26-26 0,49 27 0,-52-1 0,53-26 0,-39 25 0,4 2 0,19-28 0,12-11 0,-3 7 0,7 31 0,3 1-166,-10-29 0,7-7 0,1-1 0,-5 3 166,-1 10 0,-3 2 0,0-4 0,3-8 0,0-3 0,-3 0 0,4 1 0,-7 0 0,-7 0 0,17 0 0,-49 0 0,49 3 0,25-6 0,-31-9 0,2-6 0,4-3 0,5 1-742,0 3 0,5-1 1,4-1-1,3 0 1,-1 0-1,0-1 742,-8 3 0,1-1 0,0 0 0,1-1 0,-1 0 0,0 0 0,-2 0 0,9-4 0,-1-2 0,0-1 0,-2 2 0,-1 2 0,-4 4-34,11 3 1,-3 4-1,-4 3 1,-6-2 33,-6-1 0,-5 0 0,-8-2 0,-8-6 0,-7 2 0,6 8 0,-36-26 0,0 70 4411,0-26-4411,0 62 837,0-27-837,0 0 0,0 15 0,0-18 0,0 27 0,-17-30 0,-2 3 0,15 16 0,0 1 0,-15-14 0,2 0 0,17 8 0,0-1 0,-17-12 0,-1-2 0,9 31 0,-9-13 0,1 4 0,15 1 0,4 4-492,-2-7 0,0 4 0,0 3 492,0-7 0,0 2 0,0 1 0,0-1 0,0 17 0,0-2 0,0 0 0,0-5 0,0-2 0,0-3 0,0 9 0,0-8 0,0-23 0,0-5 0,0 7 0,0-8 0,0-1 0,0-26 1476,35 26-1476,-26 24 0,7-3 0,3 8 0,-5-7 0,-2 4 0,-2 1 0,-7 5 0,-2 1 0,3-3 0,8-14 0,2-2 0,-4-2 0,-9 14 0,-2-8 0,1-9 0,0-8 0,0-36 0,0 0 0,0 35 0,0-26 0,35 26 0,-26 0 0,26-26 0,-35 50 0,0-53 0,0 52 0,0-49 0,0 62 0,0-62 0,0 26 0,0-35 0,0 71 0,17-19 0,1 7 0,-13 4 0,-4 6 0,2-1-244,8-4 1,3 0-1,-4-1 244,-7 0 0,-4-1 0,-1-5 0,-1 8 0,6-9 0,15-19 0,0-6 0,-10 4 0,28 0 0,-36-26 0,0 26 0,-36-35 731,28 0-731,-28 0 0,36 0 0,-35 0 0,26 0 0,-26 0 0,0 0 0,26 0 0,-26 0 0,-1 0 0,28 0 0,-63 0 0,62 0 0,-26 0 0,11 0 0,18 0 0,-52 0 0,49 0 0,-62 0 0,27 0 0,0 0 0,-26 0 0,25 0 0,1 0 0,9 0 0,0-35 0,26 26 0,-26-26 0,35 35 0,-24 0 0,-10 0 0,-8 0 0,-12 0 0,-4 0 0,6 0 0,-3 0 0,3 0 0,-5 0 0,3 0 0,-6 0 0,8 0 0,20 0 0,-39 0 0,62 0 0,-26 0 0,0 0 0,26 0 0,-62 0 0,31 0 0,1 0 0,-14 0 0,1 0 0,10 0 0,36 0 0,-53 0 0,50 0 0,-26 0 0,0 0 0,-9 0 0,-9 16 0,-9 3 0,-11-14 0,-1-1 0,9 14 0,1-1 0,-7-14 0,4-6 0,24 3 0,6 0 0,-7 0 0,9 0 0,35 0 0,-71 0 0,30 0 0,-28 0 0,-9 0 0,22 0 0,0 0 0,-7 0 0,3 0 0,19 0 0,3 0 0,-33 0 0,62 0 0,-50 0 0,18 0 0,-26 0 0,27 0 0,0 0 0,-1 0 0,3 0 0,-6 0 0,8 0 0,36 0 0,-35 0 0,-9 0 0,0 0 0,9 0 0,11 0-1696,42-35 0,-36 26 0,42-26 0</inkml:trace>
  <inkml:trace contextRef="#ctx0" brushRef="#br0" timeOffset="112697">37333 13838 24575,'64'0'0,"1"0"0,0 0 0,-3 0 0,2 0 0,2 0 0,3 0 0,-2 0 0,2 0 0,2 0 0,0 0 0,-2 0-723,-4 0 1,0 0 0,-1 0 0,0 0 0,-1 0 722,11 0 0,1 0 0,-4 0 0,-6 0 0,-7 0 0,-6 0 0,-6 0 1127,21 0-1127,4 0 0,-27 0 0,-2 8 0,9 6 0,6-1-535,2-2 0,6-1 0,3 1 1,2 1 534,-3 0 0,3 2 0,1 0 0,2 0 0,1 0-440,-6-2 0,1 1 0,2 0 0,-1 0 0,-1 0 0,-1-1 440,4 2 0,-1 0 0,-1 0 0,-2-1 0,-2 0 0,1-2 0,-1 0 0,-4 0 0,-7 0 673,8 9 0,-6-5-673,-9-13 0,-2-4 0,-9 2 0,6 0 0,9 0 0,10 0 0,7 0 0,0 0-590,-3 0 0,3 0 1,2 0-1,2 0 1,4 0 589,-16 0 0,4-1 0,1 0 0,2 1 0,1-1 0,-1 1 0,-1 1 0,-2 1 0,4 2 0,-1 0 0,-1 2 0,0 0 0,-1 0 0,0-1 0,-1-1 0,7-1 0,0-2 0,0-1 0,-2 0 0,-2 2 0,-5 1 434,9 5 1,-3 3 0,-5-1 0,-7-3-435,9-6 0,-9-2 2667,14 1-2667,-71 0-1327,-35 0 0,26 0 0,-27 0 1</inkml:trace>
  <inkml:trace contextRef="#ctx0" brushRef="#br0" timeOffset="114113">43550 14288 24575,'0'0'0</inkml:trace>
  <inkml:trace contextRef="#ctx0" brushRef="#br0" timeOffset="76043.27">32359 20558 24575,'63'0'0,"0"0"0,0 0 0,0 0 0,0 0 0,5 0 0,4 0 0,3 0 0,2 0 0,1 0 0,1 0-984,-14 0 1,2 0 0,1 0 0,1 0 0,2 0 0,0 0 0,0 0 0,1 0 0,1 0 0,0 0 847,-2 0 1,2 0-1,1 0 1,1 0-1,0 0 1,0 0 0,0 0-1,0 0 1,-1 0-1,0 0 1,-1 0 46,4 0 1,0 0 0,1 0-1,-1 0 1,0 0 0,-1 0-1,-2 0 1,-1 0 0,-3 0-1,-2 0 89,5 0 0,-1 0 0,-4 0 0,-1 0 0,-2 0 0,-2 0 0,-1 0 309,8 0 0,-2 0 0,-3 0 0,-3 0 0,-7 0-309,4 0 0,-7 0 0,-7 0 0,23 0 0,2 0 4865,-61 0-4865,62 0 4692,-27 0-4692,4 0 0,7 0 0,2 2 0,6-4-157,5-8 1,8-4-1,-2 3 157,-9 7 0,0 2 0,5-1 0,-13-3 0,5-2 0,1 0 0,0 0 0,-3 3 0,6 3 0,-1 2 0,-2 1 0,2 0 0,6-1 0,1 0 0,-1 0 0,-6 0 0,-1 0 0,-5 0 0,-2 0 0,21 0 0,-9 0 0,-2 0 0,-27 0 0,0 0 0,-1 0 0,1 0 0,0 0 0,0 0 0,0 0 0,-1 0 1573,29 0-1573,2 0 0,7 0 0,-19 0 0,4 0-427,6-2 0,8 1 1,-2 4 426,-6 7 0,-1 4 0,-2-3 0,-12-7 0,-2-3 0,0 3 0,2 7 0,-1 4 0,-7-6 0,23-9 0,-27 0 0,3 0 0,6 0 0,9 0 0,6 0-252,-5 0 0,5 0 0,1 0 252,1 0 0,1 0 0,-3 0 0,11 0 0,-5 0 614,-12 0 1,-4 0-615,-13 0 0,-4 0 0,6 0 0,-44 0 0,-44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7T12:05:29.013"/>
    </inkml:context>
    <inkml:brush xml:id="br0">
      <inkml:brushProperty name="width" value="0.05292" units="cm"/>
      <inkml:brushProperty name="height" value="0.05292" units="cm"/>
      <inkml:brushProperty name="color" value="#00B050"/>
    </inkml:brush>
  </inkml:definitions>
  <inkml:trace contextRef="#ctx0" brushRef="#br0">29263 13758 24575,'44'0'0,"-9"0"0,-11 0 0,-18 0 0,52 0 0,-49 0 0,27 0 0,-1 0 0,-26 0 0,61 0 0,-26 0 0,0 0 0,27 0 0,-27 0 0,0 0 0,15 0 0,-53 0 0,53 0 0,-15 0 0,0 0 0,8 0 0,2 0 0,-1 0 0,2 0 0,4 0 0,-5 0 0,-5 0 0,1 0 0,-2 0 0,-2 0 0,-2 0 0,0 0 0,27 0 0,-27 0 0,5 0 0,5 0 0,-11-1 0,-1 2 0,10 16 0,-1 2 0,-11-15 0,-1 0 0,0 14 0,2 0 0,16-16 0,0-4 0,-18 0 0,-1 4 0,18 15 0,0 1 0,11-9 0,-27 9 0,0-1 0,-1-15 0,1-4 0,1 2 0,-3 0 0,6 0 0,-8 0 0,-1 0 0,-26 0 0,50 0 0,-53 0 0,52 0 0,-49 0 0,26 35 0,1-26 0,-27 26 0,26-35 0,-35 0 0,35 0 0,-26 0 0,61 0 0,-61 0 0,62 0 0,-27 0 0,24 0 0,-30 0 0,0 0 0,30 0 0,-24 0 0,26 0 0,-61 0 0,26 0 0,1 0 0,-28-35 0,28 26 0,-36-26 0,0 0 0,0-9 0,0 5 0,0-2 0,0 0 0,0 3 0,0-6 0,0-27 0,0 62 0,0-26 0,0 12 0,35-18 0,-26 8 0,9-1 0,-1-2 0,-17-8 0,17 5 0,1-2 0,-13 2 0,-1-1 0,14-11 0,-1-1 0,-16 10 0,-2-1 0,13-26 0,0-1 0,-9 26 0,0 0 0,9-15 0,-1 4 0,-11 11 0,17 5 0,2 7 0,-11 23 0,28-26 0,-36 11 0,0-17 0,0-6 0,0-9 0,0 6 0,0-4 0,0 0 0,0 2 0,0 1 0,0-2 0,0-11 0,0-3 0,0 7 0,-2 2 0,4 4 0,15-5 0,1 3 0,-14 15 0,1 3 0,13 4 0,-1 0 0,-15-3 0,-4-2 0,2-12 0,0-1 0,0 8 0,0 0 0,0-16 0,0 5 0,0 11 0,0-27 0,0 63 0,0-28 0,0 36 0,-35 36 0,-9-28 0,-4 11 0,-7-2 0,-4-15 0,-3-4 0,-10 2 0,-3 0 0,2 0 0,-1 0 0,22 0 0,-1 0 0,3 0 0,-6 0 0,0 0 0,-20 0 0,2 0 0,30 0 0,0 0 0,-26 0 0,2 0 0,25 0 0,0 0 0,-26 0 0,0 0 0,25 0 0,0 0 0,-25 0 0,0 0 0,25 0 0,2 0 0,-9 0 0,0 0 0,10 0 0,2 0 0,0 0 0,-1 0 0,0 2 0,0-4 0,0-15 0,1-2 0,-29 11 0,14-22 0,-3 1 0,2 24 0,-2 4 0,6-6 0,-3-3 0,0 3 0,-20 6 0,1 2 0,10 3 0,6-8 0,22-13 0,2-1 0,-37 9 0,26-26 0,-11 31 0,-5 8 0,22-4 0,-1 0 0,-32 0 0,-5 0 0,20 0 0,1 0 0,-7 0 0,0 0 0,3 0 0,4 0 0,-13 0 0,28 0 0,4 0 0,3 0 0,-2 0 0,35 0 0,0 0 0,0 35 0,0-2 0,-2 2 0,4 6 0,15 10 0,1 1 0,-13-8 0,-1 0 0,12 14 0,3-1 0,-6-16 0,-2-3 0,-5 30 0,6-31 0,-1 2 0,-9 12 0,-4 1 0,2-9 0,0 2 0,0 29 0,0 2 0,0-21 0,0 2-280,0 4 1,0 5-1,0-2 280,0-12 0,0-1 0,0 2 0,0 17 0,0 4 0,0-1 0,0-5 0,0-1 0,0-2 0,0-4 0,0-2 0,0 1 0,0 5 0,0 1 0,0-6 0,0-3 0,0-2 0,0 3 0,0-2 0,0-14 0,0-4 0,0 6 0,0 26 0,0-61 839,0 50-839,0-18 0,0-9 0,0 39 0,0-62 0,0 61 0,0-61 0,0 26 0,-23-35 0,17-70 0,-18 52 0,24-52 0</inkml:trace>
  <inkml:trace contextRef="#ctx0" brushRef="#br0" timeOffset="94431">22463 24262 24575,'0'-63'0,"0"0"0,0 0 0,0-1 0,0 5 0,0-1 0,0-2 0,0-2 0,0-2 0,0-4 0,0-4 0,0-2 0,0-1 0,0 0 0,0 1-1029,0 11 0,0-1 1,0 1-1,0-1 0,0 0 1,0 1-1,0-1 1029,1-10 0,0-1 0,0 0 0,0 1 0,-2 3 0,-2 3 0,-2 3 0,-3 3 0,0 3 0,0 0 0,2 2 385,3-8 1,3 0-1,-1 4 1,-4 7-386,-13-9 0,1 7 624,15-3 0,4 7-624,-2 10 0,0 9 0,0 11 3887,0 18-3887,0-52 524,0 49-524,35-27 0,-26 36 0,26 0 0,-11 0 0,17 0 0,-9 0 0,39 0 0,-33 0 0,3 0 0,18 0 0,6 0 0,5 0 0,7 0 0,-24 0 0,4 0 0,1 0 0,0 0-564,16 0 1,-1 0 0,3 0 563,-8 0 0,3 0 0,0 0 0,-1 0 0,-7 0 0,0 0 0,-1 0 0,-1 0 0,0 0 0,0 0 0,-3 0 0,-2 0 0,-2 0 0,-3 0 0,-1 0 0,29 0 0,-8 0 0,-3 0 0,-31 0 0,2 0 0,12 0 0,1 0 0,-9 0 0,3 0 0,26 0 0,5 0 0,-3 0 0,-1 0 353,-19 0 0,1 0 0,1 0-353,4 0 0,1 0 0,0 0 0,0 0 0,1 0 0,-2 0 0,-6 0 0,0 0 0,2 0 0,13 0 0,2 0 0,-5 0 0,-1 0 0,-1 0 0,-7 0 0,3 0 0,-3 0 0,6 0 0,-3 0 0,3 0 0,-2 0 0,-9 0 0,-1 0 0,6 0 0,-3 0 0,-15 0 0,-1 0 0,2 0 0,-1 0 0,32 0 631,-27 0-631,0 0 0,-5 17 0,-7 2 0,-24-10 0,28 26 0,-36-35 0,0 23 0,0-17 0,-36 53 0,28-15 0,-11-6 0,2 3 0,15-2 0,4 2 0,-2 15 0,0 2 0,0-2 0,0 0 0,0 4 0,0 1 0,0 9 0,0-2 0,0-23 0,0-2 0,0 15 0,0-1 0,0 10 0,0-28 0,0-1 0,0 29 0,0-22 0,0 25 0,0-26 0,0-6 0,0 4 0,0-2 0,0-1 0,0 29 0,0-30 0,0 0 0,0 30 0,0-24 0,0 26 0,0-61 0,0 62 0,0-27 0,0 0 0,0 26 0,0-61 0,0 50 0,0-53 0,0 53 0,0-51 0,0 63 0,0-62 0,-35 26 0,26-35 0,-61 0 0,61 0 0,-62 0 0,27-35 0,6 31 0,-3-1 0,-11-28 0,1-5 0,9 21 0,-1 2 0,-12-3 0,7-5 0,4-36 0,-27 50 0,49-26 0,0 0 0,-16 28 0,-3 5 0,8-16 0,-2 1 0,-19 14 0,-4 6 0,4-3 0,-3 0 0,-1 0 0,-4 0 0,-1 0-454,-2 0 1,-1 0 0,-3 0 453,9 0 0,-3 0 0,-1 0 0,1 0 0,2 0 0,0 0 0,0 0 0,0 0 0,4 0 0,-1 0 0,2 0 0,1 0 0,-8 0 0,1 0 0,5 0 0,-6 0 0,5 0 0,7 0 0,-1 0 0,-7 0 0,4 0 0,2 0 0,-1 0 0,2 0 0,8 0 1360,-24 0-1360,30 17 0,0 1 0,-30-9 0,29 9 0,-1-1 0,-1-18 0,3 2 0,-7 34 0,-25-26 0,61 26 0,-62-11 0,63-18 0,-51 17 0,53-23 0,-53 36 0,50-28 0,-22 11 0,-8-2 0,-5-17 0,6 16 0,-4 3 0,3-15 0,-1 1 0,1 11 0,-1 3 0,-11 1 0,-1-5 0,9-10 0,0-1 0,-10 15 0,4-2 0,4-17 0,-25 0 0,61 0 0,-26 35 0,35-26 0,0 61 0,0-61 0,0 62 0,0-63 0,0 28 0,0-36 0</inkml:trace>
  <inkml:trace contextRef="#ctx0" brushRef="#br0" timeOffset="135016">19209 24262 24575,'0'0'0</inkml:trace>
  <inkml:trace contextRef="#ctx0" brushRef="#br0" timeOffset="148064">18362 24580 24575,'0'-40'0,"0"0"0,2 2 0,-4-3 0,-15-15 0,-1-3 0,13 5 0,1-3 0,-7 6 0,-3-3 0,4 3 0,8-6 0,4 2 0,-2-3 0,0 2 0,0 15 0,0 2 0,0-2 0,0 3 0,0-6 0,0-15 0,0 53 0,0-53 0,0 15 0,0 6 0,0-3 0,0 1 0,0 0 0,0 1 0,0-1 0,0 0 0,0 1 0,0-29 0,0 30 0,0 0 0,0-30 0,0 29 0,0-1 0,0-2 0,0 4 0,0-6 0,0-9 0,0 0 0,0 12 0,0-13 0,0-4 0,0-9 0,0 27 0,0 0 0,0 2 0,0-3 0,0-15 0,0-3 0,0 5 0,0-3 0,0 6 0,0-2 0,0 1 0,0-23 0,0 3 0,0 8 0,0 4 0,0 19 0,0 3 0,0-21 0,0 53 0,0-17 0,0 23 0,35 0 0,9 0 0,-7 0 0,5 0 0,31 0 0,4 0 0,-17 0 0,1 0-138,0 0 1,6 0-1,-4 0 138,13 0 0,-5 0 0,-7 0 0,-5 0 0,-17 0 0,-4 0 0,21 0 0,-53 0 0,52 0 0,-20 0 0,4 0 0,18 0 0,3 0 206,0-2 1,-2 4-207,-8 9 0,-3 1 0,-11-9 0,-2 0 0,31 21 0,-24-24 0,26 0 0,-26 0 0,-5 0 0,2 0 0,-1 0 0,-1 0 0,29 0 0,-30 0 0,0 0 0,30 0 0,-24 0 0,26 0 0,-61 0 0,62 0 0,-62 0 0,61 0 0,-61 0 0,62 0 0,-63 0 0,51 35 0,-18-26 0,-8 26 0,37-35 0,-61 0 0,62 0 0,-27 0 0,-5 0 0,1 0 0,4 0 0,27 0 0,-62 0 0,49 0 0,-52 0 0,53 0 0,-21 0 0,3 0 0,19-2 0,4 4 0,-17 7 0,1 4 0,4 0-361,1-2 0,5 0 1,1 0-1,-3 0 361,8 3 0,-3 0 0,2 3 0,-5 0 0,2 4 0,0-2 0,-2-6-83,5-8 0,-1-5 0,-5 4 83,8 14 0,-7-1 0,-15-15 0,-6-4 0,-2 2 0,-35 35 0,0-26 1424,0 27-1424,0-36 268,0 35-268,0-26 0,-35 26 0,26-12 0,-26 19 0,35 25 0,0-27 0,0 0 0,0-2 0,0 3 0,0 16 0,0 1 0,0-20 0,0 0 0,0 18 0,0 0 0,0 11 0,0-22 0,0 25 0,0-61 0,-16 26 0,-4 0 0,11-26 0,-10 26 0,3 1 0,16-27 0,-35 26 0,26-35 0,-26 35 0,35-26 0,0 50 0,0-18 0,0 27 0,0-30 0,0 3 0,0 18 0,0-3 0,0-3 0,0 1 0,0-3 0,0-18 0,0 2 0,0 6 0,0 9 0,0 3 0,0 8 0,0 2 0,0-2 0,0 1 0,0 9 0,0-4 0,0-23 0,0-3 0,0 11 0,0-1 0,0-9 0,0-4 0,0 6 0,0 26 0,0-61 0,0 26 0,0 1 0,0-27 0,0 49 0,0-17 0,0 27 0,0-27 0,0-3 0,0 7 0,0 25 0,-35-61 0,26 26 0,-62-35 0,39 0 0,-5 0 0,-3 0 0,-27 0 0,28-1 0,-2 2 0,-12 15 0,-8 3 0,-5-4 0,-8-1 0,-4 2-739,20-4 0,-2 2 0,-2 0 0,-2 0 0,-3-1 739,7-2 0,-2 1 0,-2-1 0,-2 0 0,0 0 0,0-1 0,0 1-496,-4-1 1,-1-1 0,0 1-1,0-1 1,-1 0 0,2 1-1,1 0 496,-6 3 0,0 1 0,2 0 0,0 0 0,3-1 0,1-1 0,-1-2 0,1-1 0,2-1 0,3 0 0,5 1 0,-11 4 0,6 0 0,6-4 0,2-8 0,10-2 0,1 1 0,10 0 2932,35 0-2932,-70 0 0,17 1 0,-6-2 0,-3-9 0,-7-4 0,0 3 1090,-2 7 0,-1 3 0,0-3-1090,4-6 0,0-2 0,4-1 0,12 0 0,2 0 0,5 3 0,2 8 0,7-4 0,1-30 0,35 36 0,0-35 0,0 26 0,0-26 961,0 35-961,0-24 0,-35 18 0,26-52 0,-27 49 0,16-26 0,5-1 0,6 27 0,-26-10 0,0 3 0,26 16 0,-34-16 0,-8-3 0,1 10 0,-4-21 0,-10-13 0,8 10 0,-5 16 0,8-19 0,0 1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2:04:27.915"/>
    </inkml:context>
    <inkml:brush xml:id="br0">
      <inkml:brushProperty name="width" value="0.05292" units="cm"/>
      <inkml:brushProperty name="height" value="0.05292" units="cm"/>
      <inkml:brushProperty name="color" value="#FF0000"/>
    </inkml:brush>
  </inkml:definitions>
  <inkml:trace contextRef="#ctx0" brushRef="#br0">40338 10523 24575,'0'0'0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2:04:27.915"/>
    </inkml:context>
    <inkml:brush xml:id="br0">
      <inkml:brushProperty name="width" value="0.05292" units="cm"/>
      <inkml:brushProperty name="height" value="0.05292" units="cm"/>
      <inkml:brushProperty name="color" value="#FF0000"/>
    </inkml:brush>
  </inkml:definitions>
  <inkml:trace contextRef="#ctx0" brushRef="#br0">40338 10523 24575,'0'0'0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2:04:27.915"/>
    </inkml:context>
    <inkml:brush xml:id="br0">
      <inkml:brushProperty name="width" value="0.05292" units="cm"/>
      <inkml:brushProperty name="height" value="0.05292" units="cm"/>
      <inkml:brushProperty name="color" value="#FF0000"/>
    </inkml:brush>
  </inkml:definitions>
  <inkml:trace contextRef="#ctx0" brushRef="#br0">40338 10523 24575,'0'0'0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2:04:27.915"/>
    </inkml:context>
    <inkml:brush xml:id="br0">
      <inkml:brushProperty name="width" value="0.05292" units="cm"/>
      <inkml:brushProperty name="height" value="0.05292" units="cm"/>
      <inkml:brushProperty name="color" value="#FF0000"/>
    </inkml:brush>
  </inkml:definitions>
  <inkml:trace contextRef="#ctx0" brushRef="#br0">40338 10523 24575,'0'0'0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2:04:27.915"/>
    </inkml:context>
    <inkml:brush xml:id="br0">
      <inkml:brushProperty name="width" value="0.05292" units="cm"/>
      <inkml:brushProperty name="height" value="0.05292" units="cm"/>
      <inkml:brushProperty name="color" value="#FF0000"/>
    </inkml:brush>
  </inkml:definitions>
  <inkml:trace contextRef="#ctx0" brushRef="#br0">40338 10523 24575,'0'0'0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8T12:04:27.915"/>
    </inkml:context>
    <inkml:brush xml:id="br0">
      <inkml:brushProperty name="width" value="0.05292" units="cm"/>
      <inkml:brushProperty name="height" value="0.05292" units="cm"/>
      <inkml:brushProperty name="color" value="#FF0000"/>
    </inkml:brush>
  </inkml:definitions>
  <inkml:trace contextRef="#ctx0" brushRef="#br0">40338 10523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E7DB7B-3035-F342-BA80-741F7512118D}" type="datetimeFigureOut">
              <a:t>3/7/26</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06E9DD-4182-1945-AC1D-2581C9EEE6FA}" type="slidenum">
              <a:t>‹#›</a:t>
            </a:fld>
            <a:endParaRPr lang="en-VN"/>
          </a:p>
        </p:txBody>
      </p:sp>
    </p:spTree>
    <p:extLst>
      <p:ext uri="{BB962C8B-B14F-4D97-AF65-F5344CB8AC3E}">
        <p14:creationId xmlns:p14="http://schemas.microsoft.com/office/powerpoint/2010/main" val="888834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E406E9DD-4182-1945-AC1D-2581C9EEE6FA}" type="slidenum">
              <a:rPr lang="en-VN"/>
              <a:t>104</a:t>
            </a:fld>
            <a:endParaRPr lang="en-VN"/>
          </a:p>
        </p:txBody>
      </p:sp>
    </p:spTree>
    <p:extLst>
      <p:ext uri="{BB962C8B-B14F-4D97-AF65-F5344CB8AC3E}">
        <p14:creationId xmlns:p14="http://schemas.microsoft.com/office/powerpoint/2010/main" val="37005358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E406E9DD-4182-1945-AC1D-2581C9EEE6FA}" type="slidenum">
              <a:rPr lang="en-VN"/>
              <a:t>105</a:t>
            </a:fld>
            <a:endParaRPr lang="en-VN"/>
          </a:p>
        </p:txBody>
      </p:sp>
    </p:spTree>
    <p:extLst>
      <p:ext uri="{BB962C8B-B14F-4D97-AF65-F5344CB8AC3E}">
        <p14:creationId xmlns:p14="http://schemas.microsoft.com/office/powerpoint/2010/main" val="26133051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E406E9DD-4182-1945-AC1D-2581C9EEE6FA}" type="slidenum">
              <a:t>113</a:t>
            </a:fld>
            <a:endParaRPr lang="en-VN"/>
          </a:p>
        </p:txBody>
      </p:sp>
    </p:spTree>
    <p:extLst>
      <p:ext uri="{BB962C8B-B14F-4D97-AF65-F5344CB8AC3E}">
        <p14:creationId xmlns:p14="http://schemas.microsoft.com/office/powerpoint/2010/main" val="26486177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3.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9.sv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5.svg"/></Relationships>
</file>

<file path=ppt/slides/_rels/slide1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9.sv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5.svg"/></Relationships>
</file>

<file path=ppt/slides/_rels/slide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3.sv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3.sv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3.sv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3.sv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3.sv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3.sv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3.sv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3.sv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3.sv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3.sv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svg"/><Relationship Id="rId2" Type="http://schemas.openxmlformats.org/officeDocument/2006/relationships/image" Target="../media/image16.jpeg"/><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svg"/><Relationship Id="rId2" Type="http://schemas.openxmlformats.org/officeDocument/2006/relationships/image" Target="../media/image16.jpeg"/><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svg"/><Relationship Id="rId2" Type="http://schemas.openxmlformats.org/officeDocument/2006/relationships/image" Target="../media/image16.jpeg"/><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svg"/><Relationship Id="rId2" Type="http://schemas.openxmlformats.org/officeDocument/2006/relationships/image" Target="../media/image16.jpeg"/><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svg"/><Relationship Id="rId2" Type="http://schemas.openxmlformats.org/officeDocument/2006/relationships/image" Target="../media/image16.jpeg"/><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svg"/><Relationship Id="rId2" Type="http://schemas.openxmlformats.org/officeDocument/2006/relationships/image" Target="../media/image16.jpeg"/><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svg"/><Relationship Id="rId2" Type="http://schemas.openxmlformats.org/officeDocument/2006/relationships/image" Target="../media/image16.jpeg"/><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svg"/><Relationship Id="rId2" Type="http://schemas.openxmlformats.org/officeDocument/2006/relationships/image" Target="../media/image16.jpeg"/><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4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4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4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4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5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5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5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5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5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5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5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5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5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5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6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6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6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6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6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6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6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6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6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7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7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7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7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7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7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7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7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7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8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8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82.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6" Type="http://schemas.openxmlformats.org/officeDocument/2006/relationships/customXml" Target="../ink/ink1.xml"/><Relationship Id="rId5" Type="http://schemas.openxmlformats.org/officeDocument/2006/relationships/image" Target="../media/image29.svg"/><Relationship Id="rId4" Type="http://schemas.openxmlformats.org/officeDocument/2006/relationships/image" Target="../media/image28.png"/></Relationships>
</file>

<file path=ppt/slides/_rels/slide83.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6" Type="http://schemas.openxmlformats.org/officeDocument/2006/relationships/customXml" Target="../ink/ink2.xml"/><Relationship Id="rId5" Type="http://schemas.openxmlformats.org/officeDocument/2006/relationships/image" Target="../media/image29.svg"/><Relationship Id="rId4" Type="http://schemas.openxmlformats.org/officeDocument/2006/relationships/image" Target="../media/image28.png"/></Relationships>
</file>

<file path=ppt/slides/_rels/slide8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85.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6" Type="http://schemas.openxmlformats.org/officeDocument/2006/relationships/customXml" Target="../ink/ink3.xml"/><Relationship Id="rId5" Type="http://schemas.openxmlformats.org/officeDocument/2006/relationships/image" Target="../media/image29.svg"/><Relationship Id="rId4" Type="http://schemas.openxmlformats.org/officeDocument/2006/relationships/image" Target="../media/image28.png"/></Relationships>
</file>

<file path=ppt/slides/_rels/slide8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8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8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8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9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9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png"/></Relationships>
</file>

<file path=ppt/slides/_rels/slide9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9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9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9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9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9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9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10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10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10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10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10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0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10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10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10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10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1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1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1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1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1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118.xml.rels><?xml version="1.0" encoding="UTF-8" standalone="yes"?>
<Relationships xmlns="http://schemas.openxmlformats.org/package/2006/relationships"><Relationship Id="rId8" Type="http://schemas.openxmlformats.org/officeDocument/2006/relationships/image" Target="../media/image490.png"/><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6" Type="http://schemas.openxmlformats.org/officeDocument/2006/relationships/customXml" Target="../ink/ink4.xml"/><Relationship Id="rId5" Type="http://schemas.openxmlformats.org/officeDocument/2006/relationships/image" Target="../media/image29.svg"/><Relationship Id="rId4" Type="http://schemas.openxmlformats.org/officeDocument/2006/relationships/image" Target="../media/image28.png"/></Relationships>
</file>

<file path=ppt/slides/_rels/slide1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1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5" Type="http://schemas.openxmlformats.org/officeDocument/2006/relationships/image" Target="../media/image29.svg"/><Relationship Id="rId4" Type="http://schemas.openxmlformats.org/officeDocument/2006/relationships/image" Target="../media/image28.png"/></Relationships>
</file>

<file path=ppt/slides/_rels/slide121.xml.rels><?xml version="1.0" encoding="UTF-8" standalone="yes"?>
<Relationships xmlns="http://schemas.openxmlformats.org/package/2006/relationships"><Relationship Id="rId8" Type="http://schemas.openxmlformats.org/officeDocument/2006/relationships/image" Target="../media/image470.png"/><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6" Type="http://schemas.openxmlformats.org/officeDocument/2006/relationships/customXml" Target="../ink/ink5.xml"/><Relationship Id="rId5" Type="http://schemas.openxmlformats.org/officeDocument/2006/relationships/image" Target="../media/image29.svg"/><Relationship Id="rId4" Type="http://schemas.openxmlformats.org/officeDocument/2006/relationships/image" Target="../media/image28.png"/></Relationships>
</file>

<file path=ppt/slides/_rels/slide122.xml.rels><?xml version="1.0" encoding="UTF-8" standalone="yes"?>
<Relationships xmlns="http://schemas.openxmlformats.org/package/2006/relationships"><Relationship Id="rId8" Type="http://schemas.openxmlformats.org/officeDocument/2006/relationships/image" Target="../media/image470.png"/><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6" Type="http://schemas.openxmlformats.org/officeDocument/2006/relationships/customXml" Target="../ink/ink6.xml"/><Relationship Id="rId5" Type="http://schemas.openxmlformats.org/officeDocument/2006/relationships/image" Target="../media/image29.svg"/><Relationship Id="rId4" Type="http://schemas.openxmlformats.org/officeDocument/2006/relationships/image" Target="../media/image28.png"/></Relationships>
</file>

<file path=ppt/slides/_rels/slide123.xml.rels><?xml version="1.0" encoding="UTF-8" standalone="yes"?>
<Relationships xmlns="http://schemas.openxmlformats.org/package/2006/relationships"><Relationship Id="rId8" Type="http://schemas.openxmlformats.org/officeDocument/2006/relationships/image" Target="../media/image470.png"/><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6" Type="http://schemas.openxmlformats.org/officeDocument/2006/relationships/customXml" Target="../ink/ink7.xml"/><Relationship Id="rId5" Type="http://schemas.openxmlformats.org/officeDocument/2006/relationships/image" Target="../media/image29.svg"/><Relationship Id="rId4" Type="http://schemas.openxmlformats.org/officeDocument/2006/relationships/image" Target="../media/image28.png"/></Relationships>
</file>

<file path=ppt/slides/_rels/slide124.xml.rels><?xml version="1.0" encoding="UTF-8" standalone="yes"?>
<Relationships xmlns="http://schemas.openxmlformats.org/package/2006/relationships"><Relationship Id="rId8" Type="http://schemas.openxmlformats.org/officeDocument/2006/relationships/image" Target="../media/image470.png"/><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6" Type="http://schemas.openxmlformats.org/officeDocument/2006/relationships/customXml" Target="../ink/ink8.xml"/><Relationship Id="rId5" Type="http://schemas.openxmlformats.org/officeDocument/2006/relationships/image" Target="../media/image29.svg"/><Relationship Id="rId4" Type="http://schemas.openxmlformats.org/officeDocument/2006/relationships/image" Target="../media/image28.png"/></Relationships>
</file>

<file path=ppt/slides/_rels/slide125.xml.rels><?xml version="1.0" encoding="UTF-8" standalone="yes"?>
<Relationships xmlns="http://schemas.openxmlformats.org/package/2006/relationships"><Relationship Id="rId8" Type="http://schemas.openxmlformats.org/officeDocument/2006/relationships/image" Target="../media/image470.png"/><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 Id="rId6" Type="http://schemas.openxmlformats.org/officeDocument/2006/relationships/customXml" Target="../ink/ink9.xml"/><Relationship Id="rId5" Type="http://schemas.openxmlformats.org/officeDocument/2006/relationships/image" Target="../media/image29.svg"/><Relationship Id="rId4" Type="http://schemas.openxmlformats.org/officeDocument/2006/relationships/image" Target="../media/image28.png"/></Relationships>
</file>

<file path=ppt/slides/_rels/slide126.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png"/></Relationships>
</file>

<file path=ppt/slides/_rels/slide127.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sv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28.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7.sv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29.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7.sv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30.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7.sv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31.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7.sv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32.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7.sv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33.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2.png"/><Relationship Id="rId7" Type="http://schemas.openxmlformats.org/officeDocument/2006/relationships/image" Target="../media/image37.sv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34.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7.sv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35.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7.sv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36.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2.png"/><Relationship Id="rId7" Type="http://schemas.openxmlformats.org/officeDocument/2006/relationships/image" Target="../media/image37.sv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37.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7.sv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38.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7.sv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39.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2.png"/><Relationship Id="rId7" Type="http://schemas.openxmlformats.org/officeDocument/2006/relationships/image" Target="../media/image37.sv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40.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7.sv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41.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7.sv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42.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7.sv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43.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7.sv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44.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7.sv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45.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7.sv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46.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7.sv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47.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7.sv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48.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7.sv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49.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7.sv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50.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7.sv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51.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7.sv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FFE"/>
        </a:solidFill>
        <a:effectLst/>
      </p:bgPr>
    </p:bg>
    <p:spTree>
      <p:nvGrpSpPr>
        <p:cNvPr id="1" name=""/>
        <p:cNvGrpSpPr/>
        <p:nvPr/>
      </p:nvGrpSpPr>
      <p:grpSpPr>
        <a:xfrm>
          <a:off x="0" y="0"/>
          <a:ext cx="0" cy="0"/>
          <a:chOff x="0" y="0"/>
          <a:chExt cx="0" cy="0"/>
        </a:xfrm>
      </p:grpSpPr>
      <p:sp>
        <p:nvSpPr>
          <p:cNvPr id="2" name="Freeform 2"/>
          <p:cNvSpPr/>
          <p:nvPr/>
        </p:nvSpPr>
        <p:spPr>
          <a:xfrm rot="2001536">
            <a:off x="-1431199" y="6329650"/>
            <a:ext cx="7656600" cy="5857299"/>
          </a:xfrm>
          <a:custGeom>
            <a:avLst/>
            <a:gdLst/>
            <a:ahLst/>
            <a:cxnLst/>
            <a:rect l="l" t="t" r="r" b="b"/>
            <a:pathLst>
              <a:path w="7656600" h="5857299">
                <a:moveTo>
                  <a:pt x="0" y="0"/>
                </a:moveTo>
                <a:lnTo>
                  <a:pt x="7656600" y="0"/>
                </a:lnTo>
                <a:lnTo>
                  <a:pt x="7656600" y="5857300"/>
                </a:lnTo>
                <a:lnTo>
                  <a:pt x="0" y="5857300"/>
                </a:lnTo>
                <a:lnTo>
                  <a:pt x="0" y="0"/>
                </a:lnTo>
                <a:close/>
              </a:path>
            </a:pathLst>
          </a:custGeom>
          <a:blipFill>
            <a:blip r:embed="rId2"/>
            <a:stretch>
              <a:fillRect/>
            </a:stretch>
          </a:blipFill>
        </p:spPr>
        <p:txBody>
          <a:bodyPr/>
          <a:lstStyle/>
          <a:p>
            <a:endParaRPr lang="en-VN"/>
          </a:p>
        </p:txBody>
      </p:sp>
      <p:sp>
        <p:nvSpPr>
          <p:cNvPr id="3" name="TextBox 3"/>
          <p:cNvSpPr txBox="1"/>
          <p:nvPr/>
        </p:nvSpPr>
        <p:spPr>
          <a:xfrm>
            <a:off x="1201036" y="2860393"/>
            <a:ext cx="15885927" cy="3693319"/>
          </a:xfrm>
          <a:prstGeom prst="rect">
            <a:avLst/>
          </a:prstGeom>
        </p:spPr>
        <p:txBody>
          <a:bodyPr lIns="0" tIns="0" rIns="0" bIns="0" rtlCol="0" anchor="t">
            <a:spAutoFit/>
          </a:bodyPr>
          <a:lstStyle/>
          <a:p>
            <a:pPr algn="ctr"/>
            <a:r>
              <a:rPr lang="en-US" sz="12000" b="1">
                <a:solidFill>
                  <a:schemeClr val="accent4">
                    <a:lumMod val="75000"/>
                  </a:schemeClr>
                </a:solidFill>
                <a:latin typeface="American Typewriter" panose="02090604020004020304" pitchFamily="18" charset="77"/>
                <a:ea typeface="Peace Sans"/>
                <a:cs typeface="Peace Sans"/>
                <a:sym typeface="Peace Sans"/>
              </a:rPr>
              <a:t>DANH TỪ, ĐẠI TỪ, ĐỘNG TỪ</a:t>
            </a:r>
          </a:p>
        </p:txBody>
      </p:sp>
      <p:sp>
        <p:nvSpPr>
          <p:cNvPr id="4" name="Freeform 4"/>
          <p:cNvSpPr/>
          <p:nvPr/>
        </p:nvSpPr>
        <p:spPr>
          <a:xfrm flipH="1">
            <a:off x="-3320873" y="-5760846"/>
            <a:ext cx="8699146" cy="9085270"/>
          </a:xfrm>
          <a:custGeom>
            <a:avLst/>
            <a:gdLst/>
            <a:ahLst/>
            <a:cxnLst/>
            <a:rect l="l" t="t" r="r" b="b"/>
            <a:pathLst>
              <a:path w="8699146" h="9085270">
                <a:moveTo>
                  <a:pt x="8699146" y="0"/>
                </a:moveTo>
                <a:lnTo>
                  <a:pt x="0" y="0"/>
                </a:lnTo>
                <a:lnTo>
                  <a:pt x="0" y="9085271"/>
                </a:lnTo>
                <a:lnTo>
                  <a:pt x="8699146" y="9085271"/>
                </a:lnTo>
                <a:lnTo>
                  <a:pt x="8699146"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VN"/>
          </a:p>
        </p:txBody>
      </p:sp>
      <p:sp>
        <p:nvSpPr>
          <p:cNvPr id="5" name="Freeform 5"/>
          <p:cNvSpPr/>
          <p:nvPr/>
        </p:nvSpPr>
        <p:spPr>
          <a:xfrm flipH="1">
            <a:off x="1028700" y="3605899"/>
            <a:ext cx="2539180" cy="3701895"/>
          </a:xfrm>
          <a:custGeom>
            <a:avLst/>
            <a:gdLst/>
            <a:ahLst/>
            <a:cxnLst/>
            <a:rect l="l" t="t" r="r" b="b"/>
            <a:pathLst>
              <a:path w="2539180" h="3701895">
                <a:moveTo>
                  <a:pt x="2539180" y="0"/>
                </a:moveTo>
                <a:lnTo>
                  <a:pt x="0" y="0"/>
                </a:lnTo>
                <a:lnTo>
                  <a:pt x="0" y="3701895"/>
                </a:lnTo>
                <a:lnTo>
                  <a:pt x="2539180" y="3701895"/>
                </a:lnTo>
                <a:lnTo>
                  <a:pt x="2539180" y="0"/>
                </a:lnTo>
                <a:close/>
              </a:path>
            </a:pathLst>
          </a:custGeom>
          <a:blipFill>
            <a:blip r:embed="rId4"/>
            <a:stretch>
              <a:fillRect t="-2260" b="-2260"/>
            </a:stretch>
          </a:blipFill>
        </p:spPr>
        <p:txBody>
          <a:bodyPr/>
          <a:lstStyle/>
          <a:p>
            <a:endParaRPr lang="en-VN"/>
          </a:p>
        </p:txBody>
      </p:sp>
      <p:sp>
        <p:nvSpPr>
          <p:cNvPr id="6" name="Freeform 6"/>
          <p:cNvSpPr/>
          <p:nvPr/>
        </p:nvSpPr>
        <p:spPr>
          <a:xfrm rot="499500">
            <a:off x="14488579" y="4605393"/>
            <a:ext cx="2681948" cy="1421433"/>
          </a:xfrm>
          <a:custGeom>
            <a:avLst/>
            <a:gdLst/>
            <a:ahLst/>
            <a:cxnLst/>
            <a:rect l="l" t="t" r="r" b="b"/>
            <a:pathLst>
              <a:path w="2681948" h="1421433">
                <a:moveTo>
                  <a:pt x="0" y="0"/>
                </a:moveTo>
                <a:lnTo>
                  <a:pt x="2681948" y="0"/>
                </a:lnTo>
                <a:lnTo>
                  <a:pt x="2681948" y="1421433"/>
                </a:lnTo>
                <a:lnTo>
                  <a:pt x="0" y="142143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7" name="Freeform 7"/>
          <p:cNvSpPr/>
          <p:nvPr/>
        </p:nvSpPr>
        <p:spPr>
          <a:xfrm>
            <a:off x="13043484" y="6456799"/>
            <a:ext cx="6163302" cy="5603002"/>
          </a:xfrm>
          <a:custGeom>
            <a:avLst/>
            <a:gdLst/>
            <a:ahLst/>
            <a:cxnLst/>
            <a:rect l="l" t="t" r="r" b="b"/>
            <a:pathLst>
              <a:path w="6163302" h="5603002">
                <a:moveTo>
                  <a:pt x="0" y="0"/>
                </a:moveTo>
                <a:lnTo>
                  <a:pt x="6163301" y="0"/>
                </a:lnTo>
                <a:lnTo>
                  <a:pt x="6163301" y="5603002"/>
                </a:lnTo>
                <a:lnTo>
                  <a:pt x="0" y="560300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VN"/>
          </a:p>
        </p:txBody>
      </p:sp>
      <p:sp>
        <p:nvSpPr>
          <p:cNvPr id="8" name="Freeform 8"/>
          <p:cNvSpPr/>
          <p:nvPr/>
        </p:nvSpPr>
        <p:spPr>
          <a:xfrm rot="1408452">
            <a:off x="14799542" y="-1993381"/>
            <a:ext cx="4628192" cy="4710628"/>
          </a:xfrm>
          <a:custGeom>
            <a:avLst/>
            <a:gdLst/>
            <a:ahLst/>
            <a:cxnLst/>
            <a:rect l="l" t="t" r="r" b="b"/>
            <a:pathLst>
              <a:path w="4628192" h="4710628">
                <a:moveTo>
                  <a:pt x="0" y="0"/>
                </a:moveTo>
                <a:lnTo>
                  <a:pt x="4628192" y="0"/>
                </a:lnTo>
                <a:lnTo>
                  <a:pt x="4628192" y="4710628"/>
                </a:lnTo>
                <a:lnTo>
                  <a:pt x="0" y="4710628"/>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VN"/>
          </a:p>
        </p:txBody>
      </p:sp>
      <p:sp>
        <p:nvSpPr>
          <p:cNvPr id="9" name="TextBox 9"/>
          <p:cNvSpPr txBox="1"/>
          <p:nvPr/>
        </p:nvSpPr>
        <p:spPr>
          <a:xfrm>
            <a:off x="5181271" y="1214490"/>
            <a:ext cx="7925458" cy="923330"/>
          </a:xfrm>
          <a:prstGeom prst="rect">
            <a:avLst/>
          </a:prstGeom>
        </p:spPr>
        <p:txBody>
          <a:bodyPr lIns="0" tIns="0" rIns="0" bIns="0" rtlCol="0" anchor="t">
            <a:spAutoFit/>
          </a:bodyPr>
          <a:lstStyle/>
          <a:p>
            <a:pPr algn="ctr">
              <a:lnSpc>
                <a:spcPts val="7185"/>
              </a:lnSpc>
            </a:pPr>
            <a:r>
              <a:rPr lang="en-US" sz="6000" b="1">
                <a:solidFill>
                  <a:schemeClr val="accent2"/>
                </a:solidFill>
                <a:latin typeface="American Typewriter" panose="02090604020004020304" pitchFamily="18" charset="77"/>
                <a:ea typeface="Peace Sans"/>
                <a:cs typeface="Peace Sans"/>
                <a:sym typeface="Peace Sans"/>
              </a:rPr>
              <a:t>CHỦ ĐIỂM 01</a:t>
            </a:r>
            <a:endParaRPr lang="en-US" sz="4800">
              <a:solidFill>
                <a:schemeClr val="accent2"/>
              </a:solidFill>
              <a:latin typeface="Frutiger Condensed"/>
              <a:ea typeface="Frutiger Condensed"/>
              <a:cs typeface="Frutiger Condensed"/>
              <a:sym typeface="Frutiger Condensed"/>
            </a:endParaRPr>
          </a:p>
        </p:txBody>
      </p:sp>
      <p:sp>
        <p:nvSpPr>
          <p:cNvPr id="10" name="TextBox 9">
            <a:extLst>
              <a:ext uri="{FF2B5EF4-FFF2-40B4-BE49-F238E27FC236}">
                <a16:creationId xmlns:a16="http://schemas.microsoft.com/office/drawing/2014/main" id="{3BA618F0-6DE4-4AE5-3BF4-D00B013AC3AE}"/>
              </a:ext>
            </a:extLst>
          </p:cNvPr>
          <p:cNvSpPr txBox="1"/>
          <p:nvPr/>
        </p:nvSpPr>
        <p:spPr>
          <a:xfrm>
            <a:off x="5378273" y="7276285"/>
            <a:ext cx="7925458" cy="923330"/>
          </a:xfrm>
          <a:prstGeom prst="rect">
            <a:avLst/>
          </a:prstGeom>
        </p:spPr>
        <p:txBody>
          <a:bodyPr lIns="0" tIns="0" rIns="0" bIns="0" rtlCol="0" anchor="t">
            <a:spAutoFit/>
          </a:bodyPr>
          <a:lstStyle/>
          <a:p>
            <a:pPr algn="ctr">
              <a:lnSpc>
                <a:spcPts val="7185"/>
              </a:lnSpc>
            </a:pPr>
            <a:r>
              <a:rPr lang="en-US" sz="6000" b="1">
                <a:solidFill>
                  <a:schemeClr val="accent2"/>
                </a:solidFill>
                <a:latin typeface="American Typewriter" panose="02090604020004020304" pitchFamily="18" charset="77"/>
                <a:ea typeface="Frutiger Condensed"/>
                <a:cs typeface="Frutiger Condensed"/>
                <a:sym typeface="Peace Sans"/>
              </a:rPr>
              <a:t>VSTEP WRITING</a:t>
            </a:r>
            <a:endParaRPr lang="en-US" sz="4800">
              <a:solidFill>
                <a:schemeClr val="accent2"/>
              </a:solidFill>
              <a:latin typeface="Frutiger Condensed"/>
              <a:ea typeface="Frutiger Condensed"/>
              <a:cs typeface="Frutiger Condensed"/>
              <a:sym typeface="Frutiger Condense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91324" y="6610802"/>
            <a:ext cx="19594480" cy="4057181"/>
            <a:chOff x="0" y="0"/>
            <a:chExt cx="5160686" cy="1068558"/>
          </a:xfrm>
        </p:grpSpPr>
        <p:sp>
          <p:nvSpPr>
            <p:cNvPr id="3" name="Freeform 3"/>
            <p:cNvSpPr/>
            <p:nvPr/>
          </p:nvSpPr>
          <p:spPr>
            <a:xfrm>
              <a:off x="0" y="0"/>
              <a:ext cx="5160686" cy="1068558"/>
            </a:xfrm>
            <a:custGeom>
              <a:avLst/>
              <a:gdLst/>
              <a:ahLst/>
              <a:cxnLst/>
              <a:rect l="l" t="t" r="r" b="b"/>
              <a:pathLst>
                <a:path w="5160686" h="1068558">
                  <a:moveTo>
                    <a:pt x="0" y="0"/>
                  </a:moveTo>
                  <a:lnTo>
                    <a:pt x="5160686" y="0"/>
                  </a:lnTo>
                  <a:lnTo>
                    <a:pt x="5160686" y="1068558"/>
                  </a:lnTo>
                  <a:lnTo>
                    <a:pt x="0" y="1068558"/>
                  </a:lnTo>
                  <a:close/>
                </a:path>
              </a:pathLst>
            </a:custGeom>
            <a:solidFill>
              <a:srgbClr val="9A6E5F"/>
            </a:solidFill>
            <a:ln w="66675" cap="sq">
              <a:solidFill>
                <a:srgbClr val="000000"/>
              </a:solidFill>
              <a:prstDash val="solid"/>
              <a:miter/>
            </a:ln>
          </p:spPr>
          <p:txBody>
            <a:bodyPr/>
            <a:lstStyle/>
            <a:p>
              <a:endParaRPr lang="en-VN"/>
            </a:p>
          </p:txBody>
        </p:sp>
        <p:sp>
          <p:nvSpPr>
            <p:cNvPr id="4" name="TextBox 4"/>
            <p:cNvSpPr txBox="1"/>
            <p:nvPr/>
          </p:nvSpPr>
          <p:spPr>
            <a:xfrm>
              <a:off x="0" y="-57150"/>
              <a:ext cx="5160686" cy="1125708"/>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2268200" y="1106315"/>
            <a:ext cx="6848327" cy="6926191"/>
          </a:xfrm>
          <a:custGeom>
            <a:avLst/>
            <a:gdLst/>
            <a:ahLst/>
            <a:cxnLst/>
            <a:rect l="l" t="t" r="r" b="b"/>
            <a:pathLst>
              <a:path w="6848327" h="6926191">
                <a:moveTo>
                  <a:pt x="0" y="0"/>
                </a:moveTo>
                <a:lnTo>
                  <a:pt x="6848327" y="0"/>
                </a:lnTo>
                <a:lnTo>
                  <a:pt x="6848327" y="6926192"/>
                </a:lnTo>
                <a:lnTo>
                  <a:pt x="0" y="6926192"/>
                </a:lnTo>
                <a:lnTo>
                  <a:pt x="0" y="0"/>
                </a:lnTo>
                <a:close/>
              </a:path>
            </a:pathLst>
          </a:custGeom>
          <a:blipFill>
            <a:blip r:embed="rId2"/>
            <a:stretch>
              <a:fillRect l="-1079" r="-1079"/>
            </a:stretch>
          </a:blipFill>
        </p:spPr>
        <p:txBody>
          <a:bodyPr/>
          <a:lstStyle/>
          <a:p>
            <a:endParaRPr lang="en-VN"/>
          </a:p>
        </p:txBody>
      </p:sp>
      <p:sp>
        <p:nvSpPr>
          <p:cNvPr id="6" name="Freeform 6"/>
          <p:cNvSpPr/>
          <p:nvPr/>
        </p:nvSpPr>
        <p:spPr>
          <a:xfrm>
            <a:off x="16391451" y="-1599805"/>
            <a:ext cx="1735697" cy="4114800"/>
          </a:xfrm>
          <a:custGeom>
            <a:avLst/>
            <a:gdLst/>
            <a:ahLst/>
            <a:cxnLst/>
            <a:rect l="l" t="t" r="r" b="b"/>
            <a:pathLst>
              <a:path w="1735697" h="4114800">
                <a:moveTo>
                  <a:pt x="0" y="0"/>
                </a:moveTo>
                <a:lnTo>
                  <a:pt x="1735698" y="0"/>
                </a:lnTo>
                <a:lnTo>
                  <a:pt x="1735698"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VN"/>
          </a:p>
        </p:txBody>
      </p:sp>
      <p:sp>
        <p:nvSpPr>
          <p:cNvPr id="7" name="Freeform 7"/>
          <p:cNvSpPr/>
          <p:nvPr/>
        </p:nvSpPr>
        <p:spPr>
          <a:xfrm>
            <a:off x="-291324" y="6610802"/>
            <a:ext cx="3164787" cy="4716749"/>
          </a:xfrm>
          <a:custGeom>
            <a:avLst/>
            <a:gdLst/>
            <a:ahLst/>
            <a:cxnLst/>
            <a:rect l="l" t="t" r="r" b="b"/>
            <a:pathLst>
              <a:path w="3164787" h="4716749">
                <a:moveTo>
                  <a:pt x="0" y="0"/>
                </a:moveTo>
                <a:lnTo>
                  <a:pt x="3164786" y="0"/>
                </a:lnTo>
                <a:lnTo>
                  <a:pt x="3164786" y="4716749"/>
                </a:lnTo>
                <a:lnTo>
                  <a:pt x="0" y="471674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VN"/>
          </a:p>
        </p:txBody>
      </p:sp>
      <p:sp>
        <p:nvSpPr>
          <p:cNvPr id="9" name="TextBox 9"/>
          <p:cNvSpPr txBox="1"/>
          <p:nvPr/>
        </p:nvSpPr>
        <p:spPr>
          <a:xfrm>
            <a:off x="457200" y="457595"/>
            <a:ext cx="13420196" cy="5554854"/>
          </a:xfrm>
          <a:prstGeom prst="rect">
            <a:avLst/>
          </a:prstGeom>
        </p:spPr>
        <p:txBody>
          <a:bodyPr wrap="square" lIns="0" tIns="0" rIns="0" bIns="0" rtlCol="0" anchor="t">
            <a:spAutoFit/>
          </a:bodyPr>
          <a:lstStyle/>
          <a:p>
            <a:pPr algn="just">
              <a:lnSpc>
                <a:spcPct val="150000"/>
              </a:lnSpc>
              <a:spcBef>
                <a:spcPts val="600"/>
              </a:spcBef>
              <a:spcAft>
                <a:spcPts val="600"/>
              </a:spcAft>
              <a:buNone/>
            </a:pPr>
            <a:r>
              <a:rPr lang="hy-AM" sz="6000" b="1"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A. </a:t>
            </a:r>
            <a:r>
              <a:rPr lang="en-US" sz="6000" b="1"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DANH TỪ</a:t>
            </a:r>
            <a:endParaRPr lang="en-VN" sz="6000" kern="100">
              <a:solidFill>
                <a:schemeClr val="accent2"/>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Bef>
                <a:spcPts val="600"/>
              </a:spcBef>
              <a:spcAft>
                <a:spcPts val="600"/>
              </a:spcAft>
            </a:pPr>
            <a:r>
              <a:rPr lang="en-US" sz="6000" b="1" kern="100">
                <a:effectLst/>
                <a:latin typeface="American Typewriter" panose="02090604020004020304" pitchFamily="18" charset="77"/>
                <a:ea typeface="Calibri" panose="020F0502020204030204" pitchFamily="34" charset="0"/>
                <a:cs typeface="Times New Roman" panose="02020603050405020304" pitchFamily="18" charset="0"/>
              </a:rPr>
              <a:t>Danh từ </a:t>
            </a:r>
            <a:r>
              <a:rPr lang="en-US" sz="6000" kern="100">
                <a:effectLst/>
                <a:latin typeface="American Typewriter" panose="02090604020004020304" pitchFamily="18" charset="77"/>
                <a:ea typeface="Calibri" panose="020F0502020204030204" pitchFamily="34" charset="0"/>
                <a:cs typeface="Times New Roman" panose="02020603050405020304" pitchFamily="18" charset="0"/>
              </a:rPr>
              <a:t>là từ dùng để </a:t>
            </a:r>
            <a:r>
              <a:rPr lang="en-US" sz="6000" b="1" kern="100">
                <a:effectLst/>
                <a:latin typeface="American Typewriter" panose="02090604020004020304" pitchFamily="18" charset="77"/>
                <a:ea typeface="Calibri" panose="020F0502020204030204" pitchFamily="34" charset="0"/>
                <a:cs typeface="Times New Roman" panose="02020603050405020304" pitchFamily="18" charset="0"/>
              </a:rPr>
              <a:t>chỉ người, sự vật, địa điểm, hiện tượng, khái niệm, cảm xúc</a:t>
            </a:r>
            <a:r>
              <a:rPr lang="en-US" sz="6000" kern="100">
                <a:effectLst/>
                <a:latin typeface="American Typewriter" panose="02090604020004020304" pitchFamily="18" charset="77"/>
                <a:ea typeface="Calibri" panose="020F0502020204030204" pitchFamily="34" charset="0"/>
                <a:cs typeface="Times New Roman" panose="02020603050405020304" pitchFamily="18" charset="0"/>
              </a:rPr>
              <a:t> hoặc </a:t>
            </a:r>
            <a:r>
              <a:rPr lang="en-US" sz="6000" b="1" kern="100">
                <a:effectLst/>
                <a:latin typeface="American Typewriter" panose="02090604020004020304" pitchFamily="18" charset="77"/>
                <a:ea typeface="Calibri" panose="020F0502020204030204" pitchFamily="34" charset="0"/>
                <a:cs typeface="Times New Roman" panose="02020603050405020304" pitchFamily="18" charset="0"/>
              </a:rPr>
              <a:t>hoạt động</a:t>
            </a:r>
            <a:r>
              <a:rPr lang="en-US" sz="6000" kern="100">
                <a:effectLst/>
                <a:latin typeface="American Typewriter" panose="02090604020004020304" pitchFamily="18" charset="77"/>
                <a:ea typeface="Calibri" panose="020F0502020204030204" pitchFamily="34" charset="0"/>
                <a:cs typeface="Times New Roman" panose="02020603050405020304" pitchFamily="18" charset="0"/>
              </a:rPr>
              <a:t>.</a:t>
            </a:r>
            <a:endParaRPr lang="en-VN" sz="6000" kern="10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p:tgtEl>
                                          <p:spTgt spid="9">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 calcmode="lin" valueType="num">
                                      <p:cBhvr additive="base">
                                        <p:cTn id="13" dur="500"/>
                                        <p:tgtEl>
                                          <p:spTgt spid="9">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9F0F7-182F-AEE9-ECCC-CB051C199604}"/>
            </a:ext>
          </a:extLst>
        </p:cNvPr>
        <p:cNvGrpSpPr/>
        <p:nvPr/>
      </p:nvGrpSpPr>
      <p:grpSpPr>
        <a:xfrm>
          <a:off x="0" y="0"/>
          <a:ext cx="0" cy="0"/>
          <a:chOff x="0" y="0"/>
          <a:chExt cx="0" cy="0"/>
        </a:xfrm>
      </p:grpSpPr>
      <p:sp>
        <p:nvSpPr>
          <p:cNvPr id="6" name="Freeform 6">
            <a:extLst>
              <a:ext uri="{FF2B5EF4-FFF2-40B4-BE49-F238E27FC236}">
                <a16:creationId xmlns:a16="http://schemas.microsoft.com/office/drawing/2014/main" id="{CD527563-F0BB-5C55-7B52-8706E826007A}"/>
              </a:ext>
            </a:extLst>
          </p:cNvPr>
          <p:cNvSpPr/>
          <p:nvPr/>
        </p:nvSpPr>
        <p:spPr>
          <a:xfrm>
            <a:off x="16391451" y="-1599805"/>
            <a:ext cx="1735697" cy="4114800"/>
          </a:xfrm>
          <a:custGeom>
            <a:avLst/>
            <a:gdLst/>
            <a:ahLst/>
            <a:cxnLst/>
            <a:rect l="l" t="t" r="r" b="b"/>
            <a:pathLst>
              <a:path w="1735697" h="4114800">
                <a:moveTo>
                  <a:pt x="0" y="0"/>
                </a:moveTo>
                <a:lnTo>
                  <a:pt x="1735698" y="0"/>
                </a:lnTo>
                <a:lnTo>
                  <a:pt x="1735698"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VN"/>
          </a:p>
        </p:txBody>
      </p:sp>
      <p:sp>
        <p:nvSpPr>
          <p:cNvPr id="9" name="TextBox 9">
            <a:extLst>
              <a:ext uri="{FF2B5EF4-FFF2-40B4-BE49-F238E27FC236}">
                <a16:creationId xmlns:a16="http://schemas.microsoft.com/office/drawing/2014/main" id="{663234EC-1E36-963E-2889-4B888495F2D3}"/>
              </a:ext>
            </a:extLst>
          </p:cNvPr>
          <p:cNvSpPr txBox="1"/>
          <p:nvPr/>
        </p:nvSpPr>
        <p:spPr>
          <a:xfrm>
            <a:off x="381000" y="306278"/>
            <a:ext cx="17526000" cy="9674443"/>
          </a:xfrm>
          <a:prstGeom prst="rect">
            <a:avLst/>
          </a:prstGeom>
        </p:spPr>
        <p:txBody>
          <a:bodyPr wrap="square" lIns="0" tIns="0" rIns="0" bIns="0" rtlCol="0" anchor="t">
            <a:spAutoFit/>
          </a:bodyPr>
          <a:lstStyle/>
          <a:p>
            <a:pPr algn="ctr">
              <a:lnSpc>
                <a:spcPct val="150000"/>
              </a:lnSpc>
              <a:spcBef>
                <a:spcPts val="600"/>
              </a:spcBef>
              <a:spcAft>
                <a:spcPts val="600"/>
              </a:spcAft>
              <a:buNone/>
            </a:pPr>
            <a:r>
              <a:rPr lang="en-US" sz="5000" b="1"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CÁCH NHẬN DẠNG DANH TỪ</a:t>
            </a:r>
            <a:endParaRPr lang="en-VN" sz="5000" kern="100">
              <a:solidFill>
                <a:schemeClr val="accent2"/>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Bef>
                <a:spcPts val="600"/>
              </a:spcBef>
              <a:spcAft>
                <a:spcPts val="600"/>
              </a:spcAft>
            </a:pPr>
            <a:r>
              <a:rPr lang="vi-VN" sz="4000" b="1" kern="100">
                <a:solidFill>
                  <a:schemeClr val="tx2">
                    <a:lumMod val="40000"/>
                    <a:lumOff val="60000"/>
                  </a:schemeClr>
                </a:solidFill>
                <a:latin typeface="American Typewriter" panose="02090604020004020304" pitchFamily="18" charset="77"/>
                <a:ea typeface="Calibri" panose="020F0502020204030204" pitchFamily="34" charset="0"/>
                <a:cs typeface="Times New Roman" panose="02020603050405020304" pitchFamily="18" charset="0"/>
              </a:rPr>
              <a:t>CÁCH 01: XEM VỊ TRÍ TRONG CÂU </a:t>
            </a:r>
          </a:p>
          <a:p>
            <a:pPr algn="just">
              <a:lnSpc>
                <a:spcPct val="150000"/>
              </a:lnSpc>
              <a:spcBef>
                <a:spcPts val="600"/>
              </a:spcBef>
              <a:spcAft>
                <a:spcPts val="600"/>
              </a:spcAft>
            </a:pPr>
            <a:r>
              <a:rPr lang="vi-VN" sz="4000" kern="100">
                <a:latin typeface="American Typewriter" panose="02090604020004020304" pitchFamily="18" charset="77"/>
                <a:ea typeface="Calibri" panose="020F0502020204030204" pitchFamily="34" charset="0"/>
                <a:cs typeface="Times New Roman" panose="02020603050405020304" pitchFamily="18" charset="0"/>
              </a:rPr>
              <a:t>Danh từ thường giữ các vị trí cố định:</a:t>
            </a:r>
          </a:p>
          <a:p>
            <a:pPr algn="just">
              <a:lnSpc>
                <a:spcPct val="150000"/>
              </a:lnSpc>
              <a:spcBef>
                <a:spcPts val="600"/>
              </a:spcBef>
              <a:spcAft>
                <a:spcPts val="600"/>
              </a:spcAft>
            </a:pPr>
            <a:r>
              <a:rPr lang="vi-VN" sz="4000" kern="100">
                <a:latin typeface="American Typewriter" panose="02090604020004020304" pitchFamily="18" charset="77"/>
                <a:ea typeface="Calibri" panose="020F0502020204030204" pitchFamily="34" charset="0"/>
                <a:cs typeface="Times New Roman" panose="02020603050405020304" pitchFamily="18" charset="0"/>
              </a:rPr>
              <a:t>• Là </a:t>
            </a:r>
            <a:r>
              <a:rPr lang="vi-VN" sz="4000" b="1" kern="100">
                <a:latin typeface="American Typewriter" panose="02090604020004020304" pitchFamily="18" charset="77"/>
                <a:ea typeface="Calibri" panose="020F0502020204030204" pitchFamily="34" charset="0"/>
                <a:cs typeface="Times New Roman" panose="02020603050405020304" pitchFamily="18" charset="0"/>
              </a:rPr>
              <a:t>CHỦ NGỮ</a:t>
            </a:r>
          </a:p>
          <a:p>
            <a:pPr algn="just">
              <a:lnSpc>
                <a:spcPct val="150000"/>
              </a:lnSpc>
              <a:spcBef>
                <a:spcPts val="600"/>
              </a:spcBef>
              <a:spcAft>
                <a:spcPts val="600"/>
              </a:spcAft>
            </a:pPr>
            <a:r>
              <a:rPr lang="vi-VN" sz="4000" kern="100">
                <a:latin typeface="American Typewriter" panose="02090604020004020304" pitchFamily="18" charset="77"/>
                <a:ea typeface="Calibri" panose="020F0502020204030204" pitchFamily="34" charset="0"/>
                <a:cs typeface="Times New Roman" panose="02020603050405020304" pitchFamily="18" charset="0"/>
              </a:rPr>
              <a:t>Ex: </a:t>
            </a:r>
            <a:r>
              <a:rPr lang="vi-VN" sz="4000" b="1" kern="100">
                <a:solidFill>
                  <a:schemeClr val="accent6"/>
                </a:solidFill>
                <a:latin typeface="American Typewriter" panose="02090604020004020304" pitchFamily="18" charset="77"/>
                <a:ea typeface="Calibri" panose="020F0502020204030204" pitchFamily="34" charset="0"/>
                <a:cs typeface="Times New Roman" panose="02020603050405020304" pitchFamily="18" charset="0"/>
              </a:rPr>
              <a:t>Technology</a:t>
            </a:r>
            <a:r>
              <a:rPr lang="vi-VN" sz="4000" kern="100">
                <a:latin typeface="American Typewriter" panose="02090604020004020304" pitchFamily="18" charset="77"/>
                <a:ea typeface="Calibri" panose="020F0502020204030204" pitchFamily="34" charset="0"/>
                <a:cs typeface="Times New Roman" panose="02020603050405020304" pitchFamily="18" charset="0"/>
              </a:rPr>
              <a:t> changes our lives.</a:t>
            </a:r>
          </a:p>
          <a:p>
            <a:pPr algn="just">
              <a:lnSpc>
                <a:spcPct val="150000"/>
              </a:lnSpc>
              <a:spcBef>
                <a:spcPts val="600"/>
              </a:spcBef>
              <a:spcAft>
                <a:spcPts val="600"/>
              </a:spcAft>
            </a:pPr>
            <a:r>
              <a:rPr lang="vi-VN" sz="4000" kern="100">
                <a:latin typeface="American Typewriter" panose="02090604020004020304" pitchFamily="18" charset="77"/>
                <a:ea typeface="Calibri" panose="020F0502020204030204" pitchFamily="34" charset="0"/>
                <a:cs typeface="Times New Roman" panose="02020603050405020304" pitchFamily="18" charset="0"/>
              </a:rPr>
              <a:t>• Là </a:t>
            </a:r>
            <a:r>
              <a:rPr lang="vi-VN" sz="4000" b="1" kern="100">
                <a:latin typeface="American Typewriter" panose="02090604020004020304" pitchFamily="18" charset="77"/>
                <a:ea typeface="Calibri" panose="020F0502020204030204" pitchFamily="34" charset="0"/>
                <a:cs typeface="Times New Roman" panose="02020603050405020304" pitchFamily="18" charset="0"/>
              </a:rPr>
              <a:t>TÂN NGỮ</a:t>
            </a:r>
          </a:p>
          <a:p>
            <a:pPr algn="just">
              <a:lnSpc>
                <a:spcPct val="150000"/>
              </a:lnSpc>
              <a:spcBef>
                <a:spcPts val="600"/>
              </a:spcBef>
              <a:spcAft>
                <a:spcPts val="600"/>
              </a:spcAft>
            </a:pPr>
            <a:r>
              <a:rPr lang="vi-VN" sz="4000" kern="100">
                <a:latin typeface="American Typewriter" panose="02090604020004020304" pitchFamily="18" charset="77"/>
                <a:ea typeface="Calibri" panose="020F0502020204030204" pitchFamily="34" charset="0"/>
                <a:cs typeface="Times New Roman" panose="02020603050405020304" pitchFamily="18" charset="0"/>
              </a:rPr>
              <a:t>Ex: They discussed the </a:t>
            </a:r>
            <a:r>
              <a:rPr lang="vi-VN" sz="4000" b="1" kern="100">
                <a:solidFill>
                  <a:schemeClr val="accent6"/>
                </a:solidFill>
                <a:latin typeface="American Typewriter" panose="02090604020004020304" pitchFamily="18" charset="77"/>
                <a:ea typeface="Calibri" panose="020F0502020204030204" pitchFamily="34" charset="0"/>
                <a:cs typeface="Times New Roman" panose="02020603050405020304" pitchFamily="18" charset="0"/>
              </a:rPr>
              <a:t>problem</a:t>
            </a:r>
            <a:r>
              <a:rPr lang="vi-VN" sz="4000" kern="100">
                <a:latin typeface="American Typewriter" panose="02090604020004020304" pitchFamily="18" charset="77"/>
                <a:ea typeface="Calibri" panose="020F0502020204030204" pitchFamily="34" charset="0"/>
                <a:cs typeface="Times New Roman" panose="02020603050405020304" pitchFamily="18" charset="0"/>
              </a:rPr>
              <a:t>.</a:t>
            </a:r>
          </a:p>
          <a:p>
            <a:pPr algn="just">
              <a:lnSpc>
                <a:spcPct val="150000"/>
              </a:lnSpc>
              <a:spcBef>
                <a:spcPts val="600"/>
              </a:spcBef>
              <a:spcAft>
                <a:spcPts val="600"/>
              </a:spcAft>
            </a:pPr>
            <a:r>
              <a:rPr lang="vi-VN" sz="4000" kern="100">
                <a:latin typeface="American Typewriter" panose="02090604020004020304" pitchFamily="18" charset="77"/>
                <a:ea typeface="Calibri" panose="020F0502020204030204" pitchFamily="34" charset="0"/>
                <a:cs typeface="Times New Roman" panose="02020603050405020304" pitchFamily="18" charset="0"/>
              </a:rPr>
              <a:t>• Sau </a:t>
            </a:r>
            <a:r>
              <a:rPr lang="vi-VN" sz="4000" b="1" kern="100">
                <a:latin typeface="American Typewriter" panose="02090604020004020304" pitchFamily="18" charset="77"/>
                <a:ea typeface="Calibri" panose="020F0502020204030204" pitchFamily="34" charset="0"/>
                <a:cs typeface="Times New Roman" panose="02020603050405020304" pitchFamily="18" charset="0"/>
              </a:rPr>
              <a:t>GIỚI TỪ</a:t>
            </a:r>
          </a:p>
          <a:p>
            <a:pPr algn="just">
              <a:lnSpc>
                <a:spcPct val="150000"/>
              </a:lnSpc>
              <a:spcBef>
                <a:spcPts val="600"/>
              </a:spcBef>
              <a:spcAft>
                <a:spcPts val="600"/>
              </a:spcAft>
            </a:pPr>
            <a:r>
              <a:rPr lang="vi-VN" sz="4000" kern="100">
                <a:latin typeface="American Typewriter" panose="02090604020004020304" pitchFamily="18" charset="77"/>
                <a:ea typeface="Calibri" panose="020F0502020204030204" pitchFamily="34" charset="0"/>
                <a:cs typeface="Times New Roman" panose="02020603050405020304" pitchFamily="18" charset="0"/>
              </a:rPr>
              <a:t>Ex: He is interested in </a:t>
            </a:r>
            <a:r>
              <a:rPr lang="vi-VN" sz="4000" b="1" kern="100">
                <a:solidFill>
                  <a:schemeClr val="accent6"/>
                </a:solidFill>
                <a:latin typeface="American Typewriter" panose="02090604020004020304" pitchFamily="18" charset="77"/>
                <a:ea typeface="Calibri" panose="020F0502020204030204" pitchFamily="34" charset="0"/>
                <a:cs typeface="Times New Roman" panose="02020603050405020304" pitchFamily="18" charset="0"/>
              </a:rPr>
              <a:t>music</a:t>
            </a:r>
            <a:r>
              <a:rPr lang="vi-VN" sz="4000" kern="100">
                <a:latin typeface="American Typewriter" panose="02090604020004020304" pitchFamily="18" charset="77"/>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1230447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strips(downLeft)">
                                      <p:cBhvr>
                                        <p:cTn id="7" dur="500"/>
                                        <p:tgtEl>
                                          <p:spTgt spid="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strips(downLeft)">
                                      <p:cBhvr>
                                        <p:cTn id="12" dur="500"/>
                                        <p:tgtEl>
                                          <p:spTgt spid="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animEffect transition="in" filter="strips(downLeft)">
                                      <p:cBhvr>
                                        <p:cTn id="17" dur="500"/>
                                        <p:tgtEl>
                                          <p:spTgt spid="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nodeType="clickEffect">
                                  <p:stCondLst>
                                    <p:cond delay="0"/>
                                  </p:stCondLst>
                                  <p:childTnLst>
                                    <p:set>
                                      <p:cBhvr>
                                        <p:cTn id="21" dur="1" fill="hold">
                                          <p:stCondLst>
                                            <p:cond delay="0"/>
                                          </p:stCondLst>
                                        </p:cTn>
                                        <p:tgtEl>
                                          <p:spTgt spid="9">
                                            <p:txEl>
                                              <p:pRg st="4" end="4"/>
                                            </p:txEl>
                                          </p:spTgt>
                                        </p:tgtEl>
                                        <p:attrNameLst>
                                          <p:attrName>style.visibility</p:attrName>
                                        </p:attrNameLst>
                                      </p:cBhvr>
                                      <p:to>
                                        <p:strVal val="visible"/>
                                      </p:to>
                                    </p:set>
                                    <p:animEffect transition="in" filter="strips(downLeft)">
                                      <p:cBhvr>
                                        <p:cTn id="22" dur="500"/>
                                        <p:tgtEl>
                                          <p:spTgt spid="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nodeType="clickEffect">
                                  <p:stCondLst>
                                    <p:cond delay="0"/>
                                  </p:stCondLst>
                                  <p:childTnLst>
                                    <p:set>
                                      <p:cBhvr>
                                        <p:cTn id="26" dur="1" fill="hold">
                                          <p:stCondLst>
                                            <p:cond delay="0"/>
                                          </p:stCondLst>
                                        </p:cTn>
                                        <p:tgtEl>
                                          <p:spTgt spid="9">
                                            <p:txEl>
                                              <p:pRg st="5" end="5"/>
                                            </p:txEl>
                                          </p:spTgt>
                                        </p:tgtEl>
                                        <p:attrNameLst>
                                          <p:attrName>style.visibility</p:attrName>
                                        </p:attrNameLst>
                                      </p:cBhvr>
                                      <p:to>
                                        <p:strVal val="visible"/>
                                      </p:to>
                                    </p:set>
                                    <p:animEffect transition="in" filter="strips(downLeft)">
                                      <p:cBhvr>
                                        <p:cTn id="27" dur="500"/>
                                        <p:tgtEl>
                                          <p:spTgt spid="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12" fill="hold" nodeType="clickEffect">
                                  <p:stCondLst>
                                    <p:cond delay="0"/>
                                  </p:stCondLst>
                                  <p:childTnLst>
                                    <p:set>
                                      <p:cBhvr>
                                        <p:cTn id="31" dur="1" fill="hold">
                                          <p:stCondLst>
                                            <p:cond delay="0"/>
                                          </p:stCondLst>
                                        </p:cTn>
                                        <p:tgtEl>
                                          <p:spTgt spid="9">
                                            <p:txEl>
                                              <p:pRg st="6" end="6"/>
                                            </p:txEl>
                                          </p:spTgt>
                                        </p:tgtEl>
                                        <p:attrNameLst>
                                          <p:attrName>style.visibility</p:attrName>
                                        </p:attrNameLst>
                                      </p:cBhvr>
                                      <p:to>
                                        <p:strVal val="visible"/>
                                      </p:to>
                                    </p:set>
                                    <p:animEffect transition="in" filter="strips(downLeft)">
                                      <p:cBhvr>
                                        <p:cTn id="32" dur="500"/>
                                        <p:tgtEl>
                                          <p:spTgt spid="9">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12" fill="hold" nodeType="clickEffect">
                                  <p:stCondLst>
                                    <p:cond delay="0"/>
                                  </p:stCondLst>
                                  <p:childTnLst>
                                    <p:set>
                                      <p:cBhvr>
                                        <p:cTn id="36" dur="1" fill="hold">
                                          <p:stCondLst>
                                            <p:cond delay="0"/>
                                          </p:stCondLst>
                                        </p:cTn>
                                        <p:tgtEl>
                                          <p:spTgt spid="9">
                                            <p:txEl>
                                              <p:pRg st="7" end="7"/>
                                            </p:txEl>
                                          </p:spTgt>
                                        </p:tgtEl>
                                        <p:attrNameLst>
                                          <p:attrName>style.visibility</p:attrName>
                                        </p:attrNameLst>
                                      </p:cBhvr>
                                      <p:to>
                                        <p:strVal val="visible"/>
                                      </p:to>
                                    </p:set>
                                    <p:animEffect transition="in" filter="strips(downLeft)">
                                      <p:cBhvr>
                                        <p:cTn id="37" dur="500"/>
                                        <p:tgtEl>
                                          <p:spTgt spid="9">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12" fill="hold" nodeType="clickEffect">
                                  <p:stCondLst>
                                    <p:cond delay="0"/>
                                  </p:stCondLst>
                                  <p:childTnLst>
                                    <p:set>
                                      <p:cBhvr>
                                        <p:cTn id="41" dur="1" fill="hold">
                                          <p:stCondLst>
                                            <p:cond delay="0"/>
                                          </p:stCondLst>
                                        </p:cTn>
                                        <p:tgtEl>
                                          <p:spTgt spid="9">
                                            <p:txEl>
                                              <p:pRg st="8" end="8"/>
                                            </p:txEl>
                                          </p:spTgt>
                                        </p:tgtEl>
                                        <p:attrNameLst>
                                          <p:attrName>style.visibility</p:attrName>
                                        </p:attrNameLst>
                                      </p:cBhvr>
                                      <p:to>
                                        <p:strVal val="visible"/>
                                      </p:to>
                                    </p:set>
                                    <p:animEffect transition="in" filter="strips(downLeft)">
                                      <p:cBhvr>
                                        <p:cTn id="42" dur="500"/>
                                        <p:tgtEl>
                                          <p:spTgt spid="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872DB-292C-E2CC-FE5E-AB1A8D8B438C}"/>
            </a:ext>
          </a:extLst>
        </p:cNvPr>
        <p:cNvGrpSpPr/>
        <p:nvPr/>
      </p:nvGrpSpPr>
      <p:grpSpPr>
        <a:xfrm>
          <a:off x="0" y="0"/>
          <a:ext cx="0" cy="0"/>
          <a:chOff x="0" y="0"/>
          <a:chExt cx="0" cy="0"/>
        </a:xfrm>
      </p:grpSpPr>
      <p:sp>
        <p:nvSpPr>
          <p:cNvPr id="6" name="Freeform 6">
            <a:extLst>
              <a:ext uri="{FF2B5EF4-FFF2-40B4-BE49-F238E27FC236}">
                <a16:creationId xmlns:a16="http://schemas.microsoft.com/office/drawing/2014/main" id="{2C6B03A4-2318-F081-8EB1-94CB54EDA969}"/>
              </a:ext>
            </a:extLst>
          </p:cNvPr>
          <p:cNvSpPr/>
          <p:nvPr/>
        </p:nvSpPr>
        <p:spPr>
          <a:xfrm>
            <a:off x="16391451" y="-1599805"/>
            <a:ext cx="1735697" cy="4114800"/>
          </a:xfrm>
          <a:custGeom>
            <a:avLst/>
            <a:gdLst/>
            <a:ahLst/>
            <a:cxnLst/>
            <a:rect l="l" t="t" r="r" b="b"/>
            <a:pathLst>
              <a:path w="1735697" h="4114800">
                <a:moveTo>
                  <a:pt x="0" y="0"/>
                </a:moveTo>
                <a:lnTo>
                  <a:pt x="1735698" y="0"/>
                </a:lnTo>
                <a:lnTo>
                  <a:pt x="1735698"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VN"/>
          </a:p>
        </p:txBody>
      </p:sp>
      <p:sp>
        <p:nvSpPr>
          <p:cNvPr id="9" name="TextBox 9">
            <a:extLst>
              <a:ext uri="{FF2B5EF4-FFF2-40B4-BE49-F238E27FC236}">
                <a16:creationId xmlns:a16="http://schemas.microsoft.com/office/drawing/2014/main" id="{44771FE2-28E4-93F6-EA2E-8801171151D6}"/>
              </a:ext>
            </a:extLst>
          </p:cNvPr>
          <p:cNvSpPr txBox="1"/>
          <p:nvPr/>
        </p:nvSpPr>
        <p:spPr>
          <a:xfrm>
            <a:off x="381000" y="957899"/>
            <a:ext cx="17526000" cy="8371202"/>
          </a:xfrm>
          <a:prstGeom prst="rect">
            <a:avLst/>
          </a:prstGeom>
        </p:spPr>
        <p:txBody>
          <a:bodyPr wrap="square" lIns="0" tIns="0" rIns="0" bIns="0" rtlCol="0" anchor="t">
            <a:spAutoFit/>
          </a:bodyPr>
          <a:lstStyle/>
          <a:p>
            <a:pPr algn="just">
              <a:lnSpc>
                <a:spcPct val="150000"/>
              </a:lnSpc>
              <a:spcBef>
                <a:spcPts val="600"/>
              </a:spcBef>
              <a:spcAft>
                <a:spcPts val="600"/>
              </a:spcAft>
            </a:pPr>
            <a:r>
              <a:rPr lang="vi-VN" sz="4000" kern="100">
                <a:latin typeface="American Typewriter" panose="02090604020004020304" pitchFamily="18" charset="77"/>
                <a:ea typeface="Calibri" panose="020F0502020204030204" pitchFamily="34" charset="0"/>
                <a:cs typeface="Times New Roman" panose="02020603050405020304" pitchFamily="18" charset="0"/>
              </a:rPr>
              <a:t>• Đứng sau </a:t>
            </a:r>
            <a:r>
              <a:rPr lang="vi-VN" sz="4000" b="1" kern="100">
                <a:latin typeface="American Typewriter" panose="02090604020004020304" pitchFamily="18" charset="77"/>
                <a:ea typeface="Calibri" panose="020F0502020204030204" pitchFamily="34" charset="0"/>
                <a:cs typeface="Times New Roman" panose="02020603050405020304" pitchFamily="18" charset="0"/>
              </a:rPr>
              <a:t>MẠO TỪ</a:t>
            </a:r>
          </a:p>
          <a:p>
            <a:pPr algn="just">
              <a:lnSpc>
                <a:spcPct val="150000"/>
              </a:lnSpc>
              <a:spcBef>
                <a:spcPts val="600"/>
              </a:spcBef>
              <a:spcAft>
                <a:spcPts val="600"/>
              </a:spcAft>
            </a:pPr>
            <a:r>
              <a:rPr lang="vi-VN" sz="4000" kern="100">
                <a:latin typeface="American Typewriter" panose="02090604020004020304" pitchFamily="18" charset="77"/>
                <a:ea typeface="Calibri" panose="020F0502020204030204" pitchFamily="34" charset="0"/>
                <a:cs typeface="Times New Roman" panose="02020603050405020304" pitchFamily="18" charset="0"/>
              </a:rPr>
              <a:t>Ex: We have to write </a:t>
            </a:r>
            <a:r>
              <a:rPr lang="vi-VN" sz="4000" b="1" kern="100">
                <a:solidFill>
                  <a:srgbClr val="FF0000"/>
                </a:solidFill>
                <a:latin typeface="American Typewriter" panose="02090604020004020304" pitchFamily="18" charset="77"/>
                <a:ea typeface="Calibri" panose="020F0502020204030204" pitchFamily="34" charset="0"/>
                <a:cs typeface="Times New Roman" panose="02020603050405020304" pitchFamily="18" charset="0"/>
              </a:rPr>
              <a:t>an</a:t>
            </a:r>
            <a:r>
              <a:rPr lang="vi-VN" sz="4000" kern="100">
                <a:latin typeface="American Typewriter" panose="02090604020004020304" pitchFamily="18" charset="77"/>
                <a:ea typeface="Calibri" panose="020F0502020204030204" pitchFamily="34" charset="0"/>
                <a:cs typeface="Times New Roman" panose="02020603050405020304" pitchFamily="18" charset="0"/>
              </a:rPr>
              <a:t> </a:t>
            </a:r>
            <a:r>
              <a:rPr lang="vi-VN" sz="4000" b="1" kern="100">
                <a:solidFill>
                  <a:schemeClr val="accent6"/>
                </a:solidFill>
                <a:latin typeface="American Typewriter" panose="02090604020004020304" pitchFamily="18" charset="77"/>
                <a:ea typeface="Calibri" panose="020F0502020204030204" pitchFamily="34" charset="0"/>
                <a:cs typeface="Times New Roman" panose="02020603050405020304" pitchFamily="18" charset="0"/>
              </a:rPr>
              <a:t>essay</a:t>
            </a:r>
            <a:r>
              <a:rPr lang="vi-VN" sz="4000" kern="100">
                <a:latin typeface="American Typewriter" panose="02090604020004020304" pitchFamily="18" charset="77"/>
                <a:ea typeface="Calibri" panose="020F0502020204030204" pitchFamily="34" charset="0"/>
                <a:cs typeface="Times New Roman" panose="02020603050405020304" pitchFamily="18" charset="0"/>
              </a:rPr>
              <a:t>.</a:t>
            </a:r>
          </a:p>
          <a:p>
            <a:pPr algn="just">
              <a:lnSpc>
                <a:spcPct val="150000"/>
              </a:lnSpc>
              <a:spcBef>
                <a:spcPts val="600"/>
              </a:spcBef>
              <a:spcAft>
                <a:spcPts val="600"/>
              </a:spcAft>
            </a:pPr>
            <a:r>
              <a:rPr lang="vi-VN" sz="4000" kern="100">
                <a:latin typeface="American Typewriter" panose="02090604020004020304" pitchFamily="18" charset="77"/>
                <a:ea typeface="Calibri" panose="020F0502020204030204" pitchFamily="34" charset="0"/>
                <a:cs typeface="Times New Roman" panose="02020603050405020304" pitchFamily="18" charset="0"/>
              </a:rPr>
              <a:t>• Đứng sau </a:t>
            </a:r>
            <a:r>
              <a:rPr lang="vi-VN" sz="4000" b="1" kern="100">
                <a:latin typeface="American Typewriter" panose="02090604020004020304" pitchFamily="18" charset="77"/>
                <a:ea typeface="Calibri" panose="020F0502020204030204" pitchFamily="34" charset="0"/>
                <a:cs typeface="Times New Roman" panose="02020603050405020304" pitchFamily="18" charset="0"/>
              </a:rPr>
              <a:t>TÍNH TỪ</a:t>
            </a:r>
          </a:p>
          <a:p>
            <a:pPr algn="just">
              <a:lnSpc>
                <a:spcPct val="150000"/>
              </a:lnSpc>
              <a:spcBef>
                <a:spcPts val="600"/>
              </a:spcBef>
              <a:spcAft>
                <a:spcPts val="600"/>
              </a:spcAft>
            </a:pPr>
            <a:r>
              <a:rPr lang="vi-VN" sz="4000" kern="100">
                <a:latin typeface="American Typewriter" panose="02090604020004020304" pitchFamily="18" charset="77"/>
                <a:ea typeface="Calibri" panose="020F0502020204030204" pitchFamily="34" charset="0"/>
                <a:cs typeface="Times New Roman" panose="02020603050405020304" pitchFamily="18" charset="0"/>
              </a:rPr>
              <a:t>Ex: Smoking has some </a:t>
            </a:r>
            <a:r>
              <a:rPr lang="vi-VN" sz="4000" b="1" kern="100">
                <a:solidFill>
                  <a:srgbClr val="FF0000"/>
                </a:solidFill>
                <a:latin typeface="American Typewriter" panose="02090604020004020304" pitchFamily="18" charset="77"/>
                <a:ea typeface="Calibri" panose="020F0502020204030204" pitchFamily="34" charset="0"/>
                <a:cs typeface="Times New Roman" panose="02020603050405020304" pitchFamily="18" charset="0"/>
              </a:rPr>
              <a:t>nagative</a:t>
            </a:r>
            <a:r>
              <a:rPr lang="vi-VN" sz="4000" kern="100">
                <a:latin typeface="American Typewriter" panose="02090604020004020304" pitchFamily="18" charset="77"/>
                <a:ea typeface="Calibri" panose="020F0502020204030204" pitchFamily="34" charset="0"/>
                <a:cs typeface="Times New Roman" panose="02020603050405020304" pitchFamily="18" charset="0"/>
              </a:rPr>
              <a:t> </a:t>
            </a:r>
            <a:r>
              <a:rPr lang="vi-VN" sz="4000" b="1" kern="100">
                <a:solidFill>
                  <a:schemeClr val="accent6"/>
                </a:solidFill>
                <a:latin typeface="American Typewriter" panose="02090604020004020304" pitchFamily="18" charset="77"/>
                <a:ea typeface="Calibri" panose="020F0502020204030204" pitchFamily="34" charset="0"/>
                <a:cs typeface="Times New Roman" panose="02020603050405020304" pitchFamily="18" charset="0"/>
              </a:rPr>
              <a:t>effects</a:t>
            </a:r>
            <a:r>
              <a:rPr lang="vi-VN" sz="4000" kern="100">
                <a:latin typeface="American Typewriter" panose="02090604020004020304" pitchFamily="18" charset="77"/>
                <a:ea typeface="Calibri" panose="020F0502020204030204" pitchFamily="34" charset="0"/>
                <a:cs typeface="Times New Roman" panose="02020603050405020304" pitchFamily="18" charset="0"/>
              </a:rPr>
              <a:t>.</a:t>
            </a:r>
          </a:p>
          <a:p>
            <a:pPr algn="just">
              <a:lnSpc>
                <a:spcPct val="150000"/>
              </a:lnSpc>
              <a:spcBef>
                <a:spcPts val="600"/>
              </a:spcBef>
              <a:spcAft>
                <a:spcPts val="600"/>
              </a:spcAft>
            </a:pPr>
            <a:r>
              <a:rPr lang="vi-VN" sz="4000" kern="100">
                <a:latin typeface="American Typewriter" panose="02090604020004020304" pitchFamily="18" charset="77"/>
                <a:ea typeface="Calibri" panose="020F0502020204030204" pitchFamily="34" charset="0"/>
                <a:cs typeface="Times New Roman" panose="02020603050405020304" pitchFamily="18" charset="0"/>
              </a:rPr>
              <a:t>• Đứng sau </a:t>
            </a:r>
            <a:r>
              <a:rPr lang="vi-VN" sz="4000" b="1" kern="100">
                <a:latin typeface="American Typewriter" panose="02090604020004020304" pitchFamily="18" charset="77"/>
                <a:ea typeface="Calibri" panose="020F0502020204030204" pitchFamily="34" charset="0"/>
                <a:cs typeface="Times New Roman" panose="02020603050405020304" pitchFamily="18" charset="0"/>
              </a:rPr>
              <a:t>TÍNH TỪ SỞ HỮU</a:t>
            </a:r>
          </a:p>
          <a:p>
            <a:pPr algn="just">
              <a:lnSpc>
                <a:spcPct val="150000"/>
              </a:lnSpc>
              <a:spcBef>
                <a:spcPts val="600"/>
              </a:spcBef>
              <a:spcAft>
                <a:spcPts val="600"/>
              </a:spcAft>
            </a:pPr>
            <a:r>
              <a:rPr lang="vi-VN" sz="4000" kern="100">
                <a:latin typeface="American Typewriter" panose="02090604020004020304" pitchFamily="18" charset="77"/>
                <a:ea typeface="Calibri" panose="020F0502020204030204" pitchFamily="34" charset="0"/>
                <a:cs typeface="Times New Roman" panose="02020603050405020304" pitchFamily="18" charset="0"/>
              </a:rPr>
              <a:t>Ex: I want to buy a gift for </a:t>
            </a:r>
            <a:r>
              <a:rPr lang="vi-VN" sz="4000" b="1" kern="100">
                <a:solidFill>
                  <a:srgbClr val="FF0000"/>
                </a:solidFill>
                <a:latin typeface="American Typewriter" panose="02090604020004020304" pitchFamily="18" charset="77"/>
                <a:ea typeface="Calibri" panose="020F0502020204030204" pitchFamily="34" charset="0"/>
                <a:cs typeface="Times New Roman" panose="02020603050405020304" pitchFamily="18" charset="0"/>
              </a:rPr>
              <a:t>my</a:t>
            </a:r>
            <a:r>
              <a:rPr lang="vi-VN" sz="4000" kern="100">
                <a:latin typeface="American Typewriter" panose="02090604020004020304" pitchFamily="18" charset="77"/>
                <a:ea typeface="Calibri" panose="020F0502020204030204" pitchFamily="34" charset="0"/>
                <a:cs typeface="Times New Roman" panose="02020603050405020304" pitchFamily="18" charset="0"/>
              </a:rPr>
              <a:t> </a:t>
            </a:r>
            <a:r>
              <a:rPr lang="vi-VN" sz="4000" b="1" kern="100">
                <a:solidFill>
                  <a:schemeClr val="accent6"/>
                </a:solidFill>
                <a:latin typeface="American Typewriter" panose="02090604020004020304" pitchFamily="18" charset="77"/>
                <a:ea typeface="Calibri" panose="020F0502020204030204" pitchFamily="34" charset="0"/>
                <a:cs typeface="Times New Roman" panose="02020603050405020304" pitchFamily="18" charset="0"/>
              </a:rPr>
              <a:t>father</a:t>
            </a:r>
            <a:r>
              <a:rPr lang="vi-VN" sz="4000" kern="100">
                <a:latin typeface="American Typewriter" panose="02090604020004020304" pitchFamily="18" charset="77"/>
                <a:ea typeface="Calibri" panose="020F0502020204030204" pitchFamily="34" charset="0"/>
                <a:cs typeface="Times New Roman" panose="02020603050405020304" pitchFamily="18" charset="0"/>
              </a:rPr>
              <a:t>. </a:t>
            </a:r>
          </a:p>
          <a:p>
            <a:pPr algn="just">
              <a:lnSpc>
                <a:spcPct val="150000"/>
              </a:lnSpc>
              <a:spcBef>
                <a:spcPts val="600"/>
              </a:spcBef>
              <a:spcAft>
                <a:spcPts val="600"/>
              </a:spcAft>
            </a:pPr>
            <a:r>
              <a:rPr lang="vi-VN" sz="4000" kern="100">
                <a:latin typeface="American Typewriter" panose="02090604020004020304" pitchFamily="18" charset="77"/>
                <a:ea typeface="Calibri" panose="020F0502020204030204" pitchFamily="34" charset="0"/>
                <a:cs typeface="Times New Roman" panose="02020603050405020304" pitchFamily="18" charset="0"/>
              </a:rPr>
              <a:t>• Đứng sau </a:t>
            </a:r>
            <a:r>
              <a:rPr lang="vi-VN" sz="4000" b="1" kern="100">
                <a:latin typeface="American Typewriter" panose="02090604020004020304" pitchFamily="18" charset="77"/>
                <a:ea typeface="Calibri" panose="020F0502020204030204" pitchFamily="34" charset="0"/>
                <a:cs typeface="Times New Roman" panose="02020603050405020304" pitchFamily="18" charset="0"/>
              </a:rPr>
              <a:t>LƯỢNG TỪ</a:t>
            </a:r>
          </a:p>
          <a:p>
            <a:pPr algn="just">
              <a:lnSpc>
                <a:spcPct val="150000"/>
              </a:lnSpc>
              <a:spcBef>
                <a:spcPts val="600"/>
              </a:spcBef>
              <a:spcAft>
                <a:spcPts val="600"/>
              </a:spcAft>
            </a:pPr>
            <a:r>
              <a:rPr lang="vi-VN" sz="4000" kern="100">
                <a:latin typeface="American Typewriter" panose="02090604020004020304" pitchFamily="18" charset="77"/>
                <a:ea typeface="Calibri" panose="020F0502020204030204" pitchFamily="34" charset="0"/>
                <a:cs typeface="Times New Roman" panose="02020603050405020304" pitchFamily="18" charset="0"/>
              </a:rPr>
              <a:t>Ex: We have </a:t>
            </a:r>
            <a:r>
              <a:rPr lang="vi-VN" sz="4000" b="1" kern="100">
                <a:solidFill>
                  <a:srgbClr val="FF0000"/>
                </a:solidFill>
                <a:latin typeface="American Typewriter" panose="02090604020004020304" pitchFamily="18" charset="77"/>
                <a:ea typeface="Calibri" panose="020F0502020204030204" pitchFamily="34" charset="0"/>
                <a:cs typeface="Times New Roman" panose="02020603050405020304" pitchFamily="18" charset="0"/>
              </a:rPr>
              <a:t>many</a:t>
            </a:r>
            <a:r>
              <a:rPr lang="vi-VN" sz="4000" kern="100">
                <a:latin typeface="American Typewriter" panose="02090604020004020304" pitchFamily="18" charset="77"/>
                <a:ea typeface="Calibri" panose="020F0502020204030204" pitchFamily="34" charset="0"/>
                <a:cs typeface="Times New Roman" panose="02020603050405020304" pitchFamily="18" charset="0"/>
              </a:rPr>
              <a:t> </a:t>
            </a:r>
            <a:r>
              <a:rPr lang="vi-VN" sz="4000" b="1" kern="100">
                <a:solidFill>
                  <a:schemeClr val="accent6"/>
                </a:solidFill>
                <a:latin typeface="American Typewriter" panose="02090604020004020304" pitchFamily="18" charset="77"/>
                <a:ea typeface="Calibri" panose="020F0502020204030204" pitchFamily="34" charset="0"/>
                <a:cs typeface="Times New Roman" panose="02020603050405020304" pitchFamily="18" charset="0"/>
              </a:rPr>
              <a:t>friends</a:t>
            </a:r>
            <a:r>
              <a:rPr lang="vi-VN" sz="4000" kern="100">
                <a:latin typeface="American Typewriter" panose="02090604020004020304" pitchFamily="18" charset="77"/>
                <a:ea typeface="Calibri" panose="020F0502020204030204" pitchFamily="34" charset="0"/>
                <a:cs typeface="Times New Roman" panose="02020603050405020304" pitchFamily="18" charset="0"/>
              </a:rPr>
              <a:t> at school. </a:t>
            </a:r>
          </a:p>
        </p:txBody>
      </p:sp>
    </p:spTree>
    <p:extLst>
      <p:ext uri="{BB962C8B-B14F-4D97-AF65-F5344CB8AC3E}">
        <p14:creationId xmlns:p14="http://schemas.microsoft.com/office/powerpoint/2010/main" val="1062307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strips(downLeft)">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strips(downLeft)">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strips(downLeft)">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strips(downLeft)">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strips(downLeft)">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12" fill="hold" nodeType="clickEffect">
                                  <p:stCondLst>
                                    <p:cond delay="0"/>
                                  </p:stCondLst>
                                  <p:childTnLst>
                                    <p:set>
                                      <p:cBhvr>
                                        <p:cTn id="31" dur="1" fill="hold">
                                          <p:stCondLst>
                                            <p:cond delay="0"/>
                                          </p:stCondLst>
                                        </p:cTn>
                                        <p:tgtEl>
                                          <p:spTgt spid="9">
                                            <p:txEl>
                                              <p:pRg st="5" end="5"/>
                                            </p:txEl>
                                          </p:spTgt>
                                        </p:tgtEl>
                                        <p:attrNameLst>
                                          <p:attrName>style.visibility</p:attrName>
                                        </p:attrNameLst>
                                      </p:cBhvr>
                                      <p:to>
                                        <p:strVal val="visible"/>
                                      </p:to>
                                    </p:set>
                                    <p:animEffect transition="in" filter="strips(downLeft)">
                                      <p:cBhvr>
                                        <p:cTn id="32" dur="500"/>
                                        <p:tgtEl>
                                          <p:spTgt spid="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12" fill="hold" nodeType="clickEffect">
                                  <p:stCondLst>
                                    <p:cond delay="0"/>
                                  </p:stCondLst>
                                  <p:childTnLst>
                                    <p:set>
                                      <p:cBhvr>
                                        <p:cTn id="36" dur="1" fill="hold">
                                          <p:stCondLst>
                                            <p:cond delay="0"/>
                                          </p:stCondLst>
                                        </p:cTn>
                                        <p:tgtEl>
                                          <p:spTgt spid="9">
                                            <p:txEl>
                                              <p:pRg st="6" end="6"/>
                                            </p:txEl>
                                          </p:spTgt>
                                        </p:tgtEl>
                                        <p:attrNameLst>
                                          <p:attrName>style.visibility</p:attrName>
                                        </p:attrNameLst>
                                      </p:cBhvr>
                                      <p:to>
                                        <p:strVal val="visible"/>
                                      </p:to>
                                    </p:set>
                                    <p:animEffect transition="in" filter="strips(downLeft)">
                                      <p:cBhvr>
                                        <p:cTn id="37" dur="500"/>
                                        <p:tgtEl>
                                          <p:spTgt spid="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12" fill="hold" nodeType="clickEffect">
                                  <p:stCondLst>
                                    <p:cond delay="0"/>
                                  </p:stCondLst>
                                  <p:childTnLst>
                                    <p:set>
                                      <p:cBhvr>
                                        <p:cTn id="41" dur="1" fill="hold">
                                          <p:stCondLst>
                                            <p:cond delay="0"/>
                                          </p:stCondLst>
                                        </p:cTn>
                                        <p:tgtEl>
                                          <p:spTgt spid="9">
                                            <p:txEl>
                                              <p:pRg st="7" end="7"/>
                                            </p:txEl>
                                          </p:spTgt>
                                        </p:tgtEl>
                                        <p:attrNameLst>
                                          <p:attrName>style.visibility</p:attrName>
                                        </p:attrNameLst>
                                      </p:cBhvr>
                                      <p:to>
                                        <p:strVal val="visible"/>
                                      </p:to>
                                    </p:set>
                                    <p:animEffect transition="in" filter="strips(downLeft)">
                                      <p:cBhvr>
                                        <p:cTn id="42" dur="500"/>
                                        <p:tgtEl>
                                          <p:spTgt spid="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A3B0C-8BCE-DB32-03AF-F9D13C86CAD4}"/>
            </a:ext>
          </a:extLst>
        </p:cNvPr>
        <p:cNvGrpSpPr/>
        <p:nvPr/>
      </p:nvGrpSpPr>
      <p:grpSpPr>
        <a:xfrm>
          <a:off x="0" y="0"/>
          <a:ext cx="0" cy="0"/>
          <a:chOff x="0" y="0"/>
          <a:chExt cx="0" cy="0"/>
        </a:xfrm>
      </p:grpSpPr>
      <p:sp>
        <p:nvSpPr>
          <p:cNvPr id="6" name="Freeform 6">
            <a:extLst>
              <a:ext uri="{FF2B5EF4-FFF2-40B4-BE49-F238E27FC236}">
                <a16:creationId xmlns:a16="http://schemas.microsoft.com/office/drawing/2014/main" id="{8FC17B91-37BA-DF11-CF5E-572552A213F2}"/>
              </a:ext>
            </a:extLst>
          </p:cNvPr>
          <p:cNvSpPr/>
          <p:nvPr/>
        </p:nvSpPr>
        <p:spPr>
          <a:xfrm>
            <a:off x="16391451" y="-1599805"/>
            <a:ext cx="1735697" cy="4114800"/>
          </a:xfrm>
          <a:custGeom>
            <a:avLst/>
            <a:gdLst/>
            <a:ahLst/>
            <a:cxnLst/>
            <a:rect l="l" t="t" r="r" b="b"/>
            <a:pathLst>
              <a:path w="1735697" h="4114800">
                <a:moveTo>
                  <a:pt x="0" y="0"/>
                </a:moveTo>
                <a:lnTo>
                  <a:pt x="1735698" y="0"/>
                </a:lnTo>
                <a:lnTo>
                  <a:pt x="1735698"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VN"/>
          </a:p>
        </p:txBody>
      </p:sp>
      <p:sp>
        <p:nvSpPr>
          <p:cNvPr id="9" name="TextBox 9">
            <a:extLst>
              <a:ext uri="{FF2B5EF4-FFF2-40B4-BE49-F238E27FC236}">
                <a16:creationId xmlns:a16="http://schemas.microsoft.com/office/drawing/2014/main" id="{8B979BFB-558B-9889-2093-D84779A489B9}"/>
              </a:ext>
            </a:extLst>
          </p:cNvPr>
          <p:cNvSpPr txBox="1"/>
          <p:nvPr/>
        </p:nvSpPr>
        <p:spPr>
          <a:xfrm>
            <a:off x="457200" y="457595"/>
            <a:ext cx="17526000" cy="9289723"/>
          </a:xfrm>
          <a:prstGeom prst="rect">
            <a:avLst/>
          </a:prstGeom>
        </p:spPr>
        <p:txBody>
          <a:bodyPr wrap="square" lIns="0" tIns="0" rIns="0" bIns="0" rtlCol="0" anchor="t">
            <a:spAutoFit/>
          </a:bodyPr>
          <a:lstStyle/>
          <a:p>
            <a:pPr algn="just">
              <a:lnSpc>
                <a:spcPct val="150000"/>
              </a:lnSpc>
              <a:spcBef>
                <a:spcPts val="600"/>
              </a:spcBef>
              <a:spcAft>
                <a:spcPts val="600"/>
              </a:spcAft>
            </a:pPr>
            <a:r>
              <a:rPr lang="vi-VN" sz="4000" b="1" kern="100">
                <a:solidFill>
                  <a:schemeClr val="tx2">
                    <a:lumMod val="40000"/>
                    <a:lumOff val="60000"/>
                  </a:schemeClr>
                </a:solidFill>
                <a:latin typeface="American Typewriter" panose="02090604020004020304" pitchFamily="18" charset="77"/>
                <a:ea typeface="Calibri" panose="020F0502020204030204" pitchFamily="34" charset="0"/>
                <a:cs typeface="Times New Roman" panose="02020603050405020304" pitchFamily="18" charset="0"/>
              </a:rPr>
              <a:t>CÁCH 02: DỰA VÀO HẬU TỐ CỦA TỪ</a:t>
            </a:r>
          </a:p>
          <a:p>
            <a:pPr algn="just">
              <a:lnSpc>
                <a:spcPct val="150000"/>
              </a:lnSpc>
              <a:spcBef>
                <a:spcPts val="600"/>
              </a:spcBef>
              <a:spcAft>
                <a:spcPts val="600"/>
              </a:spcAft>
              <a:buNone/>
            </a:pPr>
            <a:r>
              <a:rPr lang="vi-VN" sz="4000">
                <a:latin typeface="American Typewriter" panose="02090604020004020304" pitchFamily="18" charset="77"/>
              </a:rPr>
              <a:t>Một số </a:t>
            </a:r>
            <a:r>
              <a:rPr lang="vi-VN" sz="4000" b="1">
                <a:latin typeface="American Typewriter" panose="02090604020004020304" pitchFamily="18" charset="77"/>
              </a:rPr>
              <a:t>đuôi gần như mặc định là danh từ</a:t>
            </a:r>
            <a:r>
              <a:rPr lang="vi-VN" sz="4000">
                <a:latin typeface="American Typewriter" panose="02090604020004020304" pitchFamily="18" charset="77"/>
              </a:rPr>
              <a:t>:</a:t>
            </a:r>
          </a:p>
          <a:p>
            <a:pPr marL="571500" indent="-571500" algn="just">
              <a:lnSpc>
                <a:spcPct val="150000"/>
              </a:lnSpc>
              <a:spcBef>
                <a:spcPts val="600"/>
              </a:spcBef>
              <a:spcAft>
                <a:spcPts val="600"/>
              </a:spcAft>
              <a:buFont typeface="Courier New" panose="02070309020205020404" pitchFamily="49" charset="0"/>
              <a:buChar char="o"/>
            </a:pPr>
            <a:r>
              <a:rPr lang="vi-VN" sz="4000" b="1">
                <a:latin typeface="American Typewriter" panose="02090604020004020304" pitchFamily="18" charset="77"/>
              </a:rPr>
              <a:t>-tion / -sion</a:t>
            </a:r>
            <a:r>
              <a:rPr lang="vi-VN" sz="4000">
                <a:latin typeface="American Typewriter" panose="02090604020004020304" pitchFamily="18" charset="77"/>
              </a:rPr>
              <a:t>: education, decision, …</a:t>
            </a:r>
          </a:p>
          <a:p>
            <a:pPr marL="571500" indent="-571500" algn="just">
              <a:lnSpc>
                <a:spcPct val="150000"/>
              </a:lnSpc>
              <a:spcBef>
                <a:spcPts val="600"/>
              </a:spcBef>
              <a:spcAft>
                <a:spcPts val="600"/>
              </a:spcAft>
              <a:buFont typeface="Courier New" panose="02070309020205020404" pitchFamily="49" charset="0"/>
              <a:buChar char="o"/>
            </a:pPr>
            <a:r>
              <a:rPr lang="vi-VN" sz="4000" b="1">
                <a:latin typeface="American Typewriter" panose="02090604020004020304" pitchFamily="18" charset="77"/>
              </a:rPr>
              <a:t>-ment</a:t>
            </a:r>
            <a:r>
              <a:rPr lang="vi-VN" sz="4000">
                <a:latin typeface="American Typewriter" panose="02090604020004020304" pitchFamily="18" charset="77"/>
              </a:rPr>
              <a:t>: development, entertainment, …</a:t>
            </a:r>
          </a:p>
          <a:p>
            <a:pPr marL="571500" indent="-571500" algn="just">
              <a:lnSpc>
                <a:spcPct val="150000"/>
              </a:lnSpc>
              <a:spcBef>
                <a:spcPts val="600"/>
              </a:spcBef>
              <a:spcAft>
                <a:spcPts val="600"/>
              </a:spcAft>
              <a:buFont typeface="Courier New" panose="02070309020205020404" pitchFamily="49" charset="0"/>
              <a:buChar char="o"/>
            </a:pPr>
            <a:r>
              <a:rPr lang="vi-VN" sz="4000" b="1">
                <a:latin typeface="American Typewriter" panose="02090604020004020304" pitchFamily="18" charset="77"/>
              </a:rPr>
              <a:t>-ness</a:t>
            </a:r>
            <a:r>
              <a:rPr lang="vi-VN" sz="4000">
                <a:latin typeface="American Typewriter" panose="02090604020004020304" pitchFamily="18" charset="77"/>
              </a:rPr>
              <a:t>: happiness, carefulness, …</a:t>
            </a:r>
          </a:p>
          <a:p>
            <a:pPr marL="571500" indent="-571500" algn="just">
              <a:lnSpc>
                <a:spcPct val="150000"/>
              </a:lnSpc>
              <a:spcBef>
                <a:spcPts val="600"/>
              </a:spcBef>
              <a:spcAft>
                <a:spcPts val="600"/>
              </a:spcAft>
              <a:buFont typeface="Courier New" panose="02070309020205020404" pitchFamily="49" charset="0"/>
              <a:buChar char="o"/>
            </a:pPr>
            <a:r>
              <a:rPr lang="vi-VN" sz="4000" b="1">
                <a:latin typeface="American Typewriter" panose="02090604020004020304" pitchFamily="18" charset="77"/>
              </a:rPr>
              <a:t>-ity</a:t>
            </a:r>
            <a:r>
              <a:rPr lang="vi-VN" sz="4000">
                <a:latin typeface="American Typewriter" panose="02090604020004020304" pitchFamily="18" charset="77"/>
              </a:rPr>
              <a:t>: ability, quality, ..</a:t>
            </a:r>
          </a:p>
          <a:p>
            <a:pPr marL="571500" indent="-571500" algn="just">
              <a:lnSpc>
                <a:spcPct val="150000"/>
              </a:lnSpc>
              <a:spcBef>
                <a:spcPts val="600"/>
              </a:spcBef>
              <a:spcAft>
                <a:spcPts val="600"/>
              </a:spcAft>
              <a:buFont typeface="Courier New" panose="02070309020205020404" pitchFamily="49" charset="0"/>
              <a:buChar char="o"/>
            </a:pPr>
            <a:r>
              <a:rPr lang="vi-VN" sz="4000" b="1">
                <a:latin typeface="American Typewriter" panose="02090604020004020304" pitchFamily="18" charset="77"/>
              </a:rPr>
              <a:t>-er / -or</a:t>
            </a:r>
            <a:r>
              <a:rPr lang="vi-VN" sz="4000">
                <a:latin typeface="American Typewriter" panose="02090604020004020304" pitchFamily="18" charset="77"/>
              </a:rPr>
              <a:t>: teacher, actor</a:t>
            </a:r>
          </a:p>
          <a:p>
            <a:pPr algn="just">
              <a:lnSpc>
                <a:spcPct val="150000"/>
              </a:lnSpc>
              <a:spcBef>
                <a:spcPts val="600"/>
              </a:spcBef>
              <a:spcAft>
                <a:spcPts val="600"/>
              </a:spcAft>
            </a:pPr>
            <a:r>
              <a:rPr lang="vi-VN" sz="4000" b="1" kern="100">
                <a:solidFill>
                  <a:schemeClr val="accent4"/>
                </a:solidFill>
                <a:latin typeface="American Typewriter" panose="02090604020004020304" pitchFamily="18" charset="77"/>
                <a:ea typeface="Calibri" panose="020F0502020204030204" pitchFamily="34" charset="0"/>
                <a:cs typeface="Times New Roman" panose="02020603050405020304" pitchFamily="18" charset="0"/>
              </a:rPr>
              <a:t>LƯU Ý: </a:t>
            </a:r>
            <a:r>
              <a:rPr lang="vi-VN" sz="4000" kern="100">
                <a:solidFill>
                  <a:schemeClr val="accent4"/>
                </a:solidFill>
                <a:latin typeface="American Typewriter" panose="02090604020004020304" pitchFamily="18" charset="77"/>
                <a:ea typeface="Calibri" panose="020F0502020204030204" pitchFamily="34" charset="0"/>
                <a:cs typeface="Times New Roman" panose="02020603050405020304" pitchFamily="18" charset="0"/>
              </a:rPr>
              <a:t>Ngoài những nhóm trên, còn rất nhiều hậu tố khác, các bạn nhớ tìm hiểu thêm ở nhà nhé!</a:t>
            </a:r>
          </a:p>
        </p:txBody>
      </p:sp>
    </p:spTree>
    <p:extLst>
      <p:ext uri="{BB962C8B-B14F-4D97-AF65-F5344CB8AC3E}">
        <p14:creationId xmlns:p14="http://schemas.microsoft.com/office/powerpoint/2010/main" val="1395395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strips(downLeft)">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strips(downLeft)">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strips(downLeft)">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strips(downLeft)">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strips(downLeft)">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12" fill="hold" nodeType="clickEffect">
                                  <p:stCondLst>
                                    <p:cond delay="0"/>
                                  </p:stCondLst>
                                  <p:childTnLst>
                                    <p:set>
                                      <p:cBhvr>
                                        <p:cTn id="31" dur="1" fill="hold">
                                          <p:stCondLst>
                                            <p:cond delay="0"/>
                                          </p:stCondLst>
                                        </p:cTn>
                                        <p:tgtEl>
                                          <p:spTgt spid="9">
                                            <p:txEl>
                                              <p:pRg st="5" end="5"/>
                                            </p:txEl>
                                          </p:spTgt>
                                        </p:tgtEl>
                                        <p:attrNameLst>
                                          <p:attrName>style.visibility</p:attrName>
                                        </p:attrNameLst>
                                      </p:cBhvr>
                                      <p:to>
                                        <p:strVal val="visible"/>
                                      </p:to>
                                    </p:set>
                                    <p:animEffect transition="in" filter="strips(downLeft)">
                                      <p:cBhvr>
                                        <p:cTn id="32" dur="500"/>
                                        <p:tgtEl>
                                          <p:spTgt spid="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12" fill="hold" nodeType="clickEffect">
                                  <p:stCondLst>
                                    <p:cond delay="0"/>
                                  </p:stCondLst>
                                  <p:childTnLst>
                                    <p:set>
                                      <p:cBhvr>
                                        <p:cTn id="36" dur="1" fill="hold">
                                          <p:stCondLst>
                                            <p:cond delay="0"/>
                                          </p:stCondLst>
                                        </p:cTn>
                                        <p:tgtEl>
                                          <p:spTgt spid="9">
                                            <p:txEl>
                                              <p:pRg st="6" end="6"/>
                                            </p:txEl>
                                          </p:spTgt>
                                        </p:tgtEl>
                                        <p:attrNameLst>
                                          <p:attrName>style.visibility</p:attrName>
                                        </p:attrNameLst>
                                      </p:cBhvr>
                                      <p:to>
                                        <p:strVal val="visible"/>
                                      </p:to>
                                    </p:set>
                                    <p:animEffect transition="in" filter="strips(downLeft)">
                                      <p:cBhvr>
                                        <p:cTn id="37" dur="500"/>
                                        <p:tgtEl>
                                          <p:spTgt spid="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12" fill="hold" nodeType="clickEffect">
                                  <p:stCondLst>
                                    <p:cond delay="0"/>
                                  </p:stCondLst>
                                  <p:childTnLst>
                                    <p:set>
                                      <p:cBhvr>
                                        <p:cTn id="41" dur="1" fill="hold">
                                          <p:stCondLst>
                                            <p:cond delay="0"/>
                                          </p:stCondLst>
                                        </p:cTn>
                                        <p:tgtEl>
                                          <p:spTgt spid="9">
                                            <p:txEl>
                                              <p:pRg st="7" end="7"/>
                                            </p:txEl>
                                          </p:spTgt>
                                        </p:tgtEl>
                                        <p:attrNameLst>
                                          <p:attrName>style.visibility</p:attrName>
                                        </p:attrNameLst>
                                      </p:cBhvr>
                                      <p:to>
                                        <p:strVal val="visible"/>
                                      </p:to>
                                    </p:set>
                                    <p:animEffect transition="in" filter="strips(downLeft)">
                                      <p:cBhvr>
                                        <p:cTn id="42" dur="500"/>
                                        <p:tgtEl>
                                          <p:spTgt spid="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EB59F-7574-0D7D-8B32-FDE36D5EB9D3}"/>
            </a:ext>
          </a:extLst>
        </p:cNvPr>
        <p:cNvGrpSpPr/>
        <p:nvPr/>
      </p:nvGrpSpPr>
      <p:grpSpPr>
        <a:xfrm>
          <a:off x="0" y="0"/>
          <a:ext cx="0" cy="0"/>
          <a:chOff x="0" y="0"/>
          <a:chExt cx="0" cy="0"/>
        </a:xfrm>
      </p:grpSpPr>
      <p:sp>
        <p:nvSpPr>
          <p:cNvPr id="6" name="Freeform 6">
            <a:extLst>
              <a:ext uri="{FF2B5EF4-FFF2-40B4-BE49-F238E27FC236}">
                <a16:creationId xmlns:a16="http://schemas.microsoft.com/office/drawing/2014/main" id="{F141B9E1-2D45-3760-33BF-3EF68A028FE5}"/>
              </a:ext>
            </a:extLst>
          </p:cNvPr>
          <p:cNvSpPr/>
          <p:nvPr/>
        </p:nvSpPr>
        <p:spPr>
          <a:xfrm>
            <a:off x="16391451" y="-1599805"/>
            <a:ext cx="1735697" cy="4114800"/>
          </a:xfrm>
          <a:custGeom>
            <a:avLst/>
            <a:gdLst/>
            <a:ahLst/>
            <a:cxnLst/>
            <a:rect l="l" t="t" r="r" b="b"/>
            <a:pathLst>
              <a:path w="1735697" h="4114800">
                <a:moveTo>
                  <a:pt x="0" y="0"/>
                </a:moveTo>
                <a:lnTo>
                  <a:pt x="1735698" y="0"/>
                </a:lnTo>
                <a:lnTo>
                  <a:pt x="1735698"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VN"/>
          </a:p>
        </p:txBody>
      </p:sp>
      <p:sp>
        <p:nvSpPr>
          <p:cNvPr id="9" name="TextBox 9">
            <a:extLst>
              <a:ext uri="{FF2B5EF4-FFF2-40B4-BE49-F238E27FC236}">
                <a16:creationId xmlns:a16="http://schemas.microsoft.com/office/drawing/2014/main" id="{C68BDDEF-43DA-194A-CAD3-80420D6E278B}"/>
              </a:ext>
            </a:extLst>
          </p:cNvPr>
          <p:cNvSpPr txBox="1"/>
          <p:nvPr/>
        </p:nvSpPr>
        <p:spPr>
          <a:xfrm>
            <a:off x="457200" y="457595"/>
            <a:ext cx="17526000" cy="8212505"/>
          </a:xfrm>
          <a:prstGeom prst="rect">
            <a:avLst/>
          </a:prstGeom>
        </p:spPr>
        <p:txBody>
          <a:bodyPr wrap="square" lIns="0" tIns="0" rIns="0" bIns="0" rtlCol="0" anchor="t">
            <a:spAutoFit/>
          </a:bodyPr>
          <a:lstStyle/>
          <a:p>
            <a:pPr algn="just">
              <a:lnSpc>
                <a:spcPct val="150000"/>
              </a:lnSpc>
              <a:spcBef>
                <a:spcPts val="600"/>
              </a:spcBef>
              <a:spcAft>
                <a:spcPts val="600"/>
              </a:spcAft>
            </a:pPr>
            <a:r>
              <a:rPr lang="vi-VN" sz="4000" b="1" kern="100">
                <a:solidFill>
                  <a:schemeClr val="tx2">
                    <a:lumMod val="40000"/>
                    <a:lumOff val="60000"/>
                  </a:schemeClr>
                </a:solidFill>
                <a:latin typeface="American Typewriter" panose="02090604020004020304" pitchFamily="18" charset="77"/>
                <a:ea typeface="Calibri" panose="020F0502020204030204" pitchFamily="34" charset="0"/>
                <a:cs typeface="Times New Roman" panose="02020603050405020304" pitchFamily="18" charset="0"/>
              </a:rPr>
              <a:t>CÁCH 03: XEM CÓ CHIA SỐ NHIỀU ĐƯỢC KHÔNG</a:t>
            </a:r>
          </a:p>
          <a:p>
            <a:pPr algn="just">
              <a:lnSpc>
                <a:spcPct val="150000"/>
              </a:lnSpc>
              <a:spcBef>
                <a:spcPts val="600"/>
              </a:spcBef>
              <a:spcAft>
                <a:spcPts val="600"/>
              </a:spcAft>
              <a:buNone/>
            </a:pPr>
            <a:r>
              <a:rPr lang="vi-VN" sz="4000">
                <a:latin typeface="American Typewriter" panose="02090604020004020304" pitchFamily="18" charset="77"/>
              </a:rPr>
              <a:t>Khi 2 cách trên chưa đủ rõ, chúng ta mới xét tới cách này:</a:t>
            </a:r>
          </a:p>
          <a:p>
            <a:pPr marL="571500" indent="-571500" algn="just">
              <a:lnSpc>
                <a:spcPct val="150000"/>
              </a:lnSpc>
              <a:spcBef>
                <a:spcPts val="600"/>
              </a:spcBef>
              <a:spcAft>
                <a:spcPts val="600"/>
              </a:spcAft>
              <a:buFont typeface="Courier New" panose="02070309020205020404" pitchFamily="49" charset="0"/>
              <a:buChar char="o"/>
            </a:pPr>
            <a:r>
              <a:rPr lang="vi-VN" sz="4000">
                <a:latin typeface="American Typewriter" panose="02090604020004020304" pitchFamily="18" charset="77"/>
              </a:rPr>
              <a:t>one book </a:t>
            </a:r>
            <a:r>
              <a:rPr lang="en-VN" sz="4000"/>
              <a:t>→ </a:t>
            </a:r>
            <a:r>
              <a:rPr lang="en-VN" sz="4000">
                <a:latin typeface="American Typewriter" panose="02090604020004020304" pitchFamily="18" charset="77"/>
              </a:rPr>
              <a:t>many </a:t>
            </a:r>
            <a:r>
              <a:rPr lang="en-VN" sz="4000" b="1">
                <a:latin typeface="American Typewriter" panose="02090604020004020304" pitchFamily="18" charset="77"/>
              </a:rPr>
              <a:t>books</a:t>
            </a:r>
          </a:p>
          <a:p>
            <a:pPr marL="571500" indent="-571500" algn="just">
              <a:lnSpc>
                <a:spcPct val="150000"/>
              </a:lnSpc>
              <a:spcBef>
                <a:spcPts val="600"/>
              </a:spcBef>
              <a:spcAft>
                <a:spcPts val="600"/>
              </a:spcAft>
              <a:buFont typeface="Courier New" panose="02070309020205020404" pitchFamily="49" charset="0"/>
              <a:buChar char="o"/>
            </a:pPr>
            <a:r>
              <a:rPr lang="en-US" sz="4000">
                <a:latin typeface="American Typewriter" panose="02090604020004020304" pitchFamily="18" charset="77"/>
              </a:rPr>
              <a:t>a</a:t>
            </a:r>
            <a:r>
              <a:rPr lang="en-VN" sz="4000">
                <a:latin typeface="American Typewriter" panose="02090604020004020304" pitchFamily="18" charset="77"/>
              </a:rPr>
              <a:t> boy </a:t>
            </a:r>
            <a:r>
              <a:rPr lang="en-VN" sz="4000"/>
              <a:t>→ </a:t>
            </a:r>
            <a:r>
              <a:rPr lang="en-VN" sz="4000">
                <a:latin typeface="American Typewriter" panose="02090604020004020304" pitchFamily="18" charset="77"/>
              </a:rPr>
              <a:t>two </a:t>
            </a:r>
            <a:r>
              <a:rPr lang="en-VN" sz="4000" b="1">
                <a:latin typeface="American Typewriter" panose="02090604020004020304" pitchFamily="18" charset="77"/>
              </a:rPr>
              <a:t>boys</a:t>
            </a:r>
          </a:p>
          <a:p>
            <a:pPr marL="571500" indent="-571500" algn="just">
              <a:lnSpc>
                <a:spcPct val="150000"/>
              </a:lnSpc>
              <a:spcBef>
                <a:spcPts val="600"/>
              </a:spcBef>
              <a:spcAft>
                <a:spcPts val="600"/>
              </a:spcAft>
              <a:buFont typeface="Courier New" panose="02070309020205020404" pitchFamily="49" charset="0"/>
              <a:buChar char="o"/>
            </a:pPr>
            <a:r>
              <a:rPr lang="en-VN" sz="4000">
                <a:latin typeface="American Typewriter" panose="02090604020004020304" pitchFamily="18" charset="77"/>
              </a:rPr>
              <a:t>an idea </a:t>
            </a:r>
            <a:r>
              <a:rPr lang="en-VN" sz="4000"/>
              <a:t>→ </a:t>
            </a:r>
            <a:r>
              <a:rPr lang="en-VN" sz="4000">
                <a:latin typeface="American Typewriter" panose="02090604020004020304" pitchFamily="18" charset="77"/>
              </a:rPr>
              <a:t>several </a:t>
            </a:r>
            <a:r>
              <a:rPr lang="en-VN" sz="4000" b="1">
                <a:latin typeface="American Typewriter" panose="02090604020004020304" pitchFamily="18" charset="77"/>
              </a:rPr>
              <a:t>ideas</a:t>
            </a:r>
            <a:endParaRPr lang="vi-VN" sz="4000" b="1">
              <a:latin typeface="American Typewriter" panose="02090604020004020304" pitchFamily="18" charset="77"/>
            </a:endParaRPr>
          </a:p>
          <a:p>
            <a:pPr algn="just">
              <a:lnSpc>
                <a:spcPct val="150000"/>
              </a:lnSpc>
              <a:spcBef>
                <a:spcPts val="600"/>
              </a:spcBef>
              <a:spcAft>
                <a:spcPts val="600"/>
              </a:spcAft>
            </a:pPr>
            <a:r>
              <a:rPr lang="vi-VN" sz="4000" b="1" kern="100">
                <a:solidFill>
                  <a:schemeClr val="accent4"/>
                </a:solidFill>
                <a:latin typeface="American Typewriter" panose="02090604020004020304" pitchFamily="18" charset="77"/>
                <a:ea typeface="Calibri" panose="020F0502020204030204" pitchFamily="34" charset="0"/>
                <a:cs typeface="Times New Roman" panose="02020603050405020304" pitchFamily="18" charset="0"/>
              </a:rPr>
              <a:t>LƯU Ý: </a:t>
            </a:r>
            <a:r>
              <a:rPr lang="vi-VN" sz="4000" kern="100">
                <a:solidFill>
                  <a:schemeClr val="accent4"/>
                </a:solidFill>
                <a:latin typeface="American Typewriter" panose="02090604020004020304" pitchFamily="18" charset="77"/>
                <a:ea typeface="Calibri" panose="020F0502020204030204" pitchFamily="34" charset="0"/>
                <a:cs typeface="Times New Roman" panose="02020603050405020304" pitchFamily="18" charset="0"/>
              </a:rPr>
              <a:t>⚠️ Không chia số nhiều được KHÔNG có nghĩa 100% không phải là danh từ. Vì DANH TỪ KHÔNG ĐẾM ĐƯỢC sẽ không thêm “s/es”.</a:t>
            </a:r>
          </a:p>
          <a:p>
            <a:pPr algn="just">
              <a:lnSpc>
                <a:spcPct val="150000"/>
              </a:lnSpc>
              <a:spcBef>
                <a:spcPts val="600"/>
              </a:spcBef>
              <a:spcAft>
                <a:spcPts val="600"/>
              </a:spcAft>
            </a:pPr>
            <a:r>
              <a:rPr lang="vi-VN" sz="4000" kern="100">
                <a:latin typeface="American Typewriter" panose="02090604020004020304" pitchFamily="18" charset="77"/>
                <a:ea typeface="Calibri" panose="020F0502020204030204" pitchFamily="34" charset="0"/>
                <a:cs typeface="Times New Roman" panose="02020603050405020304" pitchFamily="18" charset="0"/>
              </a:rPr>
              <a:t>Ex: a lot of money, some advice, …</a:t>
            </a:r>
          </a:p>
        </p:txBody>
      </p:sp>
    </p:spTree>
    <p:extLst>
      <p:ext uri="{BB962C8B-B14F-4D97-AF65-F5344CB8AC3E}">
        <p14:creationId xmlns:p14="http://schemas.microsoft.com/office/powerpoint/2010/main" val="2688108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strips(downLeft)">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strips(downLeft)">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strips(downLeft)">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strips(downLeft)">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strips(downLeft)">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12" fill="hold" nodeType="clickEffect">
                                  <p:stCondLst>
                                    <p:cond delay="0"/>
                                  </p:stCondLst>
                                  <p:childTnLst>
                                    <p:set>
                                      <p:cBhvr>
                                        <p:cTn id="31" dur="1" fill="hold">
                                          <p:stCondLst>
                                            <p:cond delay="0"/>
                                          </p:stCondLst>
                                        </p:cTn>
                                        <p:tgtEl>
                                          <p:spTgt spid="9">
                                            <p:txEl>
                                              <p:pRg st="5" end="5"/>
                                            </p:txEl>
                                          </p:spTgt>
                                        </p:tgtEl>
                                        <p:attrNameLst>
                                          <p:attrName>style.visibility</p:attrName>
                                        </p:attrNameLst>
                                      </p:cBhvr>
                                      <p:to>
                                        <p:strVal val="visible"/>
                                      </p:to>
                                    </p:set>
                                    <p:animEffect transition="in" filter="strips(downLeft)">
                                      <p:cBhvr>
                                        <p:cTn id="32" dur="500"/>
                                        <p:tgtEl>
                                          <p:spTgt spid="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12" fill="hold" nodeType="clickEffect">
                                  <p:stCondLst>
                                    <p:cond delay="0"/>
                                  </p:stCondLst>
                                  <p:childTnLst>
                                    <p:set>
                                      <p:cBhvr>
                                        <p:cTn id="36" dur="1" fill="hold">
                                          <p:stCondLst>
                                            <p:cond delay="0"/>
                                          </p:stCondLst>
                                        </p:cTn>
                                        <p:tgtEl>
                                          <p:spTgt spid="9">
                                            <p:txEl>
                                              <p:pRg st="6" end="6"/>
                                            </p:txEl>
                                          </p:spTgt>
                                        </p:tgtEl>
                                        <p:attrNameLst>
                                          <p:attrName>style.visibility</p:attrName>
                                        </p:attrNameLst>
                                      </p:cBhvr>
                                      <p:to>
                                        <p:strVal val="visible"/>
                                      </p:to>
                                    </p:set>
                                    <p:animEffect transition="in" filter="strips(downLeft)">
                                      <p:cBhvr>
                                        <p:cTn id="37" dur="500"/>
                                        <p:tgtEl>
                                          <p:spTgt spid="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79206" y="-251899"/>
            <a:ext cx="21571817" cy="7756462"/>
            <a:chOff x="0" y="0"/>
            <a:chExt cx="5681466" cy="2042854"/>
          </a:xfrm>
        </p:grpSpPr>
        <p:sp>
          <p:nvSpPr>
            <p:cNvPr id="3" name="Freeform 3"/>
            <p:cNvSpPr/>
            <p:nvPr/>
          </p:nvSpPr>
          <p:spPr>
            <a:xfrm>
              <a:off x="0" y="0"/>
              <a:ext cx="5681466" cy="2042854"/>
            </a:xfrm>
            <a:custGeom>
              <a:avLst/>
              <a:gdLst/>
              <a:ahLst/>
              <a:cxnLst/>
              <a:rect l="l" t="t" r="r" b="b"/>
              <a:pathLst>
                <a:path w="5681466" h="2042854">
                  <a:moveTo>
                    <a:pt x="0" y="0"/>
                  </a:moveTo>
                  <a:lnTo>
                    <a:pt x="5681466" y="0"/>
                  </a:lnTo>
                  <a:lnTo>
                    <a:pt x="5681466" y="2042854"/>
                  </a:lnTo>
                  <a:lnTo>
                    <a:pt x="0" y="2042854"/>
                  </a:lnTo>
                  <a:close/>
                </a:path>
              </a:pathLst>
            </a:custGeom>
            <a:solidFill>
              <a:srgbClr val="FFFFFF"/>
            </a:solidFill>
          </p:spPr>
          <p:txBody>
            <a:bodyPr/>
            <a:lstStyle/>
            <a:p>
              <a:endParaRPr lang="en-VN"/>
            </a:p>
          </p:txBody>
        </p:sp>
        <p:sp>
          <p:nvSpPr>
            <p:cNvPr id="4" name="TextBox 4"/>
            <p:cNvSpPr txBox="1"/>
            <p:nvPr/>
          </p:nvSpPr>
          <p:spPr>
            <a:xfrm>
              <a:off x="0" y="-57150"/>
              <a:ext cx="5681466" cy="2100004"/>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flipH="1">
            <a:off x="-860156" y="2812531"/>
            <a:ext cx="6705063" cy="7214524"/>
          </a:xfrm>
          <a:custGeom>
            <a:avLst/>
            <a:gdLst/>
            <a:ahLst/>
            <a:cxnLst/>
            <a:rect l="l" t="t" r="r" b="b"/>
            <a:pathLst>
              <a:path w="9119734" h="8390156">
                <a:moveTo>
                  <a:pt x="9119735" y="0"/>
                </a:moveTo>
                <a:lnTo>
                  <a:pt x="0" y="0"/>
                </a:lnTo>
                <a:lnTo>
                  <a:pt x="0" y="8390156"/>
                </a:lnTo>
                <a:lnTo>
                  <a:pt x="9119735" y="8390156"/>
                </a:lnTo>
                <a:lnTo>
                  <a:pt x="9119735" y="0"/>
                </a:lnTo>
                <a:close/>
              </a:path>
            </a:pathLst>
          </a:custGeom>
          <a:blipFill>
            <a:blip r:embed="rId2"/>
            <a:stretch>
              <a:fillRect/>
            </a:stretch>
          </a:blipFill>
        </p:spPr>
        <p:txBody>
          <a:bodyPr/>
          <a:lstStyle/>
          <a:p>
            <a:endParaRPr lang="en-VN"/>
          </a:p>
        </p:txBody>
      </p:sp>
      <p:sp>
        <p:nvSpPr>
          <p:cNvPr id="7" name="Freeform 7"/>
          <p:cNvSpPr/>
          <p:nvPr/>
        </p:nvSpPr>
        <p:spPr>
          <a:xfrm>
            <a:off x="228600" y="339680"/>
            <a:ext cx="1881272" cy="1881272"/>
          </a:xfrm>
          <a:custGeom>
            <a:avLst/>
            <a:gdLst/>
            <a:ahLst/>
            <a:cxnLst/>
            <a:rect l="l" t="t" r="r" b="b"/>
            <a:pathLst>
              <a:path w="1881272" h="1881272">
                <a:moveTo>
                  <a:pt x="0" y="0"/>
                </a:moveTo>
                <a:lnTo>
                  <a:pt x="1881272" y="0"/>
                </a:lnTo>
                <a:lnTo>
                  <a:pt x="1881272" y="1881272"/>
                </a:lnTo>
                <a:lnTo>
                  <a:pt x="0" y="18812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VN"/>
          </a:p>
        </p:txBody>
      </p:sp>
      <p:sp>
        <p:nvSpPr>
          <p:cNvPr id="10" name="TextBox 9">
            <a:extLst>
              <a:ext uri="{FF2B5EF4-FFF2-40B4-BE49-F238E27FC236}">
                <a16:creationId xmlns:a16="http://schemas.microsoft.com/office/drawing/2014/main" id="{273C9155-F2C7-A90F-F51F-C2F349739320}"/>
              </a:ext>
            </a:extLst>
          </p:cNvPr>
          <p:cNvSpPr txBox="1"/>
          <p:nvPr/>
        </p:nvSpPr>
        <p:spPr>
          <a:xfrm>
            <a:off x="3217679" y="0"/>
            <a:ext cx="15070322" cy="1027333"/>
          </a:xfrm>
          <a:prstGeom prst="rect">
            <a:avLst/>
          </a:prstGeom>
          <a:noFill/>
        </p:spPr>
        <p:txBody>
          <a:bodyPr wrap="square">
            <a:spAutoFit/>
          </a:bodyPr>
          <a:lstStyle/>
          <a:p>
            <a:pPr algn="just">
              <a:lnSpc>
                <a:spcPct val="150000"/>
              </a:lnSpc>
              <a:spcBef>
                <a:spcPts val="600"/>
              </a:spcBef>
              <a:spcAft>
                <a:spcPts val="600"/>
              </a:spcAft>
            </a:pPr>
            <a:r>
              <a:rPr lang="hy-AM" sz="4500" b="1"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1. Danh từ đếm được và danh từ không đếm được</a:t>
            </a:r>
            <a:endParaRPr lang="en-VN" sz="4500" kern="100">
              <a:solidFill>
                <a:schemeClr val="accent2"/>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8892927D-A541-BBD1-56F6-FCE34FA41AE2}"/>
              </a:ext>
            </a:extLst>
          </p:cNvPr>
          <p:cNvSpPr txBox="1"/>
          <p:nvPr/>
        </p:nvSpPr>
        <p:spPr>
          <a:xfrm>
            <a:off x="5863957" y="1027333"/>
            <a:ext cx="11759234" cy="8316316"/>
          </a:xfrm>
          <a:prstGeom prst="rect">
            <a:avLst/>
          </a:prstGeom>
          <a:noFill/>
        </p:spPr>
        <p:txBody>
          <a:bodyPr wrap="square">
            <a:spAutoFit/>
          </a:bodyPr>
          <a:lstStyle/>
          <a:p>
            <a:pPr algn="just">
              <a:lnSpc>
                <a:spcPct val="150000"/>
              </a:lnSpc>
              <a:buNone/>
            </a:pPr>
            <a:r>
              <a:rPr lang="vi-VN" sz="3600" b="1">
                <a:solidFill>
                  <a:schemeClr val="accent4"/>
                </a:solidFill>
                <a:latin typeface="American Typewriter" panose="02090604020004020304" pitchFamily="18" charset="77"/>
              </a:rPr>
              <a:t>DANH TỪ ĐẾM ĐƯỢC</a:t>
            </a:r>
          </a:p>
          <a:p>
            <a:pPr algn="just">
              <a:lnSpc>
                <a:spcPct val="150000"/>
              </a:lnSpc>
              <a:buNone/>
            </a:pPr>
            <a:r>
              <a:rPr lang="vi-VN" sz="3600">
                <a:latin typeface="American Typewriter" panose="02090604020004020304" pitchFamily="18" charset="77"/>
              </a:rPr>
              <a:t>• Có </a:t>
            </a:r>
            <a:r>
              <a:rPr lang="vi-VN" sz="3600" b="1">
                <a:latin typeface="American Typewriter" panose="02090604020004020304" pitchFamily="18" charset="77"/>
              </a:rPr>
              <a:t>hai hình thái</a:t>
            </a:r>
            <a:r>
              <a:rPr lang="vi-VN" sz="3600">
                <a:latin typeface="American Typewriter" panose="02090604020004020304" pitchFamily="18" charset="77"/>
              </a:rPr>
              <a:t>: </a:t>
            </a:r>
            <a:r>
              <a:rPr lang="vi-VN" sz="3600" b="1">
                <a:latin typeface="American Typewriter" panose="02090604020004020304" pitchFamily="18" charset="77"/>
              </a:rPr>
              <a:t>số ít</a:t>
            </a:r>
            <a:r>
              <a:rPr lang="vi-VN" sz="3600">
                <a:latin typeface="American Typewriter" panose="02090604020004020304" pitchFamily="18" charset="77"/>
              </a:rPr>
              <a:t> và </a:t>
            </a:r>
            <a:r>
              <a:rPr lang="vi-VN" sz="3600" b="1">
                <a:latin typeface="American Typewriter" panose="02090604020004020304" pitchFamily="18" charset="77"/>
              </a:rPr>
              <a:t>số nhiều</a:t>
            </a:r>
            <a:endParaRPr lang="vi-VN" sz="3600">
              <a:latin typeface="American Typewriter" panose="02090604020004020304" pitchFamily="18" charset="77"/>
            </a:endParaRPr>
          </a:p>
          <a:p>
            <a:pPr algn="just">
              <a:lnSpc>
                <a:spcPct val="150000"/>
              </a:lnSpc>
              <a:buNone/>
            </a:pPr>
            <a:r>
              <a:rPr lang="vi-VN" sz="3600">
                <a:latin typeface="American Typewriter" panose="02090604020004020304" pitchFamily="18" charset="77"/>
              </a:rPr>
              <a:t>• Ở </a:t>
            </a:r>
            <a:r>
              <a:rPr lang="vi-VN" sz="3600" b="1">
                <a:latin typeface="American Typewriter" panose="02090604020004020304" pitchFamily="18" charset="77"/>
              </a:rPr>
              <a:t>số ít</a:t>
            </a:r>
            <a:r>
              <a:rPr lang="vi-VN" sz="3600">
                <a:latin typeface="American Typewriter" panose="02090604020004020304" pitchFamily="18" charset="77"/>
              </a:rPr>
              <a:t>, danh từ thường đi với mạo từ </a:t>
            </a:r>
            <a:r>
              <a:rPr lang="vi-VN" sz="3600" b="1">
                <a:latin typeface="American Typewriter" panose="02090604020004020304" pitchFamily="18" charset="77"/>
              </a:rPr>
              <a:t>a / an </a:t>
            </a:r>
          </a:p>
          <a:p>
            <a:pPr algn="just">
              <a:lnSpc>
                <a:spcPct val="150000"/>
              </a:lnSpc>
              <a:buNone/>
            </a:pPr>
            <a:r>
              <a:rPr lang="vi-VN" sz="3600" i="1">
                <a:solidFill>
                  <a:schemeClr val="accent6">
                    <a:lumMod val="75000"/>
                  </a:schemeClr>
                </a:solidFill>
                <a:latin typeface="American Typewriter" panose="02090604020004020304" pitchFamily="18" charset="77"/>
              </a:rPr>
              <a:t>→ a book, an idea, a letter, an essay, …</a:t>
            </a:r>
          </a:p>
          <a:p>
            <a:pPr algn="just">
              <a:lnSpc>
                <a:spcPct val="150000"/>
              </a:lnSpc>
              <a:buNone/>
            </a:pPr>
            <a:r>
              <a:rPr lang="vi-VN" sz="3600">
                <a:latin typeface="American Typewriter" panose="02090604020004020304" pitchFamily="18" charset="77"/>
              </a:rPr>
              <a:t>• Ở </a:t>
            </a:r>
            <a:r>
              <a:rPr lang="vi-VN" sz="3600" b="1">
                <a:latin typeface="American Typewriter" panose="02090604020004020304" pitchFamily="18" charset="77"/>
              </a:rPr>
              <a:t>số nhiều</a:t>
            </a:r>
            <a:r>
              <a:rPr lang="vi-VN" sz="3600">
                <a:latin typeface="American Typewriter" panose="02090604020004020304" pitchFamily="18" charset="77"/>
              </a:rPr>
              <a:t>, danh từ thường </a:t>
            </a:r>
            <a:r>
              <a:rPr lang="vi-VN" sz="3600" b="1">
                <a:latin typeface="American Typewriter" panose="02090604020004020304" pitchFamily="18" charset="77"/>
              </a:rPr>
              <a:t>thêm -s / -es</a:t>
            </a:r>
          </a:p>
          <a:p>
            <a:pPr algn="just">
              <a:lnSpc>
                <a:spcPct val="150000"/>
              </a:lnSpc>
              <a:buNone/>
            </a:pPr>
            <a:r>
              <a:rPr lang="vi-VN" sz="3600" i="1">
                <a:solidFill>
                  <a:schemeClr val="accent6">
                    <a:lumMod val="75000"/>
                  </a:schemeClr>
                </a:solidFill>
                <a:latin typeface="American Typewriter" panose="02090604020004020304" pitchFamily="18" charset="77"/>
              </a:rPr>
              <a:t>→ books, boys, classes, teachers, mistakes, …</a:t>
            </a:r>
          </a:p>
          <a:p>
            <a:pPr algn="just">
              <a:lnSpc>
                <a:spcPct val="150000"/>
              </a:lnSpc>
              <a:buNone/>
            </a:pPr>
            <a:r>
              <a:rPr lang="vi-VN" sz="3600">
                <a:latin typeface="American Typewriter" panose="02090604020004020304" pitchFamily="18" charset="77"/>
              </a:rPr>
              <a:t>• Có thể </a:t>
            </a:r>
            <a:r>
              <a:rPr lang="vi-VN" sz="3600" b="1">
                <a:latin typeface="American Typewriter" panose="02090604020004020304" pitchFamily="18" charset="77"/>
              </a:rPr>
              <a:t>đếm được số lượng cụ thể</a:t>
            </a:r>
          </a:p>
          <a:p>
            <a:pPr algn="just">
              <a:lnSpc>
                <a:spcPct val="150000"/>
              </a:lnSpc>
              <a:buNone/>
            </a:pPr>
            <a:r>
              <a:rPr lang="vi-VN" sz="3600" i="1">
                <a:solidFill>
                  <a:schemeClr val="accent6">
                    <a:lumMod val="75000"/>
                  </a:schemeClr>
                </a:solidFill>
                <a:latin typeface="American Typewriter" panose="02090604020004020304" pitchFamily="18" charset="77"/>
              </a:rPr>
              <a:t>→ one book, two boys, three ideas, four houses, …</a:t>
            </a:r>
          </a:p>
          <a:p>
            <a:pPr algn="just">
              <a:lnSpc>
                <a:spcPct val="150000"/>
              </a:lnSpc>
              <a:buNone/>
            </a:pPr>
            <a:r>
              <a:rPr lang="vi-VN" sz="3600">
                <a:latin typeface="American Typewriter" panose="02090604020004020304" pitchFamily="18" charset="77"/>
              </a:rPr>
              <a:t>• Có thể đi với các lượng từ như:</a:t>
            </a:r>
          </a:p>
          <a:p>
            <a:pPr algn="just">
              <a:lnSpc>
                <a:spcPct val="150000"/>
              </a:lnSpc>
              <a:buNone/>
            </a:pPr>
            <a:r>
              <a:rPr lang="vi-VN" sz="3600" i="1">
                <a:solidFill>
                  <a:schemeClr val="accent6">
                    <a:lumMod val="75000"/>
                  </a:schemeClr>
                </a:solidFill>
                <a:latin typeface="American Typewriter" panose="02090604020004020304" pitchFamily="18" charset="77"/>
              </a:rPr>
              <a:t>→ </a:t>
            </a:r>
            <a:r>
              <a:rPr lang="vi-VN" sz="3600" b="1" i="1">
                <a:solidFill>
                  <a:schemeClr val="accent6">
                    <a:lumMod val="75000"/>
                  </a:schemeClr>
                </a:solidFill>
                <a:latin typeface="American Typewriter" panose="02090604020004020304" pitchFamily="18" charset="77"/>
              </a:rPr>
              <a:t>many</a:t>
            </a:r>
            <a:r>
              <a:rPr lang="vi-VN" sz="3600" i="1">
                <a:solidFill>
                  <a:schemeClr val="accent6">
                    <a:lumMod val="75000"/>
                  </a:schemeClr>
                </a:solidFill>
                <a:latin typeface="American Typewriter" panose="02090604020004020304" pitchFamily="18" charset="77"/>
              </a:rPr>
              <a:t>, </a:t>
            </a:r>
            <a:r>
              <a:rPr lang="vi-VN" sz="3600" b="1" i="1">
                <a:solidFill>
                  <a:schemeClr val="accent6">
                    <a:lumMod val="75000"/>
                  </a:schemeClr>
                </a:solidFill>
                <a:latin typeface="American Typewriter" panose="02090604020004020304" pitchFamily="18" charset="77"/>
              </a:rPr>
              <a:t>a few</a:t>
            </a:r>
            <a:r>
              <a:rPr lang="vi-VN" sz="3600" i="1">
                <a:solidFill>
                  <a:schemeClr val="accent6">
                    <a:lumMod val="75000"/>
                  </a:schemeClr>
                </a:solidFill>
                <a:latin typeface="American Typewriter" panose="02090604020004020304" pitchFamily="18" charset="77"/>
              </a:rPr>
              <a:t>, </a:t>
            </a:r>
            <a:r>
              <a:rPr lang="vi-VN" sz="3600" b="1" i="1">
                <a:solidFill>
                  <a:schemeClr val="accent6">
                    <a:lumMod val="75000"/>
                  </a:schemeClr>
                </a:solidFill>
                <a:latin typeface="American Typewriter" panose="02090604020004020304" pitchFamily="18" charset="77"/>
              </a:rPr>
              <a:t>a number of</a:t>
            </a:r>
            <a:r>
              <a:rPr lang="vi-VN" sz="3600" i="1">
                <a:solidFill>
                  <a:schemeClr val="accent6">
                    <a:lumMod val="75000"/>
                  </a:schemeClr>
                </a:solidFill>
                <a:latin typeface="American Typewriter" panose="02090604020004020304" pitchFamily="18" charset="77"/>
              </a:rPr>
              <a:t>, </a:t>
            </a:r>
            <a:r>
              <a:rPr lang="vi-VN" sz="3600" b="1" i="1">
                <a:solidFill>
                  <a:schemeClr val="accent6">
                    <a:lumMod val="75000"/>
                  </a:schemeClr>
                </a:solidFill>
                <a:latin typeface="American Typewriter" panose="02090604020004020304" pitchFamily="18" charset="77"/>
              </a:rPr>
              <a:t>a lot of</a:t>
            </a:r>
            <a:r>
              <a:rPr lang="vi-VN" sz="3600" i="1">
                <a:solidFill>
                  <a:schemeClr val="accent6">
                    <a:lumMod val="75000"/>
                  </a:schemeClr>
                </a:solidFill>
                <a:latin typeface="American Typewriter" panose="02090604020004020304" pitchFamily="18" charset="77"/>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 calcmode="lin" valueType="num">
                                      <p:cBhvr additive="base">
                                        <p:cTn id="13"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 calcmode="lin" valueType="num">
                                      <p:cBhvr additive="base">
                                        <p:cTn id="19"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
                                            <p:txEl>
                                              <p:pRg st="3" end="3"/>
                                            </p:txEl>
                                          </p:spTgt>
                                        </p:tgtEl>
                                        <p:attrNameLst>
                                          <p:attrName>style.visibility</p:attrName>
                                        </p:attrNameLst>
                                      </p:cBhvr>
                                      <p:to>
                                        <p:strVal val="visible"/>
                                      </p:to>
                                    </p:set>
                                    <p:anim calcmode="lin" valueType="num">
                                      <p:cBhvr additive="base">
                                        <p:cTn id="25"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FCEB8-39F2-FD13-EEC9-974F575CAED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F496885-2A9C-BD60-4575-48623908A597}"/>
              </a:ext>
            </a:extLst>
          </p:cNvPr>
          <p:cNvGrpSpPr/>
          <p:nvPr/>
        </p:nvGrpSpPr>
        <p:grpSpPr>
          <a:xfrm>
            <a:off x="-879206" y="-251899"/>
            <a:ext cx="21571817" cy="7756462"/>
            <a:chOff x="0" y="0"/>
            <a:chExt cx="5681466" cy="2042854"/>
          </a:xfrm>
        </p:grpSpPr>
        <p:sp>
          <p:nvSpPr>
            <p:cNvPr id="3" name="Freeform 3">
              <a:extLst>
                <a:ext uri="{FF2B5EF4-FFF2-40B4-BE49-F238E27FC236}">
                  <a16:creationId xmlns:a16="http://schemas.microsoft.com/office/drawing/2014/main" id="{4560B08A-BE6F-A0FF-48E1-EB2E789D0C59}"/>
                </a:ext>
              </a:extLst>
            </p:cNvPr>
            <p:cNvSpPr/>
            <p:nvPr/>
          </p:nvSpPr>
          <p:spPr>
            <a:xfrm>
              <a:off x="0" y="0"/>
              <a:ext cx="5681466" cy="2042854"/>
            </a:xfrm>
            <a:custGeom>
              <a:avLst/>
              <a:gdLst/>
              <a:ahLst/>
              <a:cxnLst/>
              <a:rect l="l" t="t" r="r" b="b"/>
              <a:pathLst>
                <a:path w="5681466" h="2042854">
                  <a:moveTo>
                    <a:pt x="0" y="0"/>
                  </a:moveTo>
                  <a:lnTo>
                    <a:pt x="5681466" y="0"/>
                  </a:lnTo>
                  <a:lnTo>
                    <a:pt x="5681466" y="2042854"/>
                  </a:lnTo>
                  <a:lnTo>
                    <a:pt x="0" y="2042854"/>
                  </a:lnTo>
                  <a:close/>
                </a:path>
              </a:pathLst>
            </a:custGeom>
            <a:solidFill>
              <a:srgbClr val="FFFFFF"/>
            </a:solidFill>
          </p:spPr>
          <p:txBody>
            <a:bodyPr/>
            <a:lstStyle/>
            <a:p>
              <a:endParaRPr lang="en-VN"/>
            </a:p>
          </p:txBody>
        </p:sp>
        <p:sp>
          <p:nvSpPr>
            <p:cNvPr id="4" name="TextBox 4">
              <a:extLst>
                <a:ext uri="{FF2B5EF4-FFF2-40B4-BE49-F238E27FC236}">
                  <a16:creationId xmlns:a16="http://schemas.microsoft.com/office/drawing/2014/main" id="{85E6C98E-8E4E-6E76-EC8F-98049D4D2A8A}"/>
                </a:ext>
              </a:extLst>
            </p:cNvPr>
            <p:cNvSpPr txBox="1"/>
            <p:nvPr/>
          </p:nvSpPr>
          <p:spPr>
            <a:xfrm>
              <a:off x="0" y="-57150"/>
              <a:ext cx="5681466" cy="2100004"/>
            </a:xfrm>
            <a:prstGeom prst="rect">
              <a:avLst/>
            </a:prstGeom>
          </p:spPr>
          <p:txBody>
            <a:bodyPr lIns="50800" tIns="50800" rIns="50800" bIns="50800" rtlCol="0" anchor="ctr"/>
            <a:lstStyle/>
            <a:p>
              <a:pPr algn="ctr">
                <a:lnSpc>
                  <a:spcPts val="2659"/>
                </a:lnSpc>
              </a:pPr>
              <a:endParaRPr/>
            </a:p>
          </p:txBody>
        </p:sp>
      </p:grpSp>
      <p:sp>
        <p:nvSpPr>
          <p:cNvPr id="5" name="Freeform 5">
            <a:extLst>
              <a:ext uri="{FF2B5EF4-FFF2-40B4-BE49-F238E27FC236}">
                <a16:creationId xmlns:a16="http://schemas.microsoft.com/office/drawing/2014/main" id="{F5E56763-46F6-8A28-2D8E-4F9AF1EDA051}"/>
              </a:ext>
            </a:extLst>
          </p:cNvPr>
          <p:cNvSpPr/>
          <p:nvPr/>
        </p:nvSpPr>
        <p:spPr>
          <a:xfrm flipH="1">
            <a:off x="-898256" y="2831581"/>
            <a:ext cx="6705063" cy="7214524"/>
          </a:xfrm>
          <a:custGeom>
            <a:avLst/>
            <a:gdLst/>
            <a:ahLst/>
            <a:cxnLst/>
            <a:rect l="l" t="t" r="r" b="b"/>
            <a:pathLst>
              <a:path w="9119734" h="8390156">
                <a:moveTo>
                  <a:pt x="9119735" y="0"/>
                </a:moveTo>
                <a:lnTo>
                  <a:pt x="0" y="0"/>
                </a:lnTo>
                <a:lnTo>
                  <a:pt x="0" y="8390156"/>
                </a:lnTo>
                <a:lnTo>
                  <a:pt x="9119735" y="8390156"/>
                </a:lnTo>
                <a:lnTo>
                  <a:pt x="9119735" y="0"/>
                </a:lnTo>
                <a:close/>
              </a:path>
            </a:pathLst>
          </a:custGeom>
          <a:blipFill>
            <a:blip r:embed="rId2"/>
            <a:stretch>
              <a:fillRect/>
            </a:stretch>
          </a:blipFill>
        </p:spPr>
        <p:txBody>
          <a:bodyPr/>
          <a:lstStyle/>
          <a:p>
            <a:endParaRPr lang="en-VN"/>
          </a:p>
        </p:txBody>
      </p:sp>
      <p:sp>
        <p:nvSpPr>
          <p:cNvPr id="7" name="Freeform 7">
            <a:extLst>
              <a:ext uri="{FF2B5EF4-FFF2-40B4-BE49-F238E27FC236}">
                <a16:creationId xmlns:a16="http://schemas.microsoft.com/office/drawing/2014/main" id="{E48CDFE6-0C07-406F-AEAC-84F917652F8B}"/>
              </a:ext>
            </a:extLst>
          </p:cNvPr>
          <p:cNvSpPr/>
          <p:nvPr/>
        </p:nvSpPr>
        <p:spPr>
          <a:xfrm>
            <a:off x="228600" y="339680"/>
            <a:ext cx="1881272" cy="1881272"/>
          </a:xfrm>
          <a:custGeom>
            <a:avLst/>
            <a:gdLst/>
            <a:ahLst/>
            <a:cxnLst/>
            <a:rect l="l" t="t" r="r" b="b"/>
            <a:pathLst>
              <a:path w="1881272" h="1881272">
                <a:moveTo>
                  <a:pt x="0" y="0"/>
                </a:moveTo>
                <a:lnTo>
                  <a:pt x="1881272" y="0"/>
                </a:lnTo>
                <a:lnTo>
                  <a:pt x="1881272" y="1881272"/>
                </a:lnTo>
                <a:lnTo>
                  <a:pt x="0" y="188127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VN"/>
          </a:p>
        </p:txBody>
      </p:sp>
      <p:sp>
        <p:nvSpPr>
          <p:cNvPr id="10" name="TextBox 9">
            <a:extLst>
              <a:ext uri="{FF2B5EF4-FFF2-40B4-BE49-F238E27FC236}">
                <a16:creationId xmlns:a16="http://schemas.microsoft.com/office/drawing/2014/main" id="{1FC46A88-9315-DE2B-B4B1-11C7C2DAEC9F}"/>
              </a:ext>
            </a:extLst>
          </p:cNvPr>
          <p:cNvSpPr txBox="1"/>
          <p:nvPr/>
        </p:nvSpPr>
        <p:spPr>
          <a:xfrm>
            <a:off x="3217679" y="0"/>
            <a:ext cx="15070322" cy="1027333"/>
          </a:xfrm>
          <a:prstGeom prst="rect">
            <a:avLst/>
          </a:prstGeom>
          <a:noFill/>
        </p:spPr>
        <p:txBody>
          <a:bodyPr wrap="square">
            <a:spAutoFit/>
          </a:bodyPr>
          <a:lstStyle/>
          <a:p>
            <a:pPr algn="just">
              <a:lnSpc>
                <a:spcPct val="150000"/>
              </a:lnSpc>
              <a:spcBef>
                <a:spcPts val="600"/>
              </a:spcBef>
              <a:spcAft>
                <a:spcPts val="600"/>
              </a:spcAft>
            </a:pPr>
            <a:r>
              <a:rPr lang="hy-AM" sz="4500" b="1"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1. Danh từ đếm được và danh từ không đếm được</a:t>
            </a:r>
            <a:endParaRPr lang="en-VN" sz="4500" kern="100">
              <a:solidFill>
                <a:schemeClr val="accent2"/>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22D276FC-25FB-B259-44B5-18A1C878D9EE}"/>
              </a:ext>
            </a:extLst>
          </p:cNvPr>
          <p:cNvSpPr txBox="1"/>
          <p:nvPr/>
        </p:nvSpPr>
        <p:spPr>
          <a:xfrm>
            <a:off x="5863957" y="1027333"/>
            <a:ext cx="11759234" cy="7481087"/>
          </a:xfrm>
          <a:prstGeom prst="rect">
            <a:avLst/>
          </a:prstGeom>
          <a:noFill/>
        </p:spPr>
        <p:txBody>
          <a:bodyPr wrap="square">
            <a:spAutoFit/>
          </a:bodyPr>
          <a:lstStyle/>
          <a:p>
            <a:pPr algn="just">
              <a:lnSpc>
                <a:spcPct val="150000"/>
              </a:lnSpc>
              <a:buNone/>
            </a:pPr>
            <a:r>
              <a:rPr lang="vi-VN" sz="3600" b="1">
                <a:solidFill>
                  <a:schemeClr val="accent4"/>
                </a:solidFill>
                <a:latin typeface="American Typewriter" panose="02090604020004020304" pitchFamily="18" charset="77"/>
              </a:rPr>
              <a:t>DANH TỪ KHÔNG ĐẾM ĐƯỢC</a:t>
            </a:r>
          </a:p>
          <a:p>
            <a:pPr algn="just">
              <a:lnSpc>
                <a:spcPct val="150000"/>
              </a:lnSpc>
              <a:buNone/>
            </a:pPr>
            <a:r>
              <a:rPr lang="vi-VN" sz="3600">
                <a:latin typeface="American Typewriter" panose="02090604020004020304" pitchFamily="18" charset="77"/>
              </a:rPr>
              <a:t>• Luôn ở dạng </a:t>
            </a:r>
            <a:r>
              <a:rPr lang="vi-VN" sz="3600" b="1">
                <a:latin typeface="American Typewriter" panose="02090604020004020304" pitchFamily="18" charset="77"/>
              </a:rPr>
              <a:t>số ít</a:t>
            </a:r>
            <a:r>
              <a:rPr lang="vi-VN" sz="3600">
                <a:latin typeface="American Typewriter" panose="02090604020004020304" pitchFamily="18" charset="77"/>
              </a:rPr>
              <a:t>, </a:t>
            </a:r>
            <a:r>
              <a:rPr lang="vi-VN" sz="3600" b="1">
                <a:latin typeface="American Typewriter" panose="02090604020004020304" pitchFamily="18" charset="77"/>
              </a:rPr>
              <a:t>không có hình thức số nhiều</a:t>
            </a:r>
          </a:p>
          <a:p>
            <a:pPr algn="just">
              <a:lnSpc>
                <a:spcPct val="150000"/>
              </a:lnSpc>
              <a:buNone/>
            </a:pPr>
            <a:r>
              <a:rPr lang="vi-VN" sz="3600">
                <a:latin typeface="American Typewriter" panose="02090604020004020304" pitchFamily="18" charset="77"/>
              </a:rPr>
              <a:t>• </a:t>
            </a:r>
            <a:r>
              <a:rPr lang="vi-VN" sz="3600" b="1">
                <a:latin typeface="American Typewriter" panose="02090604020004020304" pitchFamily="18" charset="77"/>
              </a:rPr>
              <a:t>Không đi</a:t>
            </a:r>
            <a:r>
              <a:rPr lang="vi-VN" sz="3600">
                <a:latin typeface="American Typewriter" panose="02090604020004020304" pitchFamily="18" charset="77"/>
              </a:rPr>
              <a:t> với mạo từ </a:t>
            </a:r>
            <a:r>
              <a:rPr lang="vi-VN" sz="3600" b="1">
                <a:latin typeface="American Typewriter" panose="02090604020004020304" pitchFamily="18" charset="77"/>
              </a:rPr>
              <a:t>a/an</a:t>
            </a:r>
            <a:r>
              <a:rPr lang="vi-VN" sz="3600">
                <a:latin typeface="American Typewriter" panose="02090604020004020304" pitchFamily="18" charset="77"/>
              </a:rPr>
              <a:t>, và </a:t>
            </a:r>
            <a:r>
              <a:rPr lang="vi-VN" sz="3600" b="1">
                <a:latin typeface="American Typewriter" panose="02090604020004020304" pitchFamily="18" charset="77"/>
              </a:rPr>
              <a:t>không thêm -s/-es</a:t>
            </a:r>
          </a:p>
          <a:p>
            <a:pPr algn="just">
              <a:lnSpc>
                <a:spcPct val="150000"/>
              </a:lnSpc>
              <a:buNone/>
            </a:pPr>
            <a:r>
              <a:rPr lang="vi-VN" sz="3600">
                <a:latin typeface="American Typewriter" panose="02090604020004020304" pitchFamily="18" charset="77"/>
              </a:rPr>
              <a:t>• </a:t>
            </a:r>
            <a:r>
              <a:rPr lang="vi-VN" sz="3600" b="1">
                <a:latin typeface="American Typewriter" panose="02090604020004020304" pitchFamily="18" charset="77"/>
              </a:rPr>
              <a:t>Không thể đếm trực tiếp bằng số cụ thể </a:t>
            </a:r>
            <a:r>
              <a:rPr lang="vi-VN" sz="3600">
                <a:latin typeface="American Typewriter" panose="02090604020004020304" pitchFamily="18" charset="77"/>
              </a:rPr>
              <a:t>(one, two, three…)</a:t>
            </a:r>
          </a:p>
          <a:p>
            <a:pPr algn="just">
              <a:lnSpc>
                <a:spcPct val="150000"/>
              </a:lnSpc>
              <a:buNone/>
            </a:pPr>
            <a:r>
              <a:rPr lang="vi-VN" sz="3600">
                <a:latin typeface="American Typewriter" panose="02090604020004020304" pitchFamily="18" charset="77"/>
              </a:rPr>
              <a:t>• Thường dùng với các lượng từ:</a:t>
            </a:r>
          </a:p>
          <a:p>
            <a:pPr algn="just">
              <a:lnSpc>
                <a:spcPct val="150000"/>
              </a:lnSpc>
              <a:buNone/>
            </a:pPr>
            <a:r>
              <a:rPr lang="vi-VN" sz="3600" b="1" i="1">
                <a:solidFill>
                  <a:schemeClr val="accent6">
                    <a:lumMod val="75000"/>
                  </a:schemeClr>
                </a:solidFill>
                <a:latin typeface="American Typewriter" panose="02090604020004020304" pitchFamily="18" charset="77"/>
              </a:rPr>
              <a:t>→ much, a little, an amount of</a:t>
            </a:r>
          </a:p>
          <a:p>
            <a:pPr algn="just">
              <a:lnSpc>
                <a:spcPct val="150000"/>
              </a:lnSpc>
              <a:buNone/>
            </a:pPr>
            <a:r>
              <a:rPr lang="vi-VN" sz="3600">
                <a:latin typeface="American Typewriter" panose="02090604020004020304" pitchFamily="18" charset="77"/>
              </a:rPr>
              <a:t>• Có thể dùng với </a:t>
            </a:r>
            <a:r>
              <a:rPr lang="vi-VN" sz="3600" b="1">
                <a:latin typeface="American Typewriter" panose="02090604020004020304" pitchFamily="18" charset="77"/>
              </a:rPr>
              <a:t>some/any </a:t>
            </a:r>
            <a:r>
              <a:rPr lang="vi-VN" sz="3600">
                <a:latin typeface="American Typewriter" panose="02090604020004020304" pitchFamily="18" charset="77"/>
              </a:rPr>
              <a:t>khi nói chung</a:t>
            </a:r>
          </a:p>
          <a:p>
            <a:pPr algn="just">
              <a:lnSpc>
                <a:spcPct val="150000"/>
              </a:lnSpc>
              <a:buNone/>
            </a:pPr>
            <a:r>
              <a:rPr lang="vi-VN" sz="3600" b="1" i="1">
                <a:solidFill>
                  <a:schemeClr val="accent6">
                    <a:lumMod val="75000"/>
                  </a:schemeClr>
                </a:solidFill>
                <a:latin typeface="American Typewriter" panose="02090604020004020304" pitchFamily="18" charset="77"/>
              </a:rPr>
              <a:t>→ some information, any advice</a:t>
            </a:r>
          </a:p>
        </p:txBody>
      </p:sp>
    </p:spTree>
    <p:extLst>
      <p:ext uri="{BB962C8B-B14F-4D97-AF65-F5344CB8AC3E}">
        <p14:creationId xmlns:p14="http://schemas.microsoft.com/office/powerpoint/2010/main" val="1316297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438B2-A69E-D95B-3056-3E0C83EA32F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08CF3FE-2A6A-3870-C69C-1B38EF610D61}"/>
              </a:ext>
            </a:extLst>
          </p:cNvPr>
          <p:cNvGrpSpPr/>
          <p:nvPr/>
        </p:nvGrpSpPr>
        <p:grpSpPr>
          <a:xfrm>
            <a:off x="-879206" y="-251899"/>
            <a:ext cx="21571817" cy="7756462"/>
            <a:chOff x="0" y="0"/>
            <a:chExt cx="5681466" cy="2042854"/>
          </a:xfrm>
        </p:grpSpPr>
        <p:sp>
          <p:nvSpPr>
            <p:cNvPr id="3" name="Freeform 3">
              <a:extLst>
                <a:ext uri="{FF2B5EF4-FFF2-40B4-BE49-F238E27FC236}">
                  <a16:creationId xmlns:a16="http://schemas.microsoft.com/office/drawing/2014/main" id="{AF4854CF-E4F1-C093-E836-E397F2FD99F3}"/>
                </a:ext>
              </a:extLst>
            </p:cNvPr>
            <p:cNvSpPr/>
            <p:nvPr/>
          </p:nvSpPr>
          <p:spPr>
            <a:xfrm>
              <a:off x="0" y="0"/>
              <a:ext cx="5681466" cy="2042854"/>
            </a:xfrm>
            <a:custGeom>
              <a:avLst/>
              <a:gdLst/>
              <a:ahLst/>
              <a:cxnLst/>
              <a:rect l="l" t="t" r="r" b="b"/>
              <a:pathLst>
                <a:path w="5681466" h="2042854">
                  <a:moveTo>
                    <a:pt x="0" y="0"/>
                  </a:moveTo>
                  <a:lnTo>
                    <a:pt x="5681466" y="0"/>
                  </a:lnTo>
                  <a:lnTo>
                    <a:pt x="5681466" y="2042854"/>
                  </a:lnTo>
                  <a:lnTo>
                    <a:pt x="0" y="2042854"/>
                  </a:lnTo>
                  <a:close/>
                </a:path>
              </a:pathLst>
            </a:custGeom>
            <a:solidFill>
              <a:srgbClr val="FFFFFF"/>
            </a:solidFill>
          </p:spPr>
          <p:txBody>
            <a:bodyPr/>
            <a:lstStyle/>
            <a:p>
              <a:endParaRPr lang="en-VN"/>
            </a:p>
          </p:txBody>
        </p:sp>
        <p:sp>
          <p:nvSpPr>
            <p:cNvPr id="4" name="TextBox 4">
              <a:extLst>
                <a:ext uri="{FF2B5EF4-FFF2-40B4-BE49-F238E27FC236}">
                  <a16:creationId xmlns:a16="http://schemas.microsoft.com/office/drawing/2014/main" id="{F33F9F7B-B3FF-C379-8A3D-242096BDC926}"/>
                </a:ext>
              </a:extLst>
            </p:cNvPr>
            <p:cNvSpPr txBox="1"/>
            <p:nvPr/>
          </p:nvSpPr>
          <p:spPr>
            <a:xfrm>
              <a:off x="0" y="-57150"/>
              <a:ext cx="5681466" cy="2100004"/>
            </a:xfrm>
            <a:prstGeom prst="rect">
              <a:avLst/>
            </a:prstGeom>
          </p:spPr>
          <p:txBody>
            <a:bodyPr lIns="50800" tIns="50800" rIns="50800" bIns="50800" rtlCol="0" anchor="ctr"/>
            <a:lstStyle/>
            <a:p>
              <a:pPr algn="ctr">
                <a:lnSpc>
                  <a:spcPts val="2659"/>
                </a:lnSpc>
              </a:pPr>
              <a:endParaRPr/>
            </a:p>
          </p:txBody>
        </p:sp>
      </p:grpSp>
      <p:sp>
        <p:nvSpPr>
          <p:cNvPr id="6" name="Freeform 6">
            <a:extLst>
              <a:ext uri="{FF2B5EF4-FFF2-40B4-BE49-F238E27FC236}">
                <a16:creationId xmlns:a16="http://schemas.microsoft.com/office/drawing/2014/main" id="{97D868BA-86B8-E3C6-BE86-F75EFC8A0768}"/>
              </a:ext>
            </a:extLst>
          </p:cNvPr>
          <p:cNvSpPr/>
          <p:nvPr/>
        </p:nvSpPr>
        <p:spPr>
          <a:xfrm>
            <a:off x="15676907" y="6943746"/>
            <a:ext cx="3164787" cy="4716749"/>
          </a:xfrm>
          <a:custGeom>
            <a:avLst/>
            <a:gdLst/>
            <a:ahLst/>
            <a:cxnLst/>
            <a:rect l="l" t="t" r="r" b="b"/>
            <a:pathLst>
              <a:path w="3164787" h="4716749">
                <a:moveTo>
                  <a:pt x="0" y="0"/>
                </a:moveTo>
                <a:lnTo>
                  <a:pt x="3164786" y="0"/>
                </a:lnTo>
                <a:lnTo>
                  <a:pt x="3164786" y="4716749"/>
                </a:lnTo>
                <a:lnTo>
                  <a:pt x="0" y="471674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VN"/>
          </a:p>
        </p:txBody>
      </p:sp>
      <p:sp>
        <p:nvSpPr>
          <p:cNvPr id="8" name="Freeform 2">
            <a:extLst>
              <a:ext uri="{FF2B5EF4-FFF2-40B4-BE49-F238E27FC236}">
                <a16:creationId xmlns:a16="http://schemas.microsoft.com/office/drawing/2014/main" id="{B9D6B7B1-A42D-C10A-163D-564B481C0F37}"/>
              </a:ext>
            </a:extLst>
          </p:cNvPr>
          <p:cNvSpPr/>
          <p:nvPr/>
        </p:nvSpPr>
        <p:spPr>
          <a:xfrm>
            <a:off x="-1210297" y="1866900"/>
            <a:ext cx="4919993" cy="8885313"/>
          </a:xfrm>
          <a:custGeom>
            <a:avLst/>
            <a:gdLst/>
            <a:ahLst/>
            <a:cxnLst/>
            <a:rect l="l" t="t" r="r" b="b"/>
            <a:pathLst>
              <a:path w="7073856" h="9723513">
                <a:moveTo>
                  <a:pt x="0" y="0"/>
                </a:moveTo>
                <a:lnTo>
                  <a:pt x="7073856" y="0"/>
                </a:lnTo>
                <a:lnTo>
                  <a:pt x="7073856" y="9723513"/>
                </a:lnTo>
                <a:lnTo>
                  <a:pt x="0" y="972351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VN"/>
          </a:p>
        </p:txBody>
      </p:sp>
      <p:sp>
        <p:nvSpPr>
          <p:cNvPr id="11" name="Freeform 9">
            <a:extLst>
              <a:ext uri="{FF2B5EF4-FFF2-40B4-BE49-F238E27FC236}">
                <a16:creationId xmlns:a16="http://schemas.microsoft.com/office/drawing/2014/main" id="{C6E0D6B8-85A9-5344-B1A6-D23B3F9E1470}"/>
              </a:ext>
            </a:extLst>
          </p:cNvPr>
          <p:cNvSpPr/>
          <p:nvPr/>
        </p:nvSpPr>
        <p:spPr>
          <a:xfrm rot="10520068">
            <a:off x="1942988" y="8872790"/>
            <a:ext cx="1283805" cy="1501145"/>
          </a:xfrm>
          <a:custGeom>
            <a:avLst/>
            <a:gdLst/>
            <a:ahLst/>
            <a:cxnLst/>
            <a:rect l="l" t="t" r="r" b="b"/>
            <a:pathLst>
              <a:path w="1957042" h="1779129">
                <a:moveTo>
                  <a:pt x="0" y="0"/>
                </a:moveTo>
                <a:lnTo>
                  <a:pt x="1957042" y="0"/>
                </a:lnTo>
                <a:lnTo>
                  <a:pt x="1957042" y="1779129"/>
                </a:lnTo>
                <a:lnTo>
                  <a:pt x="0" y="177912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VN"/>
          </a:p>
        </p:txBody>
      </p:sp>
      <p:sp>
        <p:nvSpPr>
          <p:cNvPr id="12" name="Freeform 10">
            <a:extLst>
              <a:ext uri="{FF2B5EF4-FFF2-40B4-BE49-F238E27FC236}">
                <a16:creationId xmlns:a16="http://schemas.microsoft.com/office/drawing/2014/main" id="{E998D238-1479-CF63-A3F0-A323ED762736}"/>
              </a:ext>
            </a:extLst>
          </p:cNvPr>
          <p:cNvSpPr/>
          <p:nvPr/>
        </p:nvSpPr>
        <p:spPr>
          <a:xfrm rot="-1845096" flipH="1">
            <a:off x="-453720" y="8866433"/>
            <a:ext cx="907439" cy="1322567"/>
          </a:xfrm>
          <a:custGeom>
            <a:avLst/>
            <a:gdLst/>
            <a:ahLst/>
            <a:cxnLst/>
            <a:rect l="l" t="t" r="r" b="b"/>
            <a:pathLst>
              <a:path w="1292104" h="1883771">
                <a:moveTo>
                  <a:pt x="1292104" y="0"/>
                </a:moveTo>
                <a:lnTo>
                  <a:pt x="0" y="0"/>
                </a:lnTo>
                <a:lnTo>
                  <a:pt x="0" y="1883770"/>
                </a:lnTo>
                <a:lnTo>
                  <a:pt x="1292104" y="1883770"/>
                </a:lnTo>
                <a:lnTo>
                  <a:pt x="1292104" y="0"/>
                </a:lnTo>
                <a:close/>
              </a:path>
            </a:pathLst>
          </a:custGeom>
          <a:blipFill>
            <a:blip r:embed="rId5"/>
            <a:stretch>
              <a:fillRect t="-2260" b="-2260"/>
            </a:stretch>
          </a:blipFill>
        </p:spPr>
        <p:txBody>
          <a:bodyPr/>
          <a:lstStyle/>
          <a:p>
            <a:endParaRPr lang="en-VN"/>
          </a:p>
        </p:txBody>
      </p:sp>
      <p:sp>
        <p:nvSpPr>
          <p:cNvPr id="17" name="TextBox 16">
            <a:extLst>
              <a:ext uri="{FF2B5EF4-FFF2-40B4-BE49-F238E27FC236}">
                <a16:creationId xmlns:a16="http://schemas.microsoft.com/office/drawing/2014/main" id="{A84F12CF-7E7F-B507-DAC5-78E884ECDBD8}"/>
              </a:ext>
            </a:extLst>
          </p:cNvPr>
          <p:cNvSpPr txBox="1"/>
          <p:nvPr/>
        </p:nvSpPr>
        <p:spPr>
          <a:xfrm>
            <a:off x="3238500" y="249902"/>
            <a:ext cx="14020800" cy="5493299"/>
          </a:xfrm>
          <a:prstGeom prst="rect">
            <a:avLst/>
          </a:prstGeom>
          <a:noFill/>
        </p:spPr>
        <p:txBody>
          <a:bodyPr wrap="square">
            <a:spAutoFit/>
          </a:bodyPr>
          <a:lstStyle/>
          <a:p>
            <a:pPr algn="just">
              <a:lnSpc>
                <a:spcPct val="150000"/>
              </a:lnSpc>
            </a:pPr>
            <a:r>
              <a:rPr lang="en-US" sz="6000" b="1">
                <a:effectLst/>
                <a:latin typeface="American Typewriter" panose="02090604020004020304" pitchFamily="18" charset="77"/>
                <a:ea typeface="Calibri" panose="020F0502020204030204" pitchFamily="34" charset="0"/>
                <a:cs typeface="Times New Roman" panose="02020603050405020304" pitchFamily="18" charset="0"/>
              </a:rPr>
              <a:t>Bài tập áp dụng 1: </a:t>
            </a:r>
            <a:r>
              <a:rPr lang="en-US" sz="6000">
                <a:effectLst/>
                <a:latin typeface="American Typewriter" panose="02090604020004020304" pitchFamily="18" charset="77"/>
                <a:ea typeface="Calibri" panose="020F0502020204030204" pitchFamily="34" charset="0"/>
                <a:cs typeface="Times New Roman" panose="02020603050405020304" pitchFamily="18" charset="0"/>
              </a:rPr>
              <a:t>Phân loại các danh từ sau đây thành</a:t>
            </a:r>
            <a:r>
              <a:rPr lang="en-US" sz="6000" b="1">
                <a:effectLst/>
                <a:latin typeface="American Typewriter" panose="02090604020004020304" pitchFamily="18" charset="77"/>
                <a:ea typeface="Calibri" panose="020F0502020204030204" pitchFamily="34" charset="0"/>
                <a:cs typeface="Times New Roman" panose="02020603050405020304" pitchFamily="18" charset="0"/>
              </a:rPr>
              <a:t> “danh từ đếm được” </a:t>
            </a:r>
            <a:r>
              <a:rPr lang="en-US" sz="6000">
                <a:effectLst/>
                <a:latin typeface="American Typewriter" panose="02090604020004020304" pitchFamily="18" charset="77"/>
                <a:ea typeface="Calibri" panose="020F0502020204030204" pitchFamily="34" charset="0"/>
                <a:cs typeface="Times New Roman" panose="02020603050405020304" pitchFamily="18" charset="0"/>
              </a:rPr>
              <a:t>hay</a:t>
            </a:r>
            <a:r>
              <a:rPr lang="en-US" sz="6000" b="1">
                <a:effectLst/>
                <a:latin typeface="American Typewriter" panose="02090604020004020304" pitchFamily="18" charset="77"/>
                <a:ea typeface="Calibri" panose="020F0502020204030204" pitchFamily="34" charset="0"/>
                <a:cs typeface="Times New Roman" panose="02020603050405020304" pitchFamily="18" charset="0"/>
              </a:rPr>
              <a:t> “danh từ không đếm được</a:t>
            </a:r>
            <a:r>
              <a:rPr lang="en-US" sz="6000">
                <a:effectLst/>
                <a:latin typeface="American Typewriter" panose="02090604020004020304" pitchFamily="18" charset="77"/>
                <a:ea typeface="Calibri" panose="020F0502020204030204" pitchFamily="34" charset="0"/>
                <a:cs typeface="Times New Roman" panose="02020603050405020304" pitchFamily="18" charset="0"/>
              </a:rPr>
              <a:t>”.</a:t>
            </a:r>
            <a:r>
              <a:rPr lang="en-VN" sz="6000">
                <a:effectLst/>
              </a:rPr>
              <a:t> </a:t>
            </a:r>
            <a:endParaRPr lang="en-VN" sz="6000"/>
          </a:p>
        </p:txBody>
      </p:sp>
      <p:sp>
        <p:nvSpPr>
          <p:cNvPr id="19" name="TextBox 18">
            <a:extLst>
              <a:ext uri="{FF2B5EF4-FFF2-40B4-BE49-F238E27FC236}">
                <a16:creationId xmlns:a16="http://schemas.microsoft.com/office/drawing/2014/main" id="{8333FB18-CDC4-B1F2-29D7-2096C1FD574E}"/>
              </a:ext>
            </a:extLst>
          </p:cNvPr>
          <p:cNvSpPr txBox="1"/>
          <p:nvPr/>
        </p:nvSpPr>
        <p:spPr>
          <a:xfrm>
            <a:off x="3836428" y="6309556"/>
            <a:ext cx="13079971" cy="2280817"/>
          </a:xfrm>
          <a:prstGeom prst="rect">
            <a:avLst/>
          </a:prstGeom>
          <a:noFill/>
        </p:spPr>
        <p:txBody>
          <a:bodyPr wrap="square">
            <a:spAutoFit/>
          </a:bodyPr>
          <a:lstStyle/>
          <a:p>
            <a:pPr algn="just">
              <a:lnSpc>
                <a:spcPct val="150000"/>
              </a:lnSpc>
              <a:spcAft>
                <a:spcPts val="800"/>
              </a:spcAft>
            </a:pPr>
            <a:r>
              <a:rPr lang="en-US" sz="5000" kern="100">
                <a:effectLst/>
                <a:latin typeface="American Typewriter" panose="02090604020004020304" pitchFamily="18" charset="77"/>
                <a:ea typeface="Calibri" panose="020F0502020204030204" pitchFamily="34" charset="0"/>
                <a:cs typeface="Times New Roman" panose="02020603050405020304" pitchFamily="18" charset="0"/>
              </a:rPr>
              <a:t>book, information, place, money, news, friend, student, class, water, air</a:t>
            </a:r>
            <a:endParaRPr lang="en-VN" sz="5000" kern="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0" name="Rounded Rectangle 19">
            <a:extLst>
              <a:ext uri="{FF2B5EF4-FFF2-40B4-BE49-F238E27FC236}">
                <a16:creationId xmlns:a16="http://schemas.microsoft.com/office/drawing/2014/main" id="{B003BBA0-58AC-9852-B5EF-B5C67C2783A5}"/>
              </a:ext>
            </a:extLst>
          </p:cNvPr>
          <p:cNvSpPr/>
          <p:nvPr/>
        </p:nvSpPr>
        <p:spPr>
          <a:xfrm>
            <a:off x="3429702" y="6129487"/>
            <a:ext cx="13829598" cy="2698919"/>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16281489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8FD77-C12E-6EFB-9C19-8DB499D714E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289C1B1-E565-1A67-4D3B-D687F4FFB4AC}"/>
              </a:ext>
            </a:extLst>
          </p:cNvPr>
          <p:cNvGrpSpPr/>
          <p:nvPr/>
        </p:nvGrpSpPr>
        <p:grpSpPr>
          <a:xfrm>
            <a:off x="-879206" y="-251899"/>
            <a:ext cx="21571817" cy="7756462"/>
            <a:chOff x="0" y="0"/>
            <a:chExt cx="5681466" cy="2042854"/>
          </a:xfrm>
        </p:grpSpPr>
        <p:sp>
          <p:nvSpPr>
            <p:cNvPr id="3" name="Freeform 3">
              <a:extLst>
                <a:ext uri="{FF2B5EF4-FFF2-40B4-BE49-F238E27FC236}">
                  <a16:creationId xmlns:a16="http://schemas.microsoft.com/office/drawing/2014/main" id="{691CC8CE-E3B1-DD78-8331-617A19A537DB}"/>
                </a:ext>
              </a:extLst>
            </p:cNvPr>
            <p:cNvSpPr/>
            <p:nvPr/>
          </p:nvSpPr>
          <p:spPr>
            <a:xfrm>
              <a:off x="0" y="0"/>
              <a:ext cx="5681466" cy="2042854"/>
            </a:xfrm>
            <a:custGeom>
              <a:avLst/>
              <a:gdLst/>
              <a:ahLst/>
              <a:cxnLst/>
              <a:rect l="l" t="t" r="r" b="b"/>
              <a:pathLst>
                <a:path w="5681466" h="2042854">
                  <a:moveTo>
                    <a:pt x="0" y="0"/>
                  </a:moveTo>
                  <a:lnTo>
                    <a:pt x="5681466" y="0"/>
                  </a:lnTo>
                  <a:lnTo>
                    <a:pt x="5681466" y="2042854"/>
                  </a:lnTo>
                  <a:lnTo>
                    <a:pt x="0" y="2042854"/>
                  </a:lnTo>
                  <a:close/>
                </a:path>
              </a:pathLst>
            </a:custGeom>
            <a:solidFill>
              <a:srgbClr val="FFFFFF"/>
            </a:solidFill>
          </p:spPr>
          <p:txBody>
            <a:bodyPr/>
            <a:lstStyle/>
            <a:p>
              <a:endParaRPr lang="en-VN"/>
            </a:p>
          </p:txBody>
        </p:sp>
        <p:sp>
          <p:nvSpPr>
            <p:cNvPr id="4" name="TextBox 4">
              <a:extLst>
                <a:ext uri="{FF2B5EF4-FFF2-40B4-BE49-F238E27FC236}">
                  <a16:creationId xmlns:a16="http://schemas.microsoft.com/office/drawing/2014/main" id="{F7708575-2958-65D6-A443-A421A3EAC5CB}"/>
                </a:ext>
              </a:extLst>
            </p:cNvPr>
            <p:cNvSpPr txBox="1"/>
            <p:nvPr/>
          </p:nvSpPr>
          <p:spPr>
            <a:xfrm>
              <a:off x="0" y="-57150"/>
              <a:ext cx="5681466" cy="2100004"/>
            </a:xfrm>
            <a:prstGeom prst="rect">
              <a:avLst/>
            </a:prstGeom>
          </p:spPr>
          <p:txBody>
            <a:bodyPr lIns="50800" tIns="50800" rIns="50800" bIns="50800" rtlCol="0" anchor="ctr"/>
            <a:lstStyle/>
            <a:p>
              <a:pPr algn="ctr">
                <a:lnSpc>
                  <a:spcPts val="2659"/>
                </a:lnSpc>
              </a:pPr>
              <a:endParaRPr/>
            </a:p>
          </p:txBody>
        </p:sp>
      </p:grpSp>
      <p:sp>
        <p:nvSpPr>
          <p:cNvPr id="6" name="Freeform 6">
            <a:extLst>
              <a:ext uri="{FF2B5EF4-FFF2-40B4-BE49-F238E27FC236}">
                <a16:creationId xmlns:a16="http://schemas.microsoft.com/office/drawing/2014/main" id="{324AE864-0629-6709-2F00-D1A32BD79706}"/>
              </a:ext>
            </a:extLst>
          </p:cNvPr>
          <p:cNvSpPr/>
          <p:nvPr/>
        </p:nvSpPr>
        <p:spPr>
          <a:xfrm>
            <a:off x="15676907" y="6943746"/>
            <a:ext cx="3164787" cy="4716749"/>
          </a:xfrm>
          <a:custGeom>
            <a:avLst/>
            <a:gdLst/>
            <a:ahLst/>
            <a:cxnLst/>
            <a:rect l="l" t="t" r="r" b="b"/>
            <a:pathLst>
              <a:path w="3164787" h="4716749">
                <a:moveTo>
                  <a:pt x="0" y="0"/>
                </a:moveTo>
                <a:lnTo>
                  <a:pt x="3164786" y="0"/>
                </a:lnTo>
                <a:lnTo>
                  <a:pt x="3164786" y="4716749"/>
                </a:lnTo>
                <a:lnTo>
                  <a:pt x="0" y="471674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VN"/>
          </a:p>
        </p:txBody>
      </p:sp>
      <p:sp>
        <p:nvSpPr>
          <p:cNvPr id="8" name="Freeform 2">
            <a:extLst>
              <a:ext uri="{FF2B5EF4-FFF2-40B4-BE49-F238E27FC236}">
                <a16:creationId xmlns:a16="http://schemas.microsoft.com/office/drawing/2014/main" id="{AFDF9A1C-9F6C-520E-2EDA-1D73F54D46D0}"/>
              </a:ext>
            </a:extLst>
          </p:cNvPr>
          <p:cNvSpPr/>
          <p:nvPr/>
        </p:nvSpPr>
        <p:spPr>
          <a:xfrm>
            <a:off x="-1210297" y="1866900"/>
            <a:ext cx="4919993" cy="8885313"/>
          </a:xfrm>
          <a:custGeom>
            <a:avLst/>
            <a:gdLst/>
            <a:ahLst/>
            <a:cxnLst/>
            <a:rect l="l" t="t" r="r" b="b"/>
            <a:pathLst>
              <a:path w="7073856" h="9723513">
                <a:moveTo>
                  <a:pt x="0" y="0"/>
                </a:moveTo>
                <a:lnTo>
                  <a:pt x="7073856" y="0"/>
                </a:lnTo>
                <a:lnTo>
                  <a:pt x="7073856" y="9723513"/>
                </a:lnTo>
                <a:lnTo>
                  <a:pt x="0" y="972351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VN"/>
          </a:p>
        </p:txBody>
      </p:sp>
      <p:sp>
        <p:nvSpPr>
          <p:cNvPr id="11" name="Freeform 9">
            <a:extLst>
              <a:ext uri="{FF2B5EF4-FFF2-40B4-BE49-F238E27FC236}">
                <a16:creationId xmlns:a16="http://schemas.microsoft.com/office/drawing/2014/main" id="{5B611C11-C50C-C9C5-9F98-FBD4A0F8074A}"/>
              </a:ext>
            </a:extLst>
          </p:cNvPr>
          <p:cNvSpPr/>
          <p:nvPr/>
        </p:nvSpPr>
        <p:spPr>
          <a:xfrm rot="10520068">
            <a:off x="1942988" y="8872790"/>
            <a:ext cx="1283805" cy="1501145"/>
          </a:xfrm>
          <a:custGeom>
            <a:avLst/>
            <a:gdLst/>
            <a:ahLst/>
            <a:cxnLst/>
            <a:rect l="l" t="t" r="r" b="b"/>
            <a:pathLst>
              <a:path w="1957042" h="1779129">
                <a:moveTo>
                  <a:pt x="0" y="0"/>
                </a:moveTo>
                <a:lnTo>
                  <a:pt x="1957042" y="0"/>
                </a:lnTo>
                <a:lnTo>
                  <a:pt x="1957042" y="1779129"/>
                </a:lnTo>
                <a:lnTo>
                  <a:pt x="0" y="177912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VN"/>
          </a:p>
        </p:txBody>
      </p:sp>
      <p:sp>
        <p:nvSpPr>
          <p:cNvPr id="12" name="Freeform 10">
            <a:extLst>
              <a:ext uri="{FF2B5EF4-FFF2-40B4-BE49-F238E27FC236}">
                <a16:creationId xmlns:a16="http://schemas.microsoft.com/office/drawing/2014/main" id="{6C2DA3C4-895F-96F1-DDD1-D24F1FC4200C}"/>
              </a:ext>
            </a:extLst>
          </p:cNvPr>
          <p:cNvSpPr/>
          <p:nvPr/>
        </p:nvSpPr>
        <p:spPr>
          <a:xfrm rot="-1845096" flipH="1">
            <a:off x="-453720" y="8866433"/>
            <a:ext cx="907439" cy="1322567"/>
          </a:xfrm>
          <a:custGeom>
            <a:avLst/>
            <a:gdLst/>
            <a:ahLst/>
            <a:cxnLst/>
            <a:rect l="l" t="t" r="r" b="b"/>
            <a:pathLst>
              <a:path w="1292104" h="1883771">
                <a:moveTo>
                  <a:pt x="1292104" y="0"/>
                </a:moveTo>
                <a:lnTo>
                  <a:pt x="0" y="0"/>
                </a:lnTo>
                <a:lnTo>
                  <a:pt x="0" y="1883770"/>
                </a:lnTo>
                <a:lnTo>
                  <a:pt x="1292104" y="1883770"/>
                </a:lnTo>
                <a:lnTo>
                  <a:pt x="1292104" y="0"/>
                </a:lnTo>
                <a:close/>
              </a:path>
            </a:pathLst>
          </a:custGeom>
          <a:blipFill>
            <a:blip r:embed="rId5"/>
            <a:stretch>
              <a:fillRect t="-2260" b="-2260"/>
            </a:stretch>
          </a:blipFill>
        </p:spPr>
        <p:txBody>
          <a:bodyPr/>
          <a:lstStyle/>
          <a:p>
            <a:endParaRPr lang="en-VN"/>
          </a:p>
        </p:txBody>
      </p:sp>
      <p:sp>
        <p:nvSpPr>
          <p:cNvPr id="17" name="TextBox 16">
            <a:extLst>
              <a:ext uri="{FF2B5EF4-FFF2-40B4-BE49-F238E27FC236}">
                <a16:creationId xmlns:a16="http://schemas.microsoft.com/office/drawing/2014/main" id="{7F4768C1-B122-4828-5693-B9B3A14EB1FA}"/>
              </a:ext>
            </a:extLst>
          </p:cNvPr>
          <p:cNvSpPr txBox="1"/>
          <p:nvPr/>
        </p:nvSpPr>
        <p:spPr>
          <a:xfrm>
            <a:off x="3238500" y="249902"/>
            <a:ext cx="5905500" cy="8256106"/>
          </a:xfrm>
          <a:prstGeom prst="rect">
            <a:avLst/>
          </a:prstGeom>
          <a:noFill/>
        </p:spPr>
        <p:txBody>
          <a:bodyPr wrap="square">
            <a:spAutoFit/>
          </a:bodyPr>
          <a:lstStyle/>
          <a:p>
            <a:pPr>
              <a:lnSpc>
                <a:spcPct val="150000"/>
              </a:lnSpc>
            </a:pPr>
            <a:r>
              <a:rPr lang="en-VN" sz="6000" b="1">
                <a:solidFill>
                  <a:schemeClr val="accent2"/>
                </a:solidFill>
                <a:latin typeface="American Typewriter" panose="02090604020004020304" pitchFamily="18" charset="77"/>
              </a:rPr>
              <a:t>🔹 </a:t>
            </a:r>
            <a:r>
              <a:rPr lang="vi-VN" sz="6000" b="1">
                <a:solidFill>
                  <a:schemeClr val="accent2"/>
                </a:solidFill>
                <a:latin typeface="American Typewriter" panose="02090604020004020304" pitchFamily="18" charset="77"/>
              </a:rPr>
              <a:t>Đếm được</a:t>
            </a:r>
          </a:p>
          <a:p>
            <a:pPr lvl="2">
              <a:lnSpc>
                <a:spcPct val="150000"/>
              </a:lnSpc>
            </a:pPr>
            <a:r>
              <a:rPr lang="vi-VN" sz="6000">
                <a:latin typeface="American Typewriter" panose="02090604020004020304" pitchFamily="18" charset="77"/>
              </a:rPr>
              <a:t>book</a:t>
            </a:r>
          </a:p>
          <a:p>
            <a:pPr lvl="2">
              <a:lnSpc>
                <a:spcPct val="150000"/>
              </a:lnSpc>
            </a:pPr>
            <a:r>
              <a:rPr lang="vi-VN" sz="6000">
                <a:latin typeface="American Typewriter" panose="02090604020004020304" pitchFamily="18" charset="77"/>
              </a:rPr>
              <a:t>place</a:t>
            </a:r>
          </a:p>
          <a:p>
            <a:pPr lvl="2">
              <a:lnSpc>
                <a:spcPct val="150000"/>
              </a:lnSpc>
            </a:pPr>
            <a:r>
              <a:rPr lang="vi-VN" sz="6000">
                <a:latin typeface="American Typewriter" panose="02090604020004020304" pitchFamily="18" charset="77"/>
              </a:rPr>
              <a:t>friend</a:t>
            </a:r>
          </a:p>
          <a:p>
            <a:pPr lvl="2">
              <a:lnSpc>
                <a:spcPct val="150000"/>
              </a:lnSpc>
            </a:pPr>
            <a:r>
              <a:rPr lang="vi-VN" sz="6000">
                <a:latin typeface="American Typewriter" panose="02090604020004020304" pitchFamily="18" charset="77"/>
              </a:rPr>
              <a:t>student</a:t>
            </a:r>
          </a:p>
          <a:p>
            <a:pPr lvl="2">
              <a:lnSpc>
                <a:spcPct val="150000"/>
              </a:lnSpc>
            </a:pPr>
            <a:r>
              <a:rPr lang="vi-VN" sz="6000">
                <a:latin typeface="American Typewriter" panose="02090604020004020304" pitchFamily="18" charset="77"/>
              </a:rPr>
              <a:t>class</a:t>
            </a:r>
          </a:p>
        </p:txBody>
      </p:sp>
      <p:sp>
        <p:nvSpPr>
          <p:cNvPr id="5" name="TextBox 4">
            <a:extLst>
              <a:ext uri="{FF2B5EF4-FFF2-40B4-BE49-F238E27FC236}">
                <a16:creationId xmlns:a16="http://schemas.microsoft.com/office/drawing/2014/main" id="{6D60000A-5EAA-2A99-AD91-92B2334C99C8}"/>
              </a:ext>
            </a:extLst>
          </p:cNvPr>
          <p:cNvSpPr txBox="1"/>
          <p:nvPr/>
        </p:nvSpPr>
        <p:spPr>
          <a:xfrm>
            <a:off x="9457702" y="288002"/>
            <a:ext cx="7839697" cy="8256106"/>
          </a:xfrm>
          <a:prstGeom prst="rect">
            <a:avLst/>
          </a:prstGeom>
          <a:noFill/>
        </p:spPr>
        <p:txBody>
          <a:bodyPr wrap="square">
            <a:spAutoFit/>
          </a:bodyPr>
          <a:lstStyle/>
          <a:p>
            <a:pPr>
              <a:lnSpc>
                <a:spcPct val="150000"/>
              </a:lnSpc>
            </a:pPr>
            <a:r>
              <a:rPr lang="en-VN" sz="6000" b="1">
                <a:solidFill>
                  <a:schemeClr val="accent2"/>
                </a:solidFill>
                <a:latin typeface="American Typewriter" panose="02090604020004020304" pitchFamily="18" charset="77"/>
              </a:rPr>
              <a:t>🔹 </a:t>
            </a:r>
            <a:r>
              <a:rPr lang="vi-VN" sz="6000" b="1">
                <a:solidFill>
                  <a:schemeClr val="accent2"/>
                </a:solidFill>
                <a:latin typeface="American Typewriter" panose="02090604020004020304" pitchFamily="18" charset="77"/>
              </a:rPr>
              <a:t>Không đếm được</a:t>
            </a:r>
          </a:p>
          <a:p>
            <a:pPr lvl="1">
              <a:lnSpc>
                <a:spcPct val="150000"/>
              </a:lnSpc>
            </a:pPr>
            <a:r>
              <a:rPr lang="vi-VN" sz="6000">
                <a:latin typeface="American Typewriter" panose="02090604020004020304" pitchFamily="18" charset="77"/>
              </a:rPr>
              <a:t>information</a:t>
            </a:r>
          </a:p>
          <a:p>
            <a:pPr lvl="1">
              <a:lnSpc>
                <a:spcPct val="150000"/>
              </a:lnSpc>
            </a:pPr>
            <a:r>
              <a:rPr lang="vi-VN" sz="6000">
                <a:latin typeface="American Typewriter" panose="02090604020004020304" pitchFamily="18" charset="77"/>
              </a:rPr>
              <a:t>money</a:t>
            </a:r>
          </a:p>
          <a:p>
            <a:pPr lvl="1">
              <a:lnSpc>
                <a:spcPct val="150000"/>
              </a:lnSpc>
            </a:pPr>
            <a:r>
              <a:rPr lang="vi-VN" sz="6000">
                <a:latin typeface="American Typewriter" panose="02090604020004020304" pitchFamily="18" charset="77"/>
              </a:rPr>
              <a:t>news</a:t>
            </a:r>
          </a:p>
          <a:p>
            <a:pPr lvl="1">
              <a:lnSpc>
                <a:spcPct val="150000"/>
              </a:lnSpc>
            </a:pPr>
            <a:r>
              <a:rPr lang="vi-VN" sz="6000">
                <a:latin typeface="American Typewriter" panose="02090604020004020304" pitchFamily="18" charset="77"/>
              </a:rPr>
              <a:t>water</a:t>
            </a:r>
          </a:p>
          <a:p>
            <a:pPr lvl="1">
              <a:lnSpc>
                <a:spcPct val="150000"/>
              </a:lnSpc>
            </a:pPr>
            <a:r>
              <a:rPr lang="vi-VN" sz="6000">
                <a:latin typeface="American Typewriter" panose="02090604020004020304" pitchFamily="18" charset="77"/>
              </a:rPr>
              <a:t>air</a:t>
            </a:r>
          </a:p>
        </p:txBody>
      </p:sp>
    </p:spTree>
    <p:extLst>
      <p:ext uri="{BB962C8B-B14F-4D97-AF65-F5344CB8AC3E}">
        <p14:creationId xmlns:p14="http://schemas.microsoft.com/office/powerpoint/2010/main" val="1748823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5" name="Group 5"/>
          <p:cNvGrpSpPr/>
          <p:nvPr/>
        </p:nvGrpSpPr>
        <p:grpSpPr>
          <a:xfrm>
            <a:off x="-468564" y="9258300"/>
            <a:ext cx="20045165" cy="2219574"/>
            <a:chOff x="0" y="0"/>
            <a:chExt cx="5279385" cy="584579"/>
          </a:xfrm>
        </p:grpSpPr>
        <p:sp>
          <p:nvSpPr>
            <p:cNvPr id="6" name="Freeform 6"/>
            <p:cNvSpPr/>
            <p:nvPr/>
          </p:nvSpPr>
          <p:spPr>
            <a:xfrm>
              <a:off x="0" y="0"/>
              <a:ext cx="5279385" cy="584579"/>
            </a:xfrm>
            <a:custGeom>
              <a:avLst/>
              <a:gdLst/>
              <a:ahLst/>
              <a:cxnLst/>
              <a:rect l="l" t="t" r="r" b="b"/>
              <a:pathLst>
                <a:path w="5279385" h="584579">
                  <a:moveTo>
                    <a:pt x="0" y="0"/>
                  </a:moveTo>
                  <a:lnTo>
                    <a:pt x="5279385" y="0"/>
                  </a:lnTo>
                  <a:lnTo>
                    <a:pt x="5279385" y="584579"/>
                  </a:lnTo>
                  <a:lnTo>
                    <a:pt x="0" y="584579"/>
                  </a:lnTo>
                  <a:close/>
                </a:path>
              </a:pathLst>
            </a:custGeom>
            <a:solidFill>
              <a:srgbClr val="9A6E5F"/>
            </a:solidFill>
          </p:spPr>
          <p:txBody>
            <a:bodyPr/>
            <a:lstStyle/>
            <a:p>
              <a:endParaRPr lang="en-VN"/>
            </a:p>
          </p:txBody>
        </p:sp>
        <p:sp>
          <p:nvSpPr>
            <p:cNvPr id="7" name="TextBox 7"/>
            <p:cNvSpPr txBox="1"/>
            <p:nvPr/>
          </p:nvSpPr>
          <p:spPr>
            <a:xfrm>
              <a:off x="0" y="-57150"/>
              <a:ext cx="5279385" cy="641729"/>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12210403" y="5143500"/>
            <a:ext cx="6077597" cy="6935917"/>
          </a:xfrm>
          <a:custGeom>
            <a:avLst/>
            <a:gdLst/>
            <a:ahLst/>
            <a:cxnLst/>
            <a:rect l="l" t="t" r="r" b="b"/>
            <a:pathLst>
              <a:path w="6077597" h="6935917">
                <a:moveTo>
                  <a:pt x="0" y="0"/>
                </a:moveTo>
                <a:lnTo>
                  <a:pt x="6077597" y="0"/>
                </a:lnTo>
                <a:lnTo>
                  <a:pt x="6077597" y="6935917"/>
                </a:lnTo>
                <a:lnTo>
                  <a:pt x="0" y="693591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VN"/>
          </a:p>
        </p:txBody>
      </p:sp>
      <p:sp>
        <p:nvSpPr>
          <p:cNvPr id="9" name="Freeform 9"/>
          <p:cNvSpPr/>
          <p:nvPr/>
        </p:nvSpPr>
        <p:spPr>
          <a:xfrm>
            <a:off x="16108299" y="-1140262"/>
            <a:ext cx="1829815" cy="4337925"/>
          </a:xfrm>
          <a:custGeom>
            <a:avLst/>
            <a:gdLst/>
            <a:ahLst/>
            <a:cxnLst/>
            <a:rect l="l" t="t" r="r" b="b"/>
            <a:pathLst>
              <a:path w="1829815" h="4337925">
                <a:moveTo>
                  <a:pt x="0" y="0"/>
                </a:moveTo>
                <a:lnTo>
                  <a:pt x="1829816" y="0"/>
                </a:lnTo>
                <a:lnTo>
                  <a:pt x="1829816" y="4337924"/>
                </a:lnTo>
                <a:lnTo>
                  <a:pt x="0" y="433792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VN"/>
          </a:p>
        </p:txBody>
      </p:sp>
      <p:sp>
        <p:nvSpPr>
          <p:cNvPr id="10" name="Freeform 10"/>
          <p:cNvSpPr/>
          <p:nvPr/>
        </p:nvSpPr>
        <p:spPr>
          <a:xfrm>
            <a:off x="-643762" y="8919468"/>
            <a:ext cx="5063362" cy="2219574"/>
          </a:xfrm>
          <a:custGeom>
            <a:avLst/>
            <a:gdLst/>
            <a:ahLst/>
            <a:cxnLst/>
            <a:rect l="l" t="t" r="r" b="b"/>
            <a:pathLst>
              <a:path w="4615938" h="1730977">
                <a:moveTo>
                  <a:pt x="0" y="0"/>
                </a:moveTo>
                <a:lnTo>
                  <a:pt x="4615938" y="0"/>
                </a:lnTo>
                <a:lnTo>
                  <a:pt x="4615938" y="1730977"/>
                </a:lnTo>
                <a:lnTo>
                  <a:pt x="0" y="1730977"/>
                </a:lnTo>
                <a:lnTo>
                  <a:pt x="0" y="0"/>
                </a:lnTo>
                <a:close/>
              </a:path>
            </a:pathLst>
          </a:custGeom>
          <a:blipFill>
            <a:blip r:embed="rId4"/>
            <a:stretch>
              <a:fillRect/>
            </a:stretch>
          </a:blipFill>
        </p:spPr>
        <p:txBody>
          <a:bodyPr/>
          <a:lstStyle/>
          <a:p>
            <a:endParaRPr lang="en-VN"/>
          </a:p>
        </p:txBody>
      </p:sp>
      <p:sp>
        <p:nvSpPr>
          <p:cNvPr id="13" name="TextBox 12">
            <a:extLst>
              <a:ext uri="{FF2B5EF4-FFF2-40B4-BE49-F238E27FC236}">
                <a16:creationId xmlns:a16="http://schemas.microsoft.com/office/drawing/2014/main" id="{6E60975F-2AA5-180D-7760-C891CDFCFAAB}"/>
              </a:ext>
            </a:extLst>
          </p:cNvPr>
          <p:cNvSpPr txBox="1"/>
          <p:nvPr/>
        </p:nvSpPr>
        <p:spPr>
          <a:xfrm>
            <a:off x="349886" y="338359"/>
            <a:ext cx="14249400" cy="8530477"/>
          </a:xfrm>
          <a:prstGeom prst="rect">
            <a:avLst/>
          </a:prstGeom>
          <a:noFill/>
        </p:spPr>
        <p:txBody>
          <a:bodyPr wrap="square">
            <a:spAutoFit/>
          </a:bodyPr>
          <a:lstStyle/>
          <a:p>
            <a:pPr algn="just">
              <a:lnSpc>
                <a:spcPct val="150000"/>
              </a:lnSpc>
              <a:spcBef>
                <a:spcPts val="600"/>
              </a:spcBef>
              <a:spcAft>
                <a:spcPts val="600"/>
              </a:spcAft>
              <a:buNone/>
            </a:pPr>
            <a:r>
              <a:rPr lang="hy-AM" sz="4500" b="1"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Bài tập dụng </a:t>
            </a:r>
            <a:r>
              <a:rPr lang="en-US" sz="4500" b="1"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2</a:t>
            </a:r>
            <a:r>
              <a:rPr lang="hy-AM" sz="4500"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a:t>
            </a:r>
            <a:r>
              <a:rPr lang="en-US" sz="4500" b="1" kern="100">
                <a:solidFill>
                  <a:schemeClr val="accent2"/>
                </a:solidFill>
                <a:latin typeface="American Typewriter" panose="02090604020004020304" pitchFamily="18" charset="77"/>
                <a:ea typeface="Calibri" panose="020F0502020204030204" pitchFamily="34" charset="0"/>
                <a:cs typeface="Times New Roman" panose="02020603050405020304" pitchFamily="18" charset="0"/>
              </a:rPr>
              <a:t> </a:t>
            </a:r>
            <a:r>
              <a:rPr lang="en-US" sz="4500" b="1"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Xác định các câu sai và sửa lỗi các câu đó.</a:t>
            </a:r>
            <a:r>
              <a:rPr lang="en-US" sz="4500"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 </a:t>
            </a:r>
            <a:endParaRPr lang="en-VN" sz="4500" kern="100">
              <a:solidFill>
                <a:schemeClr val="accent2"/>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Bef>
                <a:spcPts val="600"/>
              </a:spcBef>
              <a:spcAft>
                <a:spcPts val="600"/>
              </a:spcAft>
              <a:buNone/>
            </a:pPr>
            <a:r>
              <a:rPr lang="en-US" sz="4500" b="1" kern="100">
                <a:effectLst/>
                <a:latin typeface="American Typewriter" panose="02090604020004020304" pitchFamily="18" charset="77"/>
                <a:ea typeface="Calibri" panose="020F0502020204030204" pitchFamily="34" charset="0"/>
                <a:cs typeface="Times New Roman" panose="02020603050405020304" pitchFamily="18" charset="0"/>
              </a:rPr>
              <a:t>1.</a:t>
            </a:r>
            <a:r>
              <a:rPr lang="en-US" sz="4500" kern="100">
                <a:effectLst/>
                <a:latin typeface="American Typewriter" panose="02090604020004020304" pitchFamily="18" charset="77"/>
                <a:ea typeface="Calibri" panose="020F0502020204030204" pitchFamily="34" charset="0"/>
                <a:cs typeface="Times New Roman" panose="02020603050405020304" pitchFamily="18" charset="0"/>
              </a:rPr>
              <a:t> Reading books can help me gain a lot of knowledges. </a:t>
            </a:r>
            <a:endParaRPr lang="en-VN" sz="4500" kern="10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VN" sz="4500">
                <a:latin typeface="American Typewriter" panose="02090604020004020304" pitchFamily="18" charset="77"/>
              </a:rPr>
              <a:t> ❌ ✅ </a:t>
            </a:r>
            <a:r>
              <a:rPr lang="vi-VN" sz="4500" b="1">
                <a:latin typeface="American Typewriter" panose="02090604020004020304" pitchFamily="18" charset="77"/>
              </a:rPr>
              <a:t>Sửa:</a:t>
            </a:r>
            <a:r>
              <a:rPr lang="vi-VN" sz="4500">
                <a:latin typeface="American Typewriter" panose="02090604020004020304" pitchFamily="18" charset="77"/>
              </a:rPr>
              <a:t> </a:t>
            </a:r>
            <a:r>
              <a:rPr lang="vi-VN" sz="4500" i="1">
                <a:latin typeface="American Typewriter" panose="02090604020004020304" pitchFamily="18" charset="77"/>
              </a:rPr>
              <a:t>Reading books can help me gain a lot of knowledge.</a:t>
            </a:r>
          </a:p>
          <a:p>
            <a:pPr algn="just">
              <a:lnSpc>
                <a:spcPct val="150000"/>
              </a:lnSpc>
            </a:pPr>
            <a:r>
              <a:rPr lang="en-VN" sz="4500">
                <a:latin typeface="American Typewriter" panose="02090604020004020304" pitchFamily="18" charset="77"/>
              </a:rPr>
              <a:t>🔎 </a:t>
            </a:r>
            <a:r>
              <a:rPr lang="vi-VN" sz="4500" b="1">
                <a:solidFill>
                  <a:srgbClr val="00B0F0"/>
                </a:solidFill>
                <a:latin typeface="American Typewriter" panose="02090604020004020304" pitchFamily="18" charset="77"/>
              </a:rPr>
              <a:t>knowledge</a:t>
            </a:r>
            <a:r>
              <a:rPr lang="vi-VN" sz="4500">
                <a:latin typeface="American Typewriter" panose="02090604020004020304" pitchFamily="18" charset="77"/>
              </a:rPr>
              <a:t> là </a:t>
            </a:r>
            <a:r>
              <a:rPr lang="vi-VN" sz="4500" b="1">
                <a:latin typeface="American Typewriter" panose="02090604020004020304" pitchFamily="18" charset="77"/>
              </a:rPr>
              <a:t>danh từ không đếm được </a:t>
            </a:r>
            <a:r>
              <a:rPr lang="vi-VN" sz="4500">
                <a:latin typeface="American Typewriter" panose="02090604020004020304" pitchFamily="18" charset="77"/>
              </a:rPr>
              <a:t>→ </a:t>
            </a:r>
            <a:r>
              <a:rPr lang="vi-VN" sz="4500" b="1">
                <a:solidFill>
                  <a:srgbClr val="FF0000"/>
                </a:solidFill>
                <a:latin typeface="American Typewriter" panose="02090604020004020304" pitchFamily="18" charset="77"/>
              </a:rPr>
              <a:t>không thêm “-s”</a:t>
            </a:r>
            <a:r>
              <a:rPr lang="en-US" sz="4500" kern="100">
                <a:latin typeface="American Typewriter" panose="02090604020004020304" pitchFamily="18" charset="77"/>
                <a:ea typeface="Calibri" panose="020F0502020204030204" pitchFamily="34" charset="0"/>
                <a:cs typeface="Times New Roman" panose="02020603050405020304" pitchFamily="18" charset="0"/>
              </a:rPr>
              <a:t>.</a:t>
            </a:r>
            <a:endParaRPr lang="vi-VN" sz="4500">
              <a:solidFill>
                <a:srgbClr val="FF0000"/>
              </a:solidFill>
              <a:latin typeface="American Typewriter" panose="02090604020004020304" pitchFamily="18" charset="77"/>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anim calcmode="lin" valueType="num">
                                      <p:cBhvr additive="base">
                                        <p:cTn id="13"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
                                            <p:txEl>
                                              <p:pRg st="2" end="2"/>
                                            </p:txEl>
                                          </p:spTgt>
                                        </p:tgtEl>
                                        <p:attrNameLst>
                                          <p:attrName>style.visibility</p:attrName>
                                        </p:attrNameLst>
                                      </p:cBhvr>
                                      <p:to>
                                        <p:strVal val="visible"/>
                                      </p:to>
                                    </p:set>
                                    <p:anim calcmode="lin" valueType="num">
                                      <p:cBhvr additive="base">
                                        <p:cTn id="19"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3">
                                            <p:txEl>
                                              <p:pRg st="3" end="3"/>
                                            </p:txEl>
                                          </p:spTgt>
                                        </p:tgtEl>
                                        <p:attrNameLst>
                                          <p:attrName>style.visibility</p:attrName>
                                        </p:attrNameLst>
                                      </p:cBhvr>
                                      <p:to>
                                        <p:strVal val="visible"/>
                                      </p:to>
                                    </p:set>
                                    <p:anim calcmode="lin" valueType="num">
                                      <p:cBhvr additive="base">
                                        <p:cTn id="25" dur="500" fill="hold"/>
                                        <p:tgtEl>
                                          <p:spTgt spid="1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BC3F644-2ED6-7B6F-3839-EAC16D046DC2}"/>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0E4EF17F-6B0A-4927-07DA-1F79A4C52FA3}"/>
              </a:ext>
            </a:extLst>
          </p:cNvPr>
          <p:cNvGrpSpPr/>
          <p:nvPr/>
        </p:nvGrpSpPr>
        <p:grpSpPr>
          <a:xfrm>
            <a:off x="-468564" y="9258300"/>
            <a:ext cx="20045165" cy="2219574"/>
            <a:chOff x="0" y="0"/>
            <a:chExt cx="5279385" cy="584579"/>
          </a:xfrm>
        </p:grpSpPr>
        <p:sp>
          <p:nvSpPr>
            <p:cNvPr id="6" name="Freeform 6">
              <a:extLst>
                <a:ext uri="{FF2B5EF4-FFF2-40B4-BE49-F238E27FC236}">
                  <a16:creationId xmlns:a16="http://schemas.microsoft.com/office/drawing/2014/main" id="{367189E9-EE6D-C621-A85F-E1DE50376DE5}"/>
                </a:ext>
              </a:extLst>
            </p:cNvPr>
            <p:cNvSpPr/>
            <p:nvPr/>
          </p:nvSpPr>
          <p:spPr>
            <a:xfrm>
              <a:off x="0" y="0"/>
              <a:ext cx="5279385" cy="584579"/>
            </a:xfrm>
            <a:custGeom>
              <a:avLst/>
              <a:gdLst/>
              <a:ahLst/>
              <a:cxnLst/>
              <a:rect l="l" t="t" r="r" b="b"/>
              <a:pathLst>
                <a:path w="5279385" h="584579">
                  <a:moveTo>
                    <a:pt x="0" y="0"/>
                  </a:moveTo>
                  <a:lnTo>
                    <a:pt x="5279385" y="0"/>
                  </a:lnTo>
                  <a:lnTo>
                    <a:pt x="5279385" y="584579"/>
                  </a:lnTo>
                  <a:lnTo>
                    <a:pt x="0" y="584579"/>
                  </a:lnTo>
                  <a:close/>
                </a:path>
              </a:pathLst>
            </a:custGeom>
            <a:solidFill>
              <a:srgbClr val="9A6E5F"/>
            </a:solidFill>
          </p:spPr>
          <p:txBody>
            <a:bodyPr/>
            <a:lstStyle/>
            <a:p>
              <a:endParaRPr lang="en-VN"/>
            </a:p>
          </p:txBody>
        </p:sp>
        <p:sp>
          <p:nvSpPr>
            <p:cNvPr id="7" name="TextBox 7">
              <a:extLst>
                <a:ext uri="{FF2B5EF4-FFF2-40B4-BE49-F238E27FC236}">
                  <a16:creationId xmlns:a16="http://schemas.microsoft.com/office/drawing/2014/main" id="{FD91FCA8-A743-509B-F008-8F1E75CA8979}"/>
                </a:ext>
              </a:extLst>
            </p:cNvPr>
            <p:cNvSpPr txBox="1"/>
            <p:nvPr/>
          </p:nvSpPr>
          <p:spPr>
            <a:xfrm>
              <a:off x="0" y="-57150"/>
              <a:ext cx="5279385" cy="641729"/>
            </a:xfrm>
            <a:prstGeom prst="rect">
              <a:avLst/>
            </a:prstGeom>
          </p:spPr>
          <p:txBody>
            <a:bodyPr lIns="50800" tIns="50800" rIns="50800" bIns="50800" rtlCol="0" anchor="ctr"/>
            <a:lstStyle/>
            <a:p>
              <a:pPr algn="ctr">
                <a:lnSpc>
                  <a:spcPts val="2659"/>
                </a:lnSpc>
              </a:pPr>
              <a:endParaRPr/>
            </a:p>
          </p:txBody>
        </p:sp>
      </p:grpSp>
      <p:sp>
        <p:nvSpPr>
          <p:cNvPr id="8" name="Freeform 8">
            <a:extLst>
              <a:ext uri="{FF2B5EF4-FFF2-40B4-BE49-F238E27FC236}">
                <a16:creationId xmlns:a16="http://schemas.microsoft.com/office/drawing/2014/main" id="{343C15A8-5570-769B-9061-9D68CD734E7A}"/>
              </a:ext>
            </a:extLst>
          </p:cNvPr>
          <p:cNvSpPr/>
          <p:nvPr/>
        </p:nvSpPr>
        <p:spPr>
          <a:xfrm>
            <a:off x="12210403" y="5143500"/>
            <a:ext cx="6077597" cy="6935917"/>
          </a:xfrm>
          <a:custGeom>
            <a:avLst/>
            <a:gdLst/>
            <a:ahLst/>
            <a:cxnLst/>
            <a:rect l="l" t="t" r="r" b="b"/>
            <a:pathLst>
              <a:path w="6077597" h="6935917">
                <a:moveTo>
                  <a:pt x="0" y="0"/>
                </a:moveTo>
                <a:lnTo>
                  <a:pt x="6077597" y="0"/>
                </a:lnTo>
                <a:lnTo>
                  <a:pt x="6077597" y="6935917"/>
                </a:lnTo>
                <a:lnTo>
                  <a:pt x="0" y="693591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VN"/>
          </a:p>
        </p:txBody>
      </p:sp>
      <p:sp>
        <p:nvSpPr>
          <p:cNvPr id="9" name="Freeform 9">
            <a:extLst>
              <a:ext uri="{FF2B5EF4-FFF2-40B4-BE49-F238E27FC236}">
                <a16:creationId xmlns:a16="http://schemas.microsoft.com/office/drawing/2014/main" id="{1193E86D-7B71-694B-3438-3E69770088E5}"/>
              </a:ext>
            </a:extLst>
          </p:cNvPr>
          <p:cNvSpPr/>
          <p:nvPr/>
        </p:nvSpPr>
        <p:spPr>
          <a:xfrm>
            <a:off x="16108299" y="-1140262"/>
            <a:ext cx="1829815" cy="4337925"/>
          </a:xfrm>
          <a:custGeom>
            <a:avLst/>
            <a:gdLst/>
            <a:ahLst/>
            <a:cxnLst/>
            <a:rect l="l" t="t" r="r" b="b"/>
            <a:pathLst>
              <a:path w="1829815" h="4337925">
                <a:moveTo>
                  <a:pt x="0" y="0"/>
                </a:moveTo>
                <a:lnTo>
                  <a:pt x="1829816" y="0"/>
                </a:lnTo>
                <a:lnTo>
                  <a:pt x="1829816" y="4337924"/>
                </a:lnTo>
                <a:lnTo>
                  <a:pt x="0" y="433792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VN"/>
          </a:p>
        </p:txBody>
      </p:sp>
      <p:sp>
        <p:nvSpPr>
          <p:cNvPr id="10" name="Freeform 10">
            <a:extLst>
              <a:ext uri="{FF2B5EF4-FFF2-40B4-BE49-F238E27FC236}">
                <a16:creationId xmlns:a16="http://schemas.microsoft.com/office/drawing/2014/main" id="{06FF816F-22AD-593F-C49C-7010618F7180}"/>
              </a:ext>
            </a:extLst>
          </p:cNvPr>
          <p:cNvSpPr/>
          <p:nvPr/>
        </p:nvSpPr>
        <p:spPr>
          <a:xfrm>
            <a:off x="-643762" y="8919468"/>
            <a:ext cx="5063362" cy="2219574"/>
          </a:xfrm>
          <a:custGeom>
            <a:avLst/>
            <a:gdLst/>
            <a:ahLst/>
            <a:cxnLst/>
            <a:rect l="l" t="t" r="r" b="b"/>
            <a:pathLst>
              <a:path w="4615938" h="1730977">
                <a:moveTo>
                  <a:pt x="0" y="0"/>
                </a:moveTo>
                <a:lnTo>
                  <a:pt x="4615938" y="0"/>
                </a:lnTo>
                <a:lnTo>
                  <a:pt x="4615938" y="1730977"/>
                </a:lnTo>
                <a:lnTo>
                  <a:pt x="0" y="1730977"/>
                </a:lnTo>
                <a:lnTo>
                  <a:pt x="0" y="0"/>
                </a:lnTo>
                <a:close/>
              </a:path>
            </a:pathLst>
          </a:custGeom>
          <a:blipFill>
            <a:blip r:embed="rId4"/>
            <a:stretch>
              <a:fillRect/>
            </a:stretch>
          </a:blipFill>
        </p:spPr>
        <p:txBody>
          <a:bodyPr/>
          <a:lstStyle/>
          <a:p>
            <a:endParaRPr lang="en-VN"/>
          </a:p>
        </p:txBody>
      </p:sp>
      <p:sp>
        <p:nvSpPr>
          <p:cNvPr id="13" name="TextBox 12">
            <a:extLst>
              <a:ext uri="{FF2B5EF4-FFF2-40B4-BE49-F238E27FC236}">
                <a16:creationId xmlns:a16="http://schemas.microsoft.com/office/drawing/2014/main" id="{DA83A1CF-E5BA-4B92-AD81-8ACD73FECF2D}"/>
              </a:ext>
            </a:extLst>
          </p:cNvPr>
          <p:cNvSpPr txBox="1"/>
          <p:nvPr/>
        </p:nvSpPr>
        <p:spPr>
          <a:xfrm>
            <a:off x="349886" y="338359"/>
            <a:ext cx="14249400" cy="7717754"/>
          </a:xfrm>
          <a:prstGeom prst="rect">
            <a:avLst/>
          </a:prstGeom>
          <a:noFill/>
        </p:spPr>
        <p:txBody>
          <a:bodyPr wrap="square">
            <a:spAutoFit/>
          </a:bodyPr>
          <a:lstStyle/>
          <a:p>
            <a:pPr algn="just">
              <a:lnSpc>
                <a:spcPct val="150000"/>
              </a:lnSpc>
              <a:spcBef>
                <a:spcPts val="600"/>
              </a:spcBef>
              <a:spcAft>
                <a:spcPts val="600"/>
              </a:spcAft>
              <a:buNone/>
            </a:pPr>
            <a:r>
              <a:rPr lang="hy-AM" sz="4500" b="1"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Bài tập dụng </a:t>
            </a:r>
            <a:r>
              <a:rPr lang="en-US" sz="4500" b="1"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2</a:t>
            </a:r>
            <a:r>
              <a:rPr lang="hy-AM" sz="4500"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a:t>
            </a:r>
            <a:r>
              <a:rPr lang="en-US" sz="4500" b="1" kern="100">
                <a:solidFill>
                  <a:schemeClr val="accent2"/>
                </a:solidFill>
                <a:latin typeface="American Typewriter" panose="02090604020004020304" pitchFamily="18" charset="77"/>
                <a:ea typeface="Calibri" panose="020F0502020204030204" pitchFamily="34" charset="0"/>
                <a:cs typeface="Times New Roman" panose="02020603050405020304" pitchFamily="18" charset="0"/>
              </a:rPr>
              <a:t> </a:t>
            </a:r>
            <a:r>
              <a:rPr lang="en-US" sz="4500" b="1"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Xác định các câu sai và sửa lỗi các câu đó.</a:t>
            </a:r>
            <a:r>
              <a:rPr lang="en-US" sz="4500"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 </a:t>
            </a:r>
            <a:endParaRPr lang="en-VN" sz="4500" kern="100">
              <a:solidFill>
                <a:schemeClr val="accent2"/>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Bef>
                <a:spcPts val="600"/>
              </a:spcBef>
              <a:spcAft>
                <a:spcPts val="600"/>
              </a:spcAft>
            </a:pPr>
            <a:r>
              <a:rPr lang="en-VN" sz="4500" b="1">
                <a:latin typeface="American Typewriter" panose="02090604020004020304" pitchFamily="18" charset="77"/>
              </a:rPr>
              <a:t>2.</a:t>
            </a:r>
            <a:r>
              <a:rPr lang="en-VN" sz="4500">
                <a:latin typeface="American Typewriter" panose="02090604020004020304" pitchFamily="18" charset="77"/>
              </a:rPr>
              <a:t> </a:t>
            </a:r>
            <a:r>
              <a:rPr lang="vi-VN" sz="4500">
                <a:latin typeface="American Typewriter" panose="02090604020004020304" pitchFamily="18" charset="77"/>
              </a:rPr>
              <a:t>You should take part in many activity at school.</a:t>
            </a:r>
          </a:p>
          <a:p>
            <a:pPr algn="just">
              <a:lnSpc>
                <a:spcPct val="150000"/>
              </a:lnSpc>
              <a:spcBef>
                <a:spcPts val="600"/>
              </a:spcBef>
              <a:spcAft>
                <a:spcPts val="600"/>
              </a:spcAft>
            </a:pPr>
            <a:r>
              <a:rPr lang="en-VN" sz="4500">
                <a:latin typeface="American Typewriter" panose="02090604020004020304" pitchFamily="18" charset="77"/>
              </a:rPr>
              <a:t>❌ ✅ </a:t>
            </a:r>
            <a:r>
              <a:rPr lang="vi-VN" sz="4500" b="1">
                <a:latin typeface="American Typewriter" panose="02090604020004020304" pitchFamily="18" charset="77"/>
              </a:rPr>
              <a:t>Sửa:</a:t>
            </a:r>
            <a:r>
              <a:rPr lang="vi-VN" sz="4500">
                <a:latin typeface="American Typewriter" panose="02090604020004020304" pitchFamily="18" charset="77"/>
              </a:rPr>
              <a:t> </a:t>
            </a:r>
            <a:r>
              <a:rPr lang="vi-VN" sz="4500" i="1">
                <a:latin typeface="American Typewriter" panose="02090604020004020304" pitchFamily="18" charset="77"/>
              </a:rPr>
              <a:t>You should take part in many activities at school.</a:t>
            </a:r>
            <a:endParaRPr lang="vi-VN" sz="4500">
              <a:latin typeface="American Typewriter" panose="02090604020004020304" pitchFamily="18" charset="77"/>
            </a:endParaRPr>
          </a:p>
          <a:p>
            <a:pPr algn="just">
              <a:lnSpc>
                <a:spcPct val="150000"/>
              </a:lnSpc>
              <a:spcBef>
                <a:spcPts val="600"/>
              </a:spcBef>
              <a:spcAft>
                <a:spcPts val="600"/>
              </a:spcAft>
            </a:pPr>
            <a:r>
              <a:rPr lang="en-VN" sz="4500">
                <a:latin typeface="American Typewriter" panose="02090604020004020304" pitchFamily="18" charset="77"/>
              </a:rPr>
              <a:t>🔎 </a:t>
            </a:r>
            <a:r>
              <a:rPr lang="vi-VN" sz="4500" b="1">
                <a:solidFill>
                  <a:srgbClr val="00B0F0"/>
                </a:solidFill>
                <a:latin typeface="American Typewriter" panose="02090604020004020304" pitchFamily="18" charset="77"/>
              </a:rPr>
              <a:t>activity</a:t>
            </a:r>
            <a:r>
              <a:rPr lang="vi-VN" sz="4500">
                <a:latin typeface="American Typewriter" panose="02090604020004020304" pitchFamily="18" charset="77"/>
              </a:rPr>
              <a:t> là </a:t>
            </a:r>
            <a:r>
              <a:rPr lang="vi-VN" sz="4500" b="1">
                <a:latin typeface="American Typewriter" panose="02090604020004020304" pitchFamily="18" charset="77"/>
              </a:rPr>
              <a:t>danh từ đếm được </a:t>
            </a:r>
            <a:r>
              <a:rPr lang="vi-VN" sz="4500">
                <a:latin typeface="American Typewriter" panose="02090604020004020304" pitchFamily="18" charset="77"/>
              </a:rPr>
              <a:t>→ sau “</a:t>
            </a:r>
            <a:r>
              <a:rPr lang="vi-VN" sz="4500" b="1">
                <a:latin typeface="American Typewriter" panose="02090604020004020304" pitchFamily="18" charset="77"/>
              </a:rPr>
              <a:t>many</a:t>
            </a:r>
            <a:r>
              <a:rPr lang="vi-VN" sz="4500">
                <a:latin typeface="American Typewriter" panose="02090604020004020304" pitchFamily="18" charset="77"/>
              </a:rPr>
              <a:t>” phải dùng dạng số nhiều → </a:t>
            </a:r>
            <a:r>
              <a:rPr lang="vi-VN" sz="4500" b="1">
                <a:solidFill>
                  <a:srgbClr val="FF0000"/>
                </a:solidFill>
                <a:latin typeface="American Typewriter" panose="02090604020004020304" pitchFamily="18" charset="77"/>
              </a:rPr>
              <a:t>activities</a:t>
            </a:r>
            <a:r>
              <a:rPr lang="vi-VN" sz="4500">
                <a:latin typeface="American Typewriter" panose="02090604020004020304" pitchFamily="18" charset="77"/>
              </a:rPr>
              <a:t>.</a:t>
            </a:r>
          </a:p>
        </p:txBody>
      </p:sp>
    </p:spTree>
    <p:extLst>
      <p:ext uri="{BB962C8B-B14F-4D97-AF65-F5344CB8AC3E}">
        <p14:creationId xmlns:p14="http://schemas.microsoft.com/office/powerpoint/2010/main" val="3902422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anim calcmode="lin" valueType="num">
                                      <p:cBhvr additive="base">
                                        <p:cTn id="13"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
                                            <p:txEl>
                                              <p:pRg st="2" end="2"/>
                                            </p:txEl>
                                          </p:spTgt>
                                        </p:tgtEl>
                                        <p:attrNameLst>
                                          <p:attrName>style.visibility</p:attrName>
                                        </p:attrNameLst>
                                      </p:cBhvr>
                                      <p:to>
                                        <p:strVal val="visible"/>
                                      </p:to>
                                    </p:set>
                                    <p:anim calcmode="lin" valueType="num">
                                      <p:cBhvr additive="base">
                                        <p:cTn id="19"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3">
                                            <p:txEl>
                                              <p:pRg st="3" end="3"/>
                                            </p:txEl>
                                          </p:spTgt>
                                        </p:tgtEl>
                                        <p:attrNameLst>
                                          <p:attrName>style.visibility</p:attrName>
                                        </p:attrNameLst>
                                      </p:cBhvr>
                                      <p:to>
                                        <p:strVal val="visible"/>
                                      </p:to>
                                    </p:set>
                                    <p:anim calcmode="lin" valueType="num">
                                      <p:cBhvr additive="base">
                                        <p:cTn id="25" dur="500" fill="hold"/>
                                        <p:tgtEl>
                                          <p:spTgt spid="1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BBF9EB1-F1F8-D581-E26E-14606DC09943}"/>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9AE560A9-235D-1848-3863-4BD5073C6946}"/>
              </a:ext>
            </a:extLst>
          </p:cNvPr>
          <p:cNvGrpSpPr/>
          <p:nvPr/>
        </p:nvGrpSpPr>
        <p:grpSpPr>
          <a:xfrm>
            <a:off x="-468564" y="9258300"/>
            <a:ext cx="20045165" cy="2219574"/>
            <a:chOff x="0" y="0"/>
            <a:chExt cx="5279385" cy="584579"/>
          </a:xfrm>
        </p:grpSpPr>
        <p:sp>
          <p:nvSpPr>
            <p:cNvPr id="6" name="Freeform 6">
              <a:extLst>
                <a:ext uri="{FF2B5EF4-FFF2-40B4-BE49-F238E27FC236}">
                  <a16:creationId xmlns:a16="http://schemas.microsoft.com/office/drawing/2014/main" id="{C1FC0F40-A271-A09B-7A84-0D26787B616F}"/>
                </a:ext>
              </a:extLst>
            </p:cNvPr>
            <p:cNvSpPr/>
            <p:nvPr/>
          </p:nvSpPr>
          <p:spPr>
            <a:xfrm>
              <a:off x="0" y="0"/>
              <a:ext cx="5279385" cy="584579"/>
            </a:xfrm>
            <a:custGeom>
              <a:avLst/>
              <a:gdLst/>
              <a:ahLst/>
              <a:cxnLst/>
              <a:rect l="l" t="t" r="r" b="b"/>
              <a:pathLst>
                <a:path w="5279385" h="584579">
                  <a:moveTo>
                    <a:pt x="0" y="0"/>
                  </a:moveTo>
                  <a:lnTo>
                    <a:pt x="5279385" y="0"/>
                  </a:lnTo>
                  <a:lnTo>
                    <a:pt x="5279385" y="584579"/>
                  </a:lnTo>
                  <a:lnTo>
                    <a:pt x="0" y="584579"/>
                  </a:lnTo>
                  <a:close/>
                </a:path>
              </a:pathLst>
            </a:custGeom>
            <a:solidFill>
              <a:srgbClr val="9A6E5F"/>
            </a:solidFill>
          </p:spPr>
          <p:txBody>
            <a:bodyPr/>
            <a:lstStyle/>
            <a:p>
              <a:endParaRPr lang="en-VN"/>
            </a:p>
          </p:txBody>
        </p:sp>
        <p:sp>
          <p:nvSpPr>
            <p:cNvPr id="7" name="TextBox 7">
              <a:extLst>
                <a:ext uri="{FF2B5EF4-FFF2-40B4-BE49-F238E27FC236}">
                  <a16:creationId xmlns:a16="http://schemas.microsoft.com/office/drawing/2014/main" id="{FF90AC12-7196-6E7B-0FF8-0DBE40B97122}"/>
                </a:ext>
              </a:extLst>
            </p:cNvPr>
            <p:cNvSpPr txBox="1"/>
            <p:nvPr/>
          </p:nvSpPr>
          <p:spPr>
            <a:xfrm>
              <a:off x="0" y="-57150"/>
              <a:ext cx="5279385" cy="641729"/>
            </a:xfrm>
            <a:prstGeom prst="rect">
              <a:avLst/>
            </a:prstGeom>
          </p:spPr>
          <p:txBody>
            <a:bodyPr lIns="50800" tIns="50800" rIns="50800" bIns="50800" rtlCol="0" anchor="ctr"/>
            <a:lstStyle/>
            <a:p>
              <a:pPr algn="ctr">
                <a:lnSpc>
                  <a:spcPts val="2659"/>
                </a:lnSpc>
              </a:pPr>
              <a:endParaRPr/>
            </a:p>
          </p:txBody>
        </p:sp>
      </p:grpSp>
      <p:sp>
        <p:nvSpPr>
          <p:cNvPr id="8" name="Freeform 8">
            <a:extLst>
              <a:ext uri="{FF2B5EF4-FFF2-40B4-BE49-F238E27FC236}">
                <a16:creationId xmlns:a16="http://schemas.microsoft.com/office/drawing/2014/main" id="{8996B8B5-3788-11C4-C83C-A159A2C01CAF}"/>
              </a:ext>
            </a:extLst>
          </p:cNvPr>
          <p:cNvSpPr/>
          <p:nvPr/>
        </p:nvSpPr>
        <p:spPr>
          <a:xfrm>
            <a:off x="12210403" y="5143500"/>
            <a:ext cx="6077597" cy="6935917"/>
          </a:xfrm>
          <a:custGeom>
            <a:avLst/>
            <a:gdLst/>
            <a:ahLst/>
            <a:cxnLst/>
            <a:rect l="l" t="t" r="r" b="b"/>
            <a:pathLst>
              <a:path w="6077597" h="6935917">
                <a:moveTo>
                  <a:pt x="0" y="0"/>
                </a:moveTo>
                <a:lnTo>
                  <a:pt x="6077597" y="0"/>
                </a:lnTo>
                <a:lnTo>
                  <a:pt x="6077597" y="6935917"/>
                </a:lnTo>
                <a:lnTo>
                  <a:pt x="0" y="693591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VN"/>
          </a:p>
        </p:txBody>
      </p:sp>
      <p:sp>
        <p:nvSpPr>
          <p:cNvPr id="9" name="Freeform 9">
            <a:extLst>
              <a:ext uri="{FF2B5EF4-FFF2-40B4-BE49-F238E27FC236}">
                <a16:creationId xmlns:a16="http://schemas.microsoft.com/office/drawing/2014/main" id="{7C18F153-69D5-44F4-AAEA-3DD34F5D4907}"/>
              </a:ext>
            </a:extLst>
          </p:cNvPr>
          <p:cNvSpPr/>
          <p:nvPr/>
        </p:nvSpPr>
        <p:spPr>
          <a:xfrm>
            <a:off x="16108299" y="-1140262"/>
            <a:ext cx="1829815" cy="4337925"/>
          </a:xfrm>
          <a:custGeom>
            <a:avLst/>
            <a:gdLst/>
            <a:ahLst/>
            <a:cxnLst/>
            <a:rect l="l" t="t" r="r" b="b"/>
            <a:pathLst>
              <a:path w="1829815" h="4337925">
                <a:moveTo>
                  <a:pt x="0" y="0"/>
                </a:moveTo>
                <a:lnTo>
                  <a:pt x="1829816" y="0"/>
                </a:lnTo>
                <a:lnTo>
                  <a:pt x="1829816" y="4337924"/>
                </a:lnTo>
                <a:lnTo>
                  <a:pt x="0" y="433792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VN"/>
          </a:p>
        </p:txBody>
      </p:sp>
      <p:sp>
        <p:nvSpPr>
          <p:cNvPr id="10" name="Freeform 10">
            <a:extLst>
              <a:ext uri="{FF2B5EF4-FFF2-40B4-BE49-F238E27FC236}">
                <a16:creationId xmlns:a16="http://schemas.microsoft.com/office/drawing/2014/main" id="{0D63092E-878A-6BCD-50BE-07F389DDED2F}"/>
              </a:ext>
            </a:extLst>
          </p:cNvPr>
          <p:cNvSpPr/>
          <p:nvPr/>
        </p:nvSpPr>
        <p:spPr>
          <a:xfrm>
            <a:off x="-643762" y="8919468"/>
            <a:ext cx="5063362" cy="2219574"/>
          </a:xfrm>
          <a:custGeom>
            <a:avLst/>
            <a:gdLst/>
            <a:ahLst/>
            <a:cxnLst/>
            <a:rect l="l" t="t" r="r" b="b"/>
            <a:pathLst>
              <a:path w="4615938" h="1730977">
                <a:moveTo>
                  <a:pt x="0" y="0"/>
                </a:moveTo>
                <a:lnTo>
                  <a:pt x="4615938" y="0"/>
                </a:lnTo>
                <a:lnTo>
                  <a:pt x="4615938" y="1730977"/>
                </a:lnTo>
                <a:lnTo>
                  <a:pt x="0" y="1730977"/>
                </a:lnTo>
                <a:lnTo>
                  <a:pt x="0" y="0"/>
                </a:lnTo>
                <a:close/>
              </a:path>
            </a:pathLst>
          </a:custGeom>
          <a:blipFill>
            <a:blip r:embed="rId4"/>
            <a:stretch>
              <a:fillRect/>
            </a:stretch>
          </a:blipFill>
        </p:spPr>
        <p:txBody>
          <a:bodyPr/>
          <a:lstStyle/>
          <a:p>
            <a:endParaRPr lang="en-VN"/>
          </a:p>
        </p:txBody>
      </p:sp>
      <p:sp>
        <p:nvSpPr>
          <p:cNvPr id="13" name="TextBox 12">
            <a:extLst>
              <a:ext uri="{FF2B5EF4-FFF2-40B4-BE49-F238E27FC236}">
                <a16:creationId xmlns:a16="http://schemas.microsoft.com/office/drawing/2014/main" id="{C6936E71-7070-4605-D417-81A21454AE74}"/>
              </a:ext>
            </a:extLst>
          </p:cNvPr>
          <p:cNvSpPr txBox="1"/>
          <p:nvPr/>
        </p:nvSpPr>
        <p:spPr>
          <a:xfrm>
            <a:off x="349886" y="338359"/>
            <a:ext cx="14249400" cy="7205691"/>
          </a:xfrm>
          <a:prstGeom prst="rect">
            <a:avLst/>
          </a:prstGeom>
          <a:noFill/>
        </p:spPr>
        <p:txBody>
          <a:bodyPr wrap="square">
            <a:spAutoFit/>
          </a:bodyPr>
          <a:lstStyle/>
          <a:p>
            <a:pPr algn="just">
              <a:lnSpc>
                <a:spcPct val="150000"/>
              </a:lnSpc>
              <a:spcBef>
                <a:spcPts val="600"/>
              </a:spcBef>
              <a:spcAft>
                <a:spcPts val="600"/>
              </a:spcAft>
              <a:buNone/>
            </a:pPr>
            <a:r>
              <a:rPr lang="hy-AM" sz="5000" b="1"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Bài tập dụng </a:t>
            </a:r>
            <a:r>
              <a:rPr lang="en-US" sz="5000" b="1"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2</a:t>
            </a:r>
            <a:r>
              <a:rPr lang="hy-AM" sz="5000"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a:t>
            </a:r>
            <a:r>
              <a:rPr lang="en-US" sz="5000" b="1" kern="100">
                <a:solidFill>
                  <a:schemeClr val="accent2"/>
                </a:solidFill>
                <a:latin typeface="American Typewriter" panose="02090604020004020304" pitchFamily="18" charset="77"/>
                <a:ea typeface="Calibri" panose="020F0502020204030204" pitchFamily="34" charset="0"/>
                <a:cs typeface="Times New Roman" panose="02020603050405020304" pitchFamily="18" charset="0"/>
              </a:rPr>
              <a:t> </a:t>
            </a:r>
            <a:r>
              <a:rPr lang="en-US" sz="5000" b="1"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Xác định các câu sai và sửa lỗi các câu đó.</a:t>
            </a:r>
            <a:r>
              <a:rPr lang="en-US" sz="5000"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 </a:t>
            </a:r>
            <a:endParaRPr lang="en-VN" sz="5000" kern="100">
              <a:solidFill>
                <a:schemeClr val="accent2"/>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Bef>
                <a:spcPts val="600"/>
              </a:spcBef>
              <a:spcAft>
                <a:spcPts val="600"/>
              </a:spcAft>
            </a:pPr>
            <a:r>
              <a:rPr lang="en-VN" sz="5000" b="1">
                <a:latin typeface="American Typewriter" panose="02090604020004020304" pitchFamily="18" charset="77"/>
              </a:rPr>
              <a:t>3.</a:t>
            </a:r>
            <a:r>
              <a:rPr lang="en-VN" sz="5000">
                <a:latin typeface="American Typewriter" panose="02090604020004020304" pitchFamily="18" charset="77"/>
              </a:rPr>
              <a:t> </a:t>
            </a:r>
            <a:r>
              <a:rPr lang="vi-VN" sz="5000">
                <a:latin typeface="American Typewriter" panose="02090604020004020304" pitchFamily="18" charset="77"/>
              </a:rPr>
              <a:t>We need to order additional furniture for the meeting room.</a:t>
            </a:r>
          </a:p>
          <a:p>
            <a:pPr algn="just">
              <a:lnSpc>
                <a:spcPct val="150000"/>
              </a:lnSpc>
              <a:spcBef>
                <a:spcPts val="600"/>
              </a:spcBef>
              <a:spcAft>
                <a:spcPts val="600"/>
              </a:spcAft>
            </a:pPr>
            <a:r>
              <a:rPr lang="en-VN" sz="5000">
                <a:latin typeface="American Typewriter" panose="02090604020004020304" pitchFamily="18" charset="77"/>
              </a:rPr>
              <a:t>✅ 🔎 </a:t>
            </a:r>
            <a:r>
              <a:rPr lang="vi-VN" sz="5000">
                <a:latin typeface="American Typewriter" panose="02090604020004020304" pitchFamily="18" charset="77"/>
              </a:rPr>
              <a:t>Câu đúng. </a:t>
            </a:r>
            <a:r>
              <a:rPr lang="vi-VN" sz="5000" b="1">
                <a:solidFill>
                  <a:srgbClr val="00B0F0"/>
                </a:solidFill>
                <a:latin typeface="American Typewriter" panose="02090604020004020304" pitchFamily="18" charset="77"/>
              </a:rPr>
              <a:t>furniture</a:t>
            </a:r>
            <a:r>
              <a:rPr lang="vi-VN" sz="5000">
                <a:latin typeface="American Typewriter" panose="02090604020004020304" pitchFamily="18" charset="77"/>
              </a:rPr>
              <a:t> là </a:t>
            </a:r>
            <a:r>
              <a:rPr lang="vi-VN" sz="5000" b="1">
                <a:latin typeface="American Typewriter" panose="02090604020004020304" pitchFamily="18" charset="77"/>
              </a:rPr>
              <a:t>danh từ không đếm được</a:t>
            </a:r>
            <a:r>
              <a:rPr lang="vi-VN" sz="5000">
                <a:latin typeface="American Typewriter" panose="02090604020004020304" pitchFamily="18" charset="77"/>
              </a:rPr>
              <a:t> → </a:t>
            </a:r>
            <a:r>
              <a:rPr lang="vi-VN" sz="5000" b="1">
                <a:solidFill>
                  <a:srgbClr val="FF0000"/>
                </a:solidFill>
                <a:latin typeface="American Typewriter" panose="02090604020004020304" pitchFamily="18" charset="77"/>
              </a:rPr>
              <a:t>không thêm "s”</a:t>
            </a:r>
            <a:r>
              <a:rPr lang="vi-VN" sz="5000">
                <a:latin typeface="American Typewriter" panose="02090604020004020304" pitchFamily="18" charset="77"/>
              </a:rPr>
              <a:t>.</a:t>
            </a:r>
          </a:p>
        </p:txBody>
      </p:sp>
    </p:spTree>
    <p:extLst>
      <p:ext uri="{BB962C8B-B14F-4D97-AF65-F5344CB8AC3E}">
        <p14:creationId xmlns:p14="http://schemas.microsoft.com/office/powerpoint/2010/main" val="3280218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anim calcmode="lin" valueType="num">
                                      <p:cBhvr additive="base">
                                        <p:cTn id="13"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
                                            <p:txEl>
                                              <p:pRg st="2" end="2"/>
                                            </p:txEl>
                                          </p:spTgt>
                                        </p:tgtEl>
                                        <p:attrNameLst>
                                          <p:attrName>style.visibility</p:attrName>
                                        </p:attrNameLst>
                                      </p:cBhvr>
                                      <p:to>
                                        <p:strVal val="visible"/>
                                      </p:to>
                                    </p:set>
                                    <p:anim calcmode="lin" valueType="num">
                                      <p:cBhvr additive="base">
                                        <p:cTn id="19"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F65A10C-8B53-D9A5-D655-3CF030137B87}"/>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873EE299-5D3E-DC4B-593A-8536F09DDE9E}"/>
              </a:ext>
            </a:extLst>
          </p:cNvPr>
          <p:cNvGrpSpPr/>
          <p:nvPr/>
        </p:nvGrpSpPr>
        <p:grpSpPr>
          <a:xfrm>
            <a:off x="-468564" y="9258300"/>
            <a:ext cx="20045165" cy="2219574"/>
            <a:chOff x="0" y="0"/>
            <a:chExt cx="5279385" cy="584579"/>
          </a:xfrm>
        </p:grpSpPr>
        <p:sp>
          <p:nvSpPr>
            <p:cNvPr id="6" name="Freeform 6">
              <a:extLst>
                <a:ext uri="{FF2B5EF4-FFF2-40B4-BE49-F238E27FC236}">
                  <a16:creationId xmlns:a16="http://schemas.microsoft.com/office/drawing/2014/main" id="{F5D0CFDD-8BB0-9D41-4458-1E5A7FF215A9}"/>
                </a:ext>
              </a:extLst>
            </p:cNvPr>
            <p:cNvSpPr/>
            <p:nvPr/>
          </p:nvSpPr>
          <p:spPr>
            <a:xfrm>
              <a:off x="0" y="0"/>
              <a:ext cx="5279385" cy="584579"/>
            </a:xfrm>
            <a:custGeom>
              <a:avLst/>
              <a:gdLst/>
              <a:ahLst/>
              <a:cxnLst/>
              <a:rect l="l" t="t" r="r" b="b"/>
              <a:pathLst>
                <a:path w="5279385" h="584579">
                  <a:moveTo>
                    <a:pt x="0" y="0"/>
                  </a:moveTo>
                  <a:lnTo>
                    <a:pt x="5279385" y="0"/>
                  </a:lnTo>
                  <a:lnTo>
                    <a:pt x="5279385" y="584579"/>
                  </a:lnTo>
                  <a:lnTo>
                    <a:pt x="0" y="584579"/>
                  </a:lnTo>
                  <a:close/>
                </a:path>
              </a:pathLst>
            </a:custGeom>
            <a:solidFill>
              <a:srgbClr val="9A6E5F"/>
            </a:solidFill>
          </p:spPr>
          <p:txBody>
            <a:bodyPr/>
            <a:lstStyle/>
            <a:p>
              <a:endParaRPr lang="en-VN"/>
            </a:p>
          </p:txBody>
        </p:sp>
        <p:sp>
          <p:nvSpPr>
            <p:cNvPr id="7" name="TextBox 7">
              <a:extLst>
                <a:ext uri="{FF2B5EF4-FFF2-40B4-BE49-F238E27FC236}">
                  <a16:creationId xmlns:a16="http://schemas.microsoft.com/office/drawing/2014/main" id="{1D2FACBD-1C33-F57E-C252-9FFBF8B94AA6}"/>
                </a:ext>
              </a:extLst>
            </p:cNvPr>
            <p:cNvSpPr txBox="1"/>
            <p:nvPr/>
          </p:nvSpPr>
          <p:spPr>
            <a:xfrm>
              <a:off x="0" y="-57150"/>
              <a:ext cx="5279385" cy="641729"/>
            </a:xfrm>
            <a:prstGeom prst="rect">
              <a:avLst/>
            </a:prstGeom>
          </p:spPr>
          <p:txBody>
            <a:bodyPr lIns="50800" tIns="50800" rIns="50800" bIns="50800" rtlCol="0" anchor="ctr"/>
            <a:lstStyle/>
            <a:p>
              <a:pPr algn="ctr">
                <a:lnSpc>
                  <a:spcPts val="2659"/>
                </a:lnSpc>
              </a:pPr>
              <a:endParaRPr/>
            </a:p>
          </p:txBody>
        </p:sp>
      </p:grpSp>
      <p:sp>
        <p:nvSpPr>
          <p:cNvPr id="8" name="Freeform 8">
            <a:extLst>
              <a:ext uri="{FF2B5EF4-FFF2-40B4-BE49-F238E27FC236}">
                <a16:creationId xmlns:a16="http://schemas.microsoft.com/office/drawing/2014/main" id="{3FBA6C12-02E4-8259-F290-5D126E3629F1}"/>
              </a:ext>
            </a:extLst>
          </p:cNvPr>
          <p:cNvSpPr/>
          <p:nvPr/>
        </p:nvSpPr>
        <p:spPr>
          <a:xfrm>
            <a:off x="12210403" y="5143500"/>
            <a:ext cx="6077597" cy="6935917"/>
          </a:xfrm>
          <a:custGeom>
            <a:avLst/>
            <a:gdLst/>
            <a:ahLst/>
            <a:cxnLst/>
            <a:rect l="l" t="t" r="r" b="b"/>
            <a:pathLst>
              <a:path w="6077597" h="6935917">
                <a:moveTo>
                  <a:pt x="0" y="0"/>
                </a:moveTo>
                <a:lnTo>
                  <a:pt x="6077597" y="0"/>
                </a:lnTo>
                <a:lnTo>
                  <a:pt x="6077597" y="6935917"/>
                </a:lnTo>
                <a:lnTo>
                  <a:pt x="0" y="693591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VN"/>
          </a:p>
        </p:txBody>
      </p:sp>
      <p:sp>
        <p:nvSpPr>
          <p:cNvPr id="9" name="Freeform 9">
            <a:extLst>
              <a:ext uri="{FF2B5EF4-FFF2-40B4-BE49-F238E27FC236}">
                <a16:creationId xmlns:a16="http://schemas.microsoft.com/office/drawing/2014/main" id="{4A751C48-CC65-78EB-724D-F7ABA3490C1C}"/>
              </a:ext>
            </a:extLst>
          </p:cNvPr>
          <p:cNvSpPr/>
          <p:nvPr/>
        </p:nvSpPr>
        <p:spPr>
          <a:xfrm>
            <a:off x="16108299" y="-1140262"/>
            <a:ext cx="1829815" cy="4337925"/>
          </a:xfrm>
          <a:custGeom>
            <a:avLst/>
            <a:gdLst/>
            <a:ahLst/>
            <a:cxnLst/>
            <a:rect l="l" t="t" r="r" b="b"/>
            <a:pathLst>
              <a:path w="1829815" h="4337925">
                <a:moveTo>
                  <a:pt x="0" y="0"/>
                </a:moveTo>
                <a:lnTo>
                  <a:pt x="1829816" y="0"/>
                </a:lnTo>
                <a:lnTo>
                  <a:pt x="1829816" y="4337924"/>
                </a:lnTo>
                <a:lnTo>
                  <a:pt x="0" y="433792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VN"/>
          </a:p>
        </p:txBody>
      </p:sp>
      <p:sp>
        <p:nvSpPr>
          <p:cNvPr id="10" name="Freeform 10">
            <a:extLst>
              <a:ext uri="{FF2B5EF4-FFF2-40B4-BE49-F238E27FC236}">
                <a16:creationId xmlns:a16="http://schemas.microsoft.com/office/drawing/2014/main" id="{2FE6F257-AC01-AFCB-F7AF-62FD5EBBC36E}"/>
              </a:ext>
            </a:extLst>
          </p:cNvPr>
          <p:cNvSpPr/>
          <p:nvPr/>
        </p:nvSpPr>
        <p:spPr>
          <a:xfrm>
            <a:off x="-643762" y="8919468"/>
            <a:ext cx="5063362" cy="2219574"/>
          </a:xfrm>
          <a:custGeom>
            <a:avLst/>
            <a:gdLst/>
            <a:ahLst/>
            <a:cxnLst/>
            <a:rect l="l" t="t" r="r" b="b"/>
            <a:pathLst>
              <a:path w="4615938" h="1730977">
                <a:moveTo>
                  <a:pt x="0" y="0"/>
                </a:moveTo>
                <a:lnTo>
                  <a:pt x="4615938" y="0"/>
                </a:lnTo>
                <a:lnTo>
                  <a:pt x="4615938" y="1730977"/>
                </a:lnTo>
                <a:lnTo>
                  <a:pt x="0" y="1730977"/>
                </a:lnTo>
                <a:lnTo>
                  <a:pt x="0" y="0"/>
                </a:lnTo>
                <a:close/>
              </a:path>
            </a:pathLst>
          </a:custGeom>
          <a:blipFill>
            <a:blip r:embed="rId4"/>
            <a:stretch>
              <a:fillRect/>
            </a:stretch>
          </a:blipFill>
        </p:spPr>
        <p:txBody>
          <a:bodyPr/>
          <a:lstStyle/>
          <a:p>
            <a:endParaRPr lang="en-VN"/>
          </a:p>
        </p:txBody>
      </p:sp>
      <p:sp>
        <p:nvSpPr>
          <p:cNvPr id="13" name="TextBox 12">
            <a:extLst>
              <a:ext uri="{FF2B5EF4-FFF2-40B4-BE49-F238E27FC236}">
                <a16:creationId xmlns:a16="http://schemas.microsoft.com/office/drawing/2014/main" id="{7CFE73B0-C455-106D-B723-4C8CCA13D08C}"/>
              </a:ext>
            </a:extLst>
          </p:cNvPr>
          <p:cNvSpPr txBox="1"/>
          <p:nvPr/>
        </p:nvSpPr>
        <p:spPr>
          <a:xfrm>
            <a:off x="349886" y="338359"/>
            <a:ext cx="14249400" cy="8357416"/>
          </a:xfrm>
          <a:prstGeom prst="rect">
            <a:avLst/>
          </a:prstGeom>
          <a:noFill/>
        </p:spPr>
        <p:txBody>
          <a:bodyPr wrap="square">
            <a:spAutoFit/>
          </a:bodyPr>
          <a:lstStyle/>
          <a:p>
            <a:pPr algn="just">
              <a:lnSpc>
                <a:spcPct val="150000"/>
              </a:lnSpc>
              <a:spcBef>
                <a:spcPts val="600"/>
              </a:spcBef>
              <a:spcAft>
                <a:spcPts val="600"/>
              </a:spcAft>
              <a:buNone/>
            </a:pPr>
            <a:r>
              <a:rPr lang="hy-AM" sz="5000" b="1"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Bài tập dụng </a:t>
            </a:r>
            <a:r>
              <a:rPr lang="en-US" sz="5000" b="1"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2</a:t>
            </a:r>
            <a:r>
              <a:rPr lang="hy-AM" sz="5000"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a:t>
            </a:r>
            <a:r>
              <a:rPr lang="en-US" sz="5000" b="1" kern="100">
                <a:solidFill>
                  <a:schemeClr val="accent2"/>
                </a:solidFill>
                <a:latin typeface="American Typewriter" panose="02090604020004020304" pitchFamily="18" charset="77"/>
                <a:ea typeface="Calibri" panose="020F0502020204030204" pitchFamily="34" charset="0"/>
                <a:cs typeface="Times New Roman" panose="02020603050405020304" pitchFamily="18" charset="0"/>
              </a:rPr>
              <a:t> </a:t>
            </a:r>
            <a:r>
              <a:rPr lang="en-US" sz="5000" b="1"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Xác định các câu sai và sửa lỗi các câu đó.</a:t>
            </a:r>
            <a:r>
              <a:rPr lang="en-US" sz="5000"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 </a:t>
            </a:r>
            <a:endParaRPr lang="en-VN" sz="5000" kern="100">
              <a:solidFill>
                <a:schemeClr val="accent2"/>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Bef>
                <a:spcPts val="600"/>
              </a:spcBef>
              <a:spcAft>
                <a:spcPts val="600"/>
              </a:spcAft>
            </a:pPr>
            <a:r>
              <a:rPr lang="en-VN" sz="5000" b="1">
                <a:latin typeface="American Typewriter" panose="02090604020004020304" pitchFamily="18" charset="77"/>
              </a:rPr>
              <a:t>4.</a:t>
            </a:r>
            <a:r>
              <a:rPr lang="en-VN" sz="5000">
                <a:latin typeface="American Typewriter" panose="02090604020004020304" pitchFamily="18" charset="77"/>
              </a:rPr>
              <a:t> </a:t>
            </a:r>
            <a:r>
              <a:rPr lang="en-US" sz="5000">
                <a:latin typeface="American Typewriter" panose="02090604020004020304" pitchFamily="18" charset="77"/>
              </a:rPr>
              <a:t>A cleaner came to my office to clean up my kitchen.</a:t>
            </a:r>
          </a:p>
          <a:p>
            <a:pPr algn="just">
              <a:lnSpc>
                <a:spcPct val="150000"/>
              </a:lnSpc>
              <a:spcBef>
                <a:spcPts val="600"/>
              </a:spcBef>
              <a:spcAft>
                <a:spcPts val="600"/>
              </a:spcAft>
            </a:pPr>
            <a:r>
              <a:rPr lang="en-VN" sz="5000">
                <a:latin typeface="American Typewriter" panose="02090604020004020304" pitchFamily="18" charset="77"/>
              </a:rPr>
              <a:t>✅ 🔎 </a:t>
            </a:r>
            <a:r>
              <a:rPr lang="en-US" sz="5000">
                <a:latin typeface="American Typewriter" panose="02090604020004020304" pitchFamily="18" charset="77"/>
              </a:rPr>
              <a:t>Câu đúng về ngữ pháp. </a:t>
            </a:r>
            <a:r>
              <a:rPr lang="en-US" sz="5000" b="1">
                <a:solidFill>
                  <a:srgbClr val="00B0F0"/>
                </a:solidFill>
                <a:latin typeface="American Typewriter" panose="02090604020004020304" pitchFamily="18" charset="77"/>
              </a:rPr>
              <a:t>clearner</a:t>
            </a:r>
            <a:r>
              <a:rPr lang="en-US" sz="5000">
                <a:latin typeface="American Typewriter" panose="02090604020004020304" pitchFamily="18" charset="77"/>
              </a:rPr>
              <a:t>, </a:t>
            </a:r>
            <a:r>
              <a:rPr lang="en-US" sz="5000" b="1">
                <a:solidFill>
                  <a:srgbClr val="00B0F0"/>
                </a:solidFill>
                <a:latin typeface="American Typewriter" panose="02090604020004020304" pitchFamily="18" charset="77"/>
              </a:rPr>
              <a:t>office</a:t>
            </a:r>
            <a:r>
              <a:rPr lang="en-US" sz="5000">
                <a:latin typeface="American Typewriter" panose="02090604020004020304" pitchFamily="18" charset="77"/>
              </a:rPr>
              <a:t>, </a:t>
            </a:r>
            <a:r>
              <a:rPr lang="en-US" sz="5000" b="1">
                <a:solidFill>
                  <a:srgbClr val="00B0F0"/>
                </a:solidFill>
                <a:latin typeface="American Typewriter" panose="02090604020004020304" pitchFamily="18" charset="77"/>
              </a:rPr>
              <a:t>kitchen</a:t>
            </a:r>
            <a:r>
              <a:rPr lang="en-US" sz="5000">
                <a:latin typeface="American Typewriter" panose="02090604020004020304" pitchFamily="18" charset="77"/>
              </a:rPr>
              <a:t> là những </a:t>
            </a:r>
            <a:r>
              <a:rPr lang="en-US" sz="5000" b="1">
                <a:latin typeface="American Typewriter" panose="02090604020004020304" pitchFamily="18" charset="77"/>
              </a:rPr>
              <a:t>danh từ đếm được </a:t>
            </a:r>
            <a:r>
              <a:rPr lang="en-US" sz="5000">
                <a:latin typeface="American Typewriter" panose="02090604020004020304" pitchFamily="18" charset="77"/>
              </a:rPr>
              <a:t>nhưng đang ở dạng số ít.</a:t>
            </a:r>
            <a:endParaRPr lang="vi-VN" sz="5000">
              <a:latin typeface="American Typewriter" panose="02090604020004020304" pitchFamily="18" charset="77"/>
            </a:endParaRPr>
          </a:p>
        </p:txBody>
      </p:sp>
    </p:spTree>
    <p:extLst>
      <p:ext uri="{BB962C8B-B14F-4D97-AF65-F5344CB8AC3E}">
        <p14:creationId xmlns:p14="http://schemas.microsoft.com/office/powerpoint/2010/main" val="4099501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anim calcmode="lin" valueType="num">
                                      <p:cBhvr additive="base">
                                        <p:cTn id="13"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
                                            <p:txEl>
                                              <p:pRg st="2" end="2"/>
                                            </p:txEl>
                                          </p:spTgt>
                                        </p:tgtEl>
                                        <p:attrNameLst>
                                          <p:attrName>style.visibility</p:attrName>
                                        </p:attrNameLst>
                                      </p:cBhvr>
                                      <p:to>
                                        <p:strVal val="visible"/>
                                      </p:to>
                                    </p:set>
                                    <p:anim calcmode="lin" valueType="num">
                                      <p:cBhvr additive="base">
                                        <p:cTn id="19"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AE063A-8728-5FF9-11F3-49EE5BE80F90}"/>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78AC2BC-A37E-0931-1F0B-0747338C8960}"/>
              </a:ext>
            </a:extLst>
          </p:cNvPr>
          <p:cNvGrpSpPr/>
          <p:nvPr/>
        </p:nvGrpSpPr>
        <p:grpSpPr>
          <a:xfrm>
            <a:off x="-468564" y="9258300"/>
            <a:ext cx="20045165" cy="2219574"/>
            <a:chOff x="0" y="0"/>
            <a:chExt cx="5279385" cy="584579"/>
          </a:xfrm>
        </p:grpSpPr>
        <p:sp>
          <p:nvSpPr>
            <p:cNvPr id="6" name="Freeform 6">
              <a:extLst>
                <a:ext uri="{FF2B5EF4-FFF2-40B4-BE49-F238E27FC236}">
                  <a16:creationId xmlns:a16="http://schemas.microsoft.com/office/drawing/2014/main" id="{9377C24F-569E-40E8-D5A3-E02F91153CCF}"/>
                </a:ext>
              </a:extLst>
            </p:cNvPr>
            <p:cNvSpPr/>
            <p:nvPr/>
          </p:nvSpPr>
          <p:spPr>
            <a:xfrm>
              <a:off x="0" y="0"/>
              <a:ext cx="5279385" cy="584579"/>
            </a:xfrm>
            <a:custGeom>
              <a:avLst/>
              <a:gdLst/>
              <a:ahLst/>
              <a:cxnLst/>
              <a:rect l="l" t="t" r="r" b="b"/>
              <a:pathLst>
                <a:path w="5279385" h="584579">
                  <a:moveTo>
                    <a:pt x="0" y="0"/>
                  </a:moveTo>
                  <a:lnTo>
                    <a:pt x="5279385" y="0"/>
                  </a:lnTo>
                  <a:lnTo>
                    <a:pt x="5279385" y="584579"/>
                  </a:lnTo>
                  <a:lnTo>
                    <a:pt x="0" y="584579"/>
                  </a:lnTo>
                  <a:close/>
                </a:path>
              </a:pathLst>
            </a:custGeom>
            <a:solidFill>
              <a:srgbClr val="9A6E5F"/>
            </a:solidFill>
          </p:spPr>
          <p:txBody>
            <a:bodyPr/>
            <a:lstStyle/>
            <a:p>
              <a:endParaRPr lang="en-VN"/>
            </a:p>
          </p:txBody>
        </p:sp>
        <p:sp>
          <p:nvSpPr>
            <p:cNvPr id="7" name="TextBox 7">
              <a:extLst>
                <a:ext uri="{FF2B5EF4-FFF2-40B4-BE49-F238E27FC236}">
                  <a16:creationId xmlns:a16="http://schemas.microsoft.com/office/drawing/2014/main" id="{32D1C0B3-8CA3-76B0-17E4-7DA8FDC265AC}"/>
                </a:ext>
              </a:extLst>
            </p:cNvPr>
            <p:cNvSpPr txBox="1"/>
            <p:nvPr/>
          </p:nvSpPr>
          <p:spPr>
            <a:xfrm>
              <a:off x="0" y="-57150"/>
              <a:ext cx="5279385" cy="641729"/>
            </a:xfrm>
            <a:prstGeom prst="rect">
              <a:avLst/>
            </a:prstGeom>
          </p:spPr>
          <p:txBody>
            <a:bodyPr lIns="50800" tIns="50800" rIns="50800" bIns="50800" rtlCol="0" anchor="ctr"/>
            <a:lstStyle/>
            <a:p>
              <a:pPr algn="ctr">
                <a:lnSpc>
                  <a:spcPts val="2659"/>
                </a:lnSpc>
              </a:pPr>
              <a:endParaRPr/>
            </a:p>
          </p:txBody>
        </p:sp>
      </p:grpSp>
      <p:sp>
        <p:nvSpPr>
          <p:cNvPr id="8" name="Freeform 8">
            <a:extLst>
              <a:ext uri="{FF2B5EF4-FFF2-40B4-BE49-F238E27FC236}">
                <a16:creationId xmlns:a16="http://schemas.microsoft.com/office/drawing/2014/main" id="{2AC4338F-D9BA-80D5-9EE3-4AE20C853355}"/>
              </a:ext>
            </a:extLst>
          </p:cNvPr>
          <p:cNvSpPr/>
          <p:nvPr/>
        </p:nvSpPr>
        <p:spPr>
          <a:xfrm>
            <a:off x="12210403" y="5143500"/>
            <a:ext cx="6077597" cy="6935917"/>
          </a:xfrm>
          <a:custGeom>
            <a:avLst/>
            <a:gdLst/>
            <a:ahLst/>
            <a:cxnLst/>
            <a:rect l="l" t="t" r="r" b="b"/>
            <a:pathLst>
              <a:path w="6077597" h="6935917">
                <a:moveTo>
                  <a:pt x="0" y="0"/>
                </a:moveTo>
                <a:lnTo>
                  <a:pt x="6077597" y="0"/>
                </a:lnTo>
                <a:lnTo>
                  <a:pt x="6077597" y="6935917"/>
                </a:lnTo>
                <a:lnTo>
                  <a:pt x="0" y="693591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VN"/>
          </a:p>
        </p:txBody>
      </p:sp>
      <p:sp>
        <p:nvSpPr>
          <p:cNvPr id="9" name="Freeform 9">
            <a:extLst>
              <a:ext uri="{FF2B5EF4-FFF2-40B4-BE49-F238E27FC236}">
                <a16:creationId xmlns:a16="http://schemas.microsoft.com/office/drawing/2014/main" id="{727E4E76-D0F9-9862-0E4E-ABA37CAE1324}"/>
              </a:ext>
            </a:extLst>
          </p:cNvPr>
          <p:cNvSpPr/>
          <p:nvPr/>
        </p:nvSpPr>
        <p:spPr>
          <a:xfrm>
            <a:off x="16108299" y="-1140262"/>
            <a:ext cx="1829815" cy="4337925"/>
          </a:xfrm>
          <a:custGeom>
            <a:avLst/>
            <a:gdLst/>
            <a:ahLst/>
            <a:cxnLst/>
            <a:rect l="l" t="t" r="r" b="b"/>
            <a:pathLst>
              <a:path w="1829815" h="4337925">
                <a:moveTo>
                  <a:pt x="0" y="0"/>
                </a:moveTo>
                <a:lnTo>
                  <a:pt x="1829816" y="0"/>
                </a:lnTo>
                <a:lnTo>
                  <a:pt x="1829816" y="4337924"/>
                </a:lnTo>
                <a:lnTo>
                  <a:pt x="0" y="433792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VN"/>
          </a:p>
        </p:txBody>
      </p:sp>
      <p:sp>
        <p:nvSpPr>
          <p:cNvPr id="10" name="Freeform 10">
            <a:extLst>
              <a:ext uri="{FF2B5EF4-FFF2-40B4-BE49-F238E27FC236}">
                <a16:creationId xmlns:a16="http://schemas.microsoft.com/office/drawing/2014/main" id="{A26C107C-D25E-3E0A-A91A-3E0F900A0E22}"/>
              </a:ext>
            </a:extLst>
          </p:cNvPr>
          <p:cNvSpPr/>
          <p:nvPr/>
        </p:nvSpPr>
        <p:spPr>
          <a:xfrm>
            <a:off x="-685800" y="9041309"/>
            <a:ext cx="5063362" cy="2219574"/>
          </a:xfrm>
          <a:custGeom>
            <a:avLst/>
            <a:gdLst/>
            <a:ahLst/>
            <a:cxnLst/>
            <a:rect l="l" t="t" r="r" b="b"/>
            <a:pathLst>
              <a:path w="4615938" h="1730977">
                <a:moveTo>
                  <a:pt x="0" y="0"/>
                </a:moveTo>
                <a:lnTo>
                  <a:pt x="4615938" y="0"/>
                </a:lnTo>
                <a:lnTo>
                  <a:pt x="4615938" y="1730977"/>
                </a:lnTo>
                <a:lnTo>
                  <a:pt x="0" y="1730977"/>
                </a:lnTo>
                <a:lnTo>
                  <a:pt x="0" y="0"/>
                </a:lnTo>
                <a:close/>
              </a:path>
            </a:pathLst>
          </a:custGeom>
          <a:blipFill>
            <a:blip r:embed="rId4"/>
            <a:stretch>
              <a:fillRect/>
            </a:stretch>
          </a:blipFill>
        </p:spPr>
        <p:txBody>
          <a:bodyPr/>
          <a:lstStyle/>
          <a:p>
            <a:endParaRPr lang="en-VN"/>
          </a:p>
        </p:txBody>
      </p:sp>
      <p:sp>
        <p:nvSpPr>
          <p:cNvPr id="13" name="TextBox 12">
            <a:extLst>
              <a:ext uri="{FF2B5EF4-FFF2-40B4-BE49-F238E27FC236}">
                <a16:creationId xmlns:a16="http://schemas.microsoft.com/office/drawing/2014/main" id="{6F997793-9359-4D22-C606-CEB5952F7329}"/>
              </a:ext>
            </a:extLst>
          </p:cNvPr>
          <p:cNvSpPr txBox="1"/>
          <p:nvPr/>
        </p:nvSpPr>
        <p:spPr>
          <a:xfrm>
            <a:off x="349886" y="338359"/>
            <a:ext cx="14249400" cy="8863580"/>
          </a:xfrm>
          <a:prstGeom prst="rect">
            <a:avLst/>
          </a:prstGeom>
          <a:noFill/>
        </p:spPr>
        <p:txBody>
          <a:bodyPr wrap="square">
            <a:spAutoFit/>
          </a:bodyPr>
          <a:lstStyle/>
          <a:p>
            <a:pPr algn="just">
              <a:lnSpc>
                <a:spcPct val="150000"/>
              </a:lnSpc>
              <a:spcBef>
                <a:spcPts val="600"/>
              </a:spcBef>
              <a:spcAft>
                <a:spcPts val="600"/>
              </a:spcAft>
              <a:buNone/>
            </a:pPr>
            <a:r>
              <a:rPr lang="hy-AM" sz="4500" b="1"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Bài tập dụng </a:t>
            </a:r>
            <a:r>
              <a:rPr lang="en-US" sz="4500" b="1"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2</a:t>
            </a:r>
            <a:r>
              <a:rPr lang="hy-AM" sz="4500"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a:t>
            </a:r>
            <a:r>
              <a:rPr lang="en-US" sz="4500" b="1" kern="100">
                <a:solidFill>
                  <a:schemeClr val="accent2"/>
                </a:solidFill>
                <a:latin typeface="American Typewriter" panose="02090604020004020304" pitchFamily="18" charset="77"/>
                <a:ea typeface="Calibri" panose="020F0502020204030204" pitchFamily="34" charset="0"/>
                <a:cs typeface="Times New Roman" panose="02020603050405020304" pitchFamily="18" charset="0"/>
              </a:rPr>
              <a:t> </a:t>
            </a:r>
            <a:r>
              <a:rPr lang="en-US" sz="4500" b="1"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Xác định các câu sai và sửa lỗi các câu đó.</a:t>
            </a:r>
            <a:r>
              <a:rPr lang="en-US" sz="4500"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 </a:t>
            </a:r>
            <a:endParaRPr lang="en-VN" sz="4500" kern="100">
              <a:solidFill>
                <a:schemeClr val="accent2"/>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Bef>
                <a:spcPts val="600"/>
              </a:spcBef>
              <a:spcAft>
                <a:spcPts val="600"/>
              </a:spcAft>
            </a:pPr>
            <a:r>
              <a:rPr lang="en-VN" sz="4500" b="1">
                <a:latin typeface="American Typewriter" panose="02090604020004020304" pitchFamily="18" charset="77"/>
              </a:rPr>
              <a:t>5.</a:t>
            </a:r>
            <a:r>
              <a:rPr lang="en-VN" sz="4500">
                <a:latin typeface="American Typewriter" panose="02090604020004020304" pitchFamily="18" charset="77"/>
              </a:rPr>
              <a:t> </a:t>
            </a:r>
            <a:r>
              <a:rPr lang="vi-VN" sz="4500">
                <a:latin typeface="American Typewriter" panose="02090604020004020304" pitchFamily="18" charset="77"/>
              </a:rPr>
              <a:t>I purchased some furnitures at your store last week.</a:t>
            </a:r>
          </a:p>
          <a:p>
            <a:pPr algn="just">
              <a:lnSpc>
                <a:spcPct val="150000"/>
              </a:lnSpc>
              <a:spcBef>
                <a:spcPts val="600"/>
              </a:spcBef>
              <a:spcAft>
                <a:spcPts val="600"/>
              </a:spcAft>
            </a:pPr>
            <a:r>
              <a:rPr lang="en-VN" sz="4500">
                <a:latin typeface="American Typewriter" panose="02090604020004020304" pitchFamily="18" charset="77"/>
              </a:rPr>
              <a:t>❌ ✅ </a:t>
            </a:r>
            <a:r>
              <a:rPr lang="vi-VN" sz="4500" b="1">
                <a:latin typeface="American Typewriter" panose="02090604020004020304" pitchFamily="18" charset="77"/>
              </a:rPr>
              <a:t>Sửa:</a:t>
            </a:r>
            <a:r>
              <a:rPr lang="vi-VN" sz="4500">
                <a:latin typeface="American Typewriter" panose="02090604020004020304" pitchFamily="18" charset="77"/>
              </a:rPr>
              <a:t> </a:t>
            </a:r>
            <a:r>
              <a:rPr lang="vi-VN" sz="4500" i="1">
                <a:latin typeface="American Typewriter" panose="02090604020004020304" pitchFamily="18" charset="77"/>
              </a:rPr>
              <a:t>I purchased some furniture at your store last week.</a:t>
            </a:r>
            <a:endParaRPr lang="vi-VN" sz="4500">
              <a:latin typeface="American Typewriter" panose="02090604020004020304" pitchFamily="18" charset="77"/>
            </a:endParaRPr>
          </a:p>
          <a:p>
            <a:pPr algn="just">
              <a:lnSpc>
                <a:spcPct val="150000"/>
              </a:lnSpc>
              <a:spcBef>
                <a:spcPts val="600"/>
              </a:spcBef>
              <a:spcAft>
                <a:spcPts val="600"/>
              </a:spcAft>
            </a:pPr>
            <a:r>
              <a:rPr lang="en-VN" sz="4500">
                <a:latin typeface="American Typewriter" panose="02090604020004020304" pitchFamily="18" charset="77"/>
              </a:rPr>
              <a:t>🔎 </a:t>
            </a:r>
            <a:r>
              <a:rPr lang="vi-VN" sz="4500" b="1">
                <a:solidFill>
                  <a:srgbClr val="00B0F0"/>
                </a:solidFill>
                <a:latin typeface="American Typewriter" panose="02090604020004020304" pitchFamily="18" charset="77"/>
              </a:rPr>
              <a:t>furniture</a:t>
            </a:r>
            <a:r>
              <a:rPr lang="vi-VN" sz="4500">
                <a:latin typeface="American Typewriter" panose="02090604020004020304" pitchFamily="18" charset="77"/>
              </a:rPr>
              <a:t> là </a:t>
            </a:r>
            <a:r>
              <a:rPr lang="vi-VN" sz="4500" b="1">
                <a:latin typeface="American Typewriter" panose="02090604020004020304" pitchFamily="18" charset="77"/>
              </a:rPr>
              <a:t>danh từ không đếm được </a:t>
            </a:r>
            <a:r>
              <a:rPr lang="vi-VN" sz="4500">
                <a:latin typeface="American Typewriter" panose="02090604020004020304" pitchFamily="18" charset="77"/>
              </a:rPr>
              <a:t>→ </a:t>
            </a:r>
            <a:r>
              <a:rPr lang="vi-VN" sz="4500" b="1">
                <a:solidFill>
                  <a:srgbClr val="FF0000"/>
                </a:solidFill>
                <a:latin typeface="American Typewriter" panose="02090604020004020304" pitchFamily="18" charset="77"/>
              </a:rPr>
              <a:t>không thêm "s”</a:t>
            </a:r>
            <a:r>
              <a:rPr lang="vi-VN" sz="4500">
                <a:latin typeface="American Typewriter" panose="02090604020004020304" pitchFamily="18" charset="77"/>
              </a:rPr>
              <a:t>.</a:t>
            </a:r>
          </a:p>
        </p:txBody>
      </p:sp>
    </p:spTree>
    <p:extLst>
      <p:ext uri="{BB962C8B-B14F-4D97-AF65-F5344CB8AC3E}">
        <p14:creationId xmlns:p14="http://schemas.microsoft.com/office/powerpoint/2010/main" val="1641070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anim calcmode="lin" valueType="num">
                                      <p:cBhvr additive="base">
                                        <p:cTn id="13"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
                                            <p:txEl>
                                              <p:pRg st="2" end="2"/>
                                            </p:txEl>
                                          </p:spTgt>
                                        </p:tgtEl>
                                        <p:attrNameLst>
                                          <p:attrName>style.visibility</p:attrName>
                                        </p:attrNameLst>
                                      </p:cBhvr>
                                      <p:to>
                                        <p:strVal val="visible"/>
                                      </p:to>
                                    </p:set>
                                    <p:anim calcmode="lin" valueType="num">
                                      <p:cBhvr additive="base">
                                        <p:cTn id="19"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3">
                                            <p:txEl>
                                              <p:pRg st="3" end="3"/>
                                            </p:txEl>
                                          </p:spTgt>
                                        </p:tgtEl>
                                        <p:attrNameLst>
                                          <p:attrName>style.visibility</p:attrName>
                                        </p:attrNameLst>
                                      </p:cBhvr>
                                      <p:to>
                                        <p:strVal val="visible"/>
                                      </p:to>
                                    </p:set>
                                    <p:anim calcmode="lin" valueType="num">
                                      <p:cBhvr additive="base">
                                        <p:cTn id="25" dur="500" fill="hold"/>
                                        <p:tgtEl>
                                          <p:spTgt spid="1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B6DBCC-F940-EC0F-706B-A52DA27ABD17}"/>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09752EEC-231D-A088-1FD8-F5A5F83FD59A}"/>
              </a:ext>
            </a:extLst>
          </p:cNvPr>
          <p:cNvGrpSpPr/>
          <p:nvPr/>
        </p:nvGrpSpPr>
        <p:grpSpPr>
          <a:xfrm>
            <a:off x="-468564" y="9258300"/>
            <a:ext cx="20045165" cy="2219574"/>
            <a:chOff x="0" y="0"/>
            <a:chExt cx="5279385" cy="584579"/>
          </a:xfrm>
        </p:grpSpPr>
        <p:sp>
          <p:nvSpPr>
            <p:cNvPr id="6" name="Freeform 6">
              <a:extLst>
                <a:ext uri="{FF2B5EF4-FFF2-40B4-BE49-F238E27FC236}">
                  <a16:creationId xmlns:a16="http://schemas.microsoft.com/office/drawing/2014/main" id="{46E46817-AFC1-436E-C3A7-F8DE0F176332}"/>
                </a:ext>
              </a:extLst>
            </p:cNvPr>
            <p:cNvSpPr/>
            <p:nvPr/>
          </p:nvSpPr>
          <p:spPr>
            <a:xfrm>
              <a:off x="0" y="0"/>
              <a:ext cx="5279385" cy="584579"/>
            </a:xfrm>
            <a:custGeom>
              <a:avLst/>
              <a:gdLst/>
              <a:ahLst/>
              <a:cxnLst/>
              <a:rect l="l" t="t" r="r" b="b"/>
              <a:pathLst>
                <a:path w="5279385" h="584579">
                  <a:moveTo>
                    <a:pt x="0" y="0"/>
                  </a:moveTo>
                  <a:lnTo>
                    <a:pt x="5279385" y="0"/>
                  </a:lnTo>
                  <a:lnTo>
                    <a:pt x="5279385" y="584579"/>
                  </a:lnTo>
                  <a:lnTo>
                    <a:pt x="0" y="584579"/>
                  </a:lnTo>
                  <a:close/>
                </a:path>
              </a:pathLst>
            </a:custGeom>
            <a:solidFill>
              <a:srgbClr val="9A6E5F"/>
            </a:solidFill>
          </p:spPr>
          <p:txBody>
            <a:bodyPr/>
            <a:lstStyle/>
            <a:p>
              <a:endParaRPr lang="en-VN"/>
            </a:p>
          </p:txBody>
        </p:sp>
        <p:sp>
          <p:nvSpPr>
            <p:cNvPr id="7" name="TextBox 7">
              <a:extLst>
                <a:ext uri="{FF2B5EF4-FFF2-40B4-BE49-F238E27FC236}">
                  <a16:creationId xmlns:a16="http://schemas.microsoft.com/office/drawing/2014/main" id="{898C1774-9FF8-E203-DFE3-560D5F5D44CC}"/>
                </a:ext>
              </a:extLst>
            </p:cNvPr>
            <p:cNvSpPr txBox="1"/>
            <p:nvPr/>
          </p:nvSpPr>
          <p:spPr>
            <a:xfrm>
              <a:off x="0" y="-57150"/>
              <a:ext cx="5279385" cy="641729"/>
            </a:xfrm>
            <a:prstGeom prst="rect">
              <a:avLst/>
            </a:prstGeom>
          </p:spPr>
          <p:txBody>
            <a:bodyPr lIns="50800" tIns="50800" rIns="50800" bIns="50800" rtlCol="0" anchor="ctr"/>
            <a:lstStyle/>
            <a:p>
              <a:pPr algn="ctr">
                <a:lnSpc>
                  <a:spcPts val="2659"/>
                </a:lnSpc>
              </a:pPr>
              <a:endParaRPr/>
            </a:p>
          </p:txBody>
        </p:sp>
      </p:grpSp>
      <p:sp>
        <p:nvSpPr>
          <p:cNvPr id="8" name="Freeform 8">
            <a:extLst>
              <a:ext uri="{FF2B5EF4-FFF2-40B4-BE49-F238E27FC236}">
                <a16:creationId xmlns:a16="http://schemas.microsoft.com/office/drawing/2014/main" id="{ADD72B3A-B46C-C997-7A3C-500BAC9C1644}"/>
              </a:ext>
            </a:extLst>
          </p:cNvPr>
          <p:cNvSpPr/>
          <p:nvPr/>
        </p:nvSpPr>
        <p:spPr>
          <a:xfrm>
            <a:off x="12210403" y="5143500"/>
            <a:ext cx="6077597" cy="6935917"/>
          </a:xfrm>
          <a:custGeom>
            <a:avLst/>
            <a:gdLst/>
            <a:ahLst/>
            <a:cxnLst/>
            <a:rect l="l" t="t" r="r" b="b"/>
            <a:pathLst>
              <a:path w="6077597" h="6935917">
                <a:moveTo>
                  <a:pt x="0" y="0"/>
                </a:moveTo>
                <a:lnTo>
                  <a:pt x="6077597" y="0"/>
                </a:lnTo>
                <a:lnTo>
                  <a:pt x="6077597" y="6935917"/>
                </a:lnTo>
                <a:lnTo>
                  <a:pt x="0" y="693591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VN"/>
          </a:p>
        </p:txBody>
      </p:sp>
      <p:sp>
        <p:nvSpPr>
          <p:cNvPr id="9" name="Freeform 9">
            <a:extLst>
              <a:ext uri="{FF2B5EF4-FFF2-40B4-BE49-F238E27FC236}">
                <a16:creationId xmlns:a16="http://schemas.microsoft.com/office/drawing/2014/main" id="{04FBBC90-818A-E1D1-1FD4-95D376C61D7B}"/>
              </a:ext>
            </a:extLst>
          </p:cNvPr>
          <p:cNvSpPr/>
          <p:nvPr/>
        </p:nvSpPr>
        <p:spPr>
          <a:xfrm>
            <a:off x="16108299" y="-1140262"/>
            <a:ext cx="1829815" cy="4337925"/>
          </a:xfrm>
          <a:custGeom>
            <a:avLst/>
            <a:gdLst/>
            <a:ahLst/>
            <a:cxnLst/>
            <a:rect l="l" t="t" r="r" b="b"/>
            <a:pathLst>
              <a:path w="1829815" h="4337925">
                <a:moveTo>
                  <a:pt x="0" y="0"/>
                </a:moveTo>
                <a:lnTo>
                  <a:pt x="1829816" y="0"/>
                </a:lnTo>
                <a:lnTo>
                  <a:pt x="1829816" y="4337924"/>
                </a:lnTo>
                <a:lnTo>
                  <a:pt x="0" y="433792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VN"/>
          </a:p>
        </p:txBody>
      </p:sp>
      <p:sp>
        <p:nvSpPr>
          <p:cNvPr id="10" name="Freeform 10">
            <a:extLst>
              <a:ext uri="{FF2B5EF4-FFF2-40B4-BE49-F238E27FC236}">
                <a16:creationId xmlns:a16="http://schemas.microsoft.com/office/drawing/2014/main" id="{F4E426DF-3A0F-5564-8BE1-83EC435AB2CC}"/>
              </a:ext>
            </a:extLst>
          </p:cNvPr>
          <p:cNvSpPr/>
          <p:nvPr/>
        </p:nvSpPr>
        <p:spPr>
          <a:xfrm>
            <a:off x="-685800" y="9041309"/>
            <a:ext cx="5063362" cy="2219574"/>
          </a:xfrm>
          <a:custGeom>
            <a:avLst/>
            <a:gdLst/>
            <a:ahLst/>
            <a:cxnLst/>
            <a:rect l="l" t="t" r="r" b="b"/>
            <a:pathLst>
              <a:path w="4615938" h="1730977">
                <a:moveTo>
                  <a:pt x="0" y="0"/>
                </a:moveTo>
                <a:lnTo>
                  <a:pt x="4615938" y="0"/>
                </a:lnTo>
                <a:lnTo>
                  <a:pt x="4615938" y="1730977"/>
                </a:lnTo>
                <a:lnTo>
                  <a:pt x="0" y="1730977"/>
                </a:lnTo>
                <a:lnTo>
                  <a:pt x="0" y="0"/>
                </a:lnTo>
                <a:close/>
              </a:path>
            </a:pathLst>
          </a:custGeom>
          <a:blipFill>
            <a:blip r:embed="rId4"/>
            <a:stretch>
              <a:fillRect/>
            </a:stretch>
          </a:blipFill>
        </p:spPr>
        <p:txBody>
          <a:bodyPr/>
          <a:lstStyle/>
          <a:p>
            <a:endParaRPr lang="en-VN"/>
          </a:p>
        </p:txBody>
      </p:sp>
      <p:sp>
        <p:nvSpPr>
          <p:cNvPr id="13" name="TextBox 12">
            <a:extLst>
              <a:ext uri="{FF2B5EF4-FFF2-40B4-BE49-F238E27FC236}">
                <a16:creationId xmlns:a16="http://schemas.microsoft.com/office/drawing/2014/main" id="{51B0EB72-8D46-75C2-1611-C5EE52160216}"/>
              </a:ext>
            </a:extLst>
          </p:cNvPr>
          <p:cNvSpPr txBox="1"/>
          <p:nvPr/>
        </p:nvSpPr>
        <p:spPr>
          <a:xfrm>
            <a:off x="349886" y="338359"/>
            <a:ext cx="14249400" cy="7712432"/>
          </a:xfrm>
          <a:prstGeom prst="rect">
            <a:avLst/>
          </a:prstGeom>
          <a:noFill/>
        </p:spPr>
        <p:txBody>
          <a:bodyPr wrap="square">
            <a:spAutoFit/>
          </a:bodyPr>
          <a:lstStyle/>
          <a:p>
            <a:pPr algn="just">
              <a:lnSpc>
                <a:spcPct val="150000"/>
              </a:lnSpc>
              <a:spcBef>
                <a:spcPts val="600"/>
              </a:spcBef>
              <a:spcAft>
                <a:spcPts val="600"/>
              </a:spcAft>
              <a:buNone/>
            </a:pPr>
            <a:r>
              <a:rPr lang="hy-AM" sz="4500" b="1"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Bài tập dụng </a:t>
            </a:r>
            <a:r>
              <a:rPr lang="en-US" sz="4500" b="1"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2</a:t>
            </a:r>
            <a:r>
              <a:rPr lang="hy-AM" sz="4500"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a:t>
            </a:r>
            <a:r>
              <a:rPr lang="en-US" sz="4500" b="1" kern="100">
                <a:solidFill>
                  <a:schemeClr val="accent2"/>
                </a:solidFill>
                <a:latin typeface="American Typewriter" panose="02090604020004020304" pitchFamily="18" charset="77"/>
                <a:ea typeface="Calibri" panose="020F0502020204030204" pitchFamily="34" charset="0"/>
                <a:cs typeface="Times New Roman" panose="02020603050405020304" pitchFamily="18" charset="0"/>
              </a:rPr>
              <a:t> </a:t>
            </a:r>
            <a:r>
              <a:rPr lang="en-US" sz="4500" b="1"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Xác định các câu sai và sửa lỗi các câu đó.</a:t>
            </a:r>
            <a:r>
              <a:rPr lang="en-US" sz="4500"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 </a:t>
            </a:r>
            <a:endParaRPr lang="en-VN" sz="4500" kern="100">
              <a:solidFill>
                <a:schemeClr val="accent2"/>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Bef>
                <a:spcPts val="600"/>
              </a:spcBef>
              <a:spcAft>
                <a:spcPts val="600"/>
              </a:spcAft>
            </a:pPr>
            <a:r>
              <a:rPr lang="en-VN" sz="4500" b="1">
                <a:latin typeface="American Typewriter" panose="02090604020004020304" pitchFamily="18" charset="77"/>
              </a:rPr>
              <a:t>6.</a:t>
            </a:r>
            <a:r>
              <a:rPr lang="en-VN" sz="4500">
                <a:latin typeface="American Typewriter" panose="02090604020004020304" pitchFamily="18" charset="77"/>
              </a:rPr>
              <a:t> </a:t>
            </a:r>
            <a:r>
              <a:rPr lang="vi-VN" sz="4500">
                <a:latin typeface="American Typewriter" panose="02090604020004020304" pitchFamily="18" charset="77"/>
              </a:rPr>
              <a:t>The staff took a lot of times to complete the task.</a:t>
            </a:r>
          </a:p>
          <a:p>
            <a:pPr algn="just">
              <a:lnSpc>
                <a:spcPct val="150000"/>
              </a:lnSpc>
              <a:spcBef>
                <a:spcPts val="600"/>
              </a:spcBef>
              <a:spcAft>
                <a:spcPts val="600"/>
              </a:spcAft>
            </a:pPr>
            <a:r>
              <a:rPr lang="en-VN" sz="4500">
                <a:latin typeface="American Typewriter" panose="02090604020004020304" pitchFamily="18" charset="77"/>
              </a:rPr>
              <a:t>❌ ✅ </a:t>
            </a:r>
            <a:r>
              <a:rPr lang="vi-VN" sz="4500" b="1">
                <a:latin typeface="American Typewriter" panose="02090604020004020304" pitchFamily="18" charset="77"/>
              </a:rPr>
              <a:t>Sửa:</a:t>
            </a:r>
            <a:r>
              <a:rPr lang="vi-VN" sz="4500">
                <a:latin typeface="American Typewriter" panose="02090604020004020304" pitchFamily="18" charset="77"/>
              </a:rPr>
              <a:t> </a:t>
            </a:r>
            <a:r>
              <a:rPr lang="vi-VN" sz="4500" i="1">
                <a:latin typeface="American Typewriter" panose="02090604020004020304" pitchFamily="18" charset="77"/>
              </a:rPr>
              <a:t>The staff took a lot of time to complete the task.</a:t>
            </a:r>
            <a:endParaRPr lang="vi-VN" sz="4500">
              <a:latin typeface="American Typewriter" panose="02090604020004020304" pitchFamily="18" charset="77"/>
            </a:endParaRPr>
          </a:p>
          <a:p>
            <a:pPr algn="just">
              <a:lnSpc>
                <a:spcPct val="150000"/>
              </a:lnSpc>
              <a:spcBef>
                <a:spcPts val="600"/>
              </a:spcBef>
              <a:spcAft>
                <a:spcPts val="600"/>
              </a:spcAft>
            </a:pPr>
            <a:r>
              <a:rPr lang="en-VN" sz="4500">
                <a:latin typeface="American Typewriter" panose="02090604020004020304" pitchFamily="18" charset="77"/>
              </a:rPr>
              <a:t>🔎 </a:t>
            </a:r>
            <a:r>
              <a:rPr lang="vi-VN" sz="4500" b="1">
                <a:solidFill>
                  <a:srgbClr val="00B0F0"/>
                </a:solidFill>
                <a:latin typeface="American Typewriter" panose="02090604020004020304" pitchFamily="18" charset="77"/>
              </a:rPr>
              <a:t>time</a:t>
            </a:r>
            <a:r>
              <a:rPr lang="vi-VN" sz="4500">
                <a:latin typeface="American Typewriter" panose="02090604020004020304" pitchFamily="18" charset="77"/>
              </a:rPr>
              <a:t> trong nghĩa “</a:t>
            </a:r>
            <a:r>
              <a:rPr lang="vi-VN" sz="4500" b="1">
                <a:latin typeface="American Typewriter" panose="02090604020004020304" pitchFamily="18" charset="77"/>
              </a:rPr>
              <a:t>thời gian</a:t>
            </a:r>
            <a:r>
              <a:rPr lang="vi-VN" sz="4500">
                <a:latin typeface="American Typewriter" panose="02090604020004020304" pitchFamily="18" charset="77"/>
              </a:rPr>
              <a:t>” là </a:t>
            </a:r>
            <a:r>
              <a:rPr lang="vi-VN" sz="4500" b="1">
                <a:latin typeface="American Typewriter" panose="02090604020004020304" pitchFamily="18" charset="77"/>
              </a:rPr>
              <a:t>danh từ không đếm được</a:t>
            </a:r>
            <a:r>
              <a:rPr lang="vi-VN" sz="4500">
                <a:latin typeface="American Typewriter" panose="02090604020004020304" pitchFamily="18" charset="77"/>
              </a:rPr>
              <a:t> → </a:t>
            </a:r>
            <a:r>
              <a:rPr lang="vi-VN" sz="4500" b="1">
                <a:solidFill>
                  <a:srgbClr val="FF0000"/>
                </a:solidFill>
                <a:latin typeface="American Typewriter" panose="02090604020004020304" pitchFamily="18" charset="77"/>
              </a:rPr>
              <a:t>không thêm “s”</a:t>
            </a:r>
            <a:r>
              <a:rPr lang="vi-VN" sz="4500">
                <a:latin typeface="American Typewriter" panose="02090604020004020304" pitchFamily="18" charset="77"/>
              </a:rPr>
              <a:t>.</a:t>
            </a:r>
          </a:p>
        </p:txBody>
      </p:sp>
    </p:spTree>
    <p:extLst>
      <p:ext uri="{BB962C8B-B14F-4D97-AF65-F5344CB8AC3E}">
        <p14:creationId xmlns:p14="http://schemas.microsoft.com/office/powerpoint/2010/main" val="2757749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anim calcmode="lin" valueType="num">
                                      <p:cBhvr additive="base">
                                        <p:cTn id="13"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
                                            <p:txEl>
                                              <p:pRg st="2" end="2"/>
                                            </p:txEl>
                                          </p:spTgt>
                                        </p:tgtEl>
                                        <p:attrNameLst>
                                          <p:attrName>style.visibility</p:attrName>
                                        </p:attrNameLst>
                                      </p:cBhvr>
                                      <p:to>
                                        <p:strVal val="visible"/>
                                      </p:to>
                                    </p:set>
                                    <p:anim calcmode="lin" valueType="num">
                                      <p:cBhvr additive="base">
                                        <p:cTn id="19"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3">
                                            <p:txEl>
                                              <p:pRg st="3" end="3"/>
                                            </p:txEl>
                                          </p:spTgt>
                                        </p:tgtEl>
                                        <p:attrNameLst>
                                          <p:attrName>style.visibility</p:attrName>
                                        </p:attrNameLst>
                                      </p:cBhvr>
                                      <p:to>
                                        <p:strVal val="visible"/>
                                      </p:to>
                                    </p:set>
                                    <p:anim calcmode="lin" valueType="num">
                                      <p:cBhvr additive="base">
                                        <p:cTn id="25" dur="500" fill="hold"/>
                                        <p:tgtEl>
                                          <p:spTgt spid="1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E3B9796-8DA3-51B0-5A2E-368F746C2289}"/>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62092097-8560-7612-4789-C1FC0FC7B8E5}"/>
              </a:ext>
            </a:extLst>
          </p:cNvPr>
          <p:cNvGrpSpPr/>
          <p:nvPr/>
        </p:nvGrpSpPr>
        <p:grpSpPr>
          <a:xfrm>
            <a:off x="-468564" y="9258300"/>
            <a:ext cx="20045165" cy="2219574"/>
            <a:chOff x="0" y="0"/>
            <a:chExt cx="5279385" cy="584579"/>
          </a:xfrm>
        </p:grpSpPr>
        <p:sp>
          <p:nvSpPr>
            <p:cNvPr id="6" name="Freeform 6">
              <a:extLst>
                <a:ext uri="{FF2B5EF4-FFF2-40B4-BE49-F238E27FC236}">
                  <a16:creationId xmlns:a16="http://schemas.microsoft.com/office/drawing/2014/main" id="{480865FB-684F-B754-145B-F5E29ED80995}"/>
                </a:ext>
              </a:extLst>
            </p:cNvPr>
            <p:cNvSpPr/>
            <p:nvPr/>
          </p:nvSpPr>
          <p:spPr>
            <a:xfrm>
              <a:off x="0" y="0"/>
              <a:ext cx="5279385" cy="584579"/>
            </a:xfrm>
            <a:custGeom>
              <a:avLst/>
              <a:gdLst/>
              <a:ahLst/>
              <a:cxnLst/>
              <a:rect l="l" t="t" r="r" b="b"/>
              <a:pathLst>
                <a:path w="5279385" h="584579">
                  <a:moveTo>
                    <a:pt x="0" y="0"/>
                  </a:moveTo>
                  <a:lnTo>
                    <a:pt x="5279385" y="0"/>
                  </a:lnTo>
                  <a:lnTo>
                    <a:pt x="5279385" y="584579"/>
                  </a:lnTo>
                  <a:lnTo>
                    <a:pt x="0" y="584579"/>
                  </a:lnTo>
                  <a:close/>
                </a:path>
              </a:pathLst>
            </a:custGeom>
            <a:solidFill>
              <a:srgbClr val="9A6E5F"/>
            </a:solidFill>
          </p:spPr>
          <p:txBody>
            <a:bodyPr/>
            <a:lstStyle/>
            <a:p>
              <a:endParaRPr lang="en-VN"/>
            </a:p>
          </p:txBody>
        </p:sp>
        <p:sp>
          <p:nvSpPr>
            <p:cNvPr id="7" name="TextBox 7">
              <a:extLst>
                <a:ext uri="{FF2B5EF4-FFF2-40B4-BE49-F238E27FC236}">
                  <a16:creationId xmlns:a16="http://schemas.microsoft.com/office/drawing/2014/main" id="{3E5FD389-3AA1-6007-D17F-96DE72FBB4FF}"/>
                </a:ext>
              </a:extLst>
            </p:cNvPr>
            <p:cNvSpPr txBox="1"/>
            <p:nvPr/>
          </p:nvSpPr>
          <p:spPr>
            <a:xfrm>
              <a:off x="0" y="-57150"/>
              <a:ext cx="5279385" cy="641729"/>
            </a:xfrm>
            <a:prstGeom prst="rect">
              <a:avLst/>
            </a:prstGeom>
          </p:spPr>
          <p:txBody>
            <a:bodyPr lIns="50800" tIns="50800" rIns="50800" bIns="50800" rtlCol="0" anchor="ctr"/>
            <a:lstStyle/>
            <a:p>
              <a:pPr algn="ctr">
                <a:lnSpc>
                  <a:spcPts val="2659"/>
                </a:lnSpc>
              </a:pPr>
              <a:endParaRPr/>
            </a:p>
          </p:txBody>
        </p:sp>
      </p:grpSp>
      <p:sp>
        <p:nvSpPr>
          <p:cNvPr id="8" name="Freeform 8">
            <a:extLst>
              <a:ext uri="{FF2B5EF4-FFF2-40B4-BE49-F238E27FC236}">
                <a16:creationId xmlns:a16="http://schemas.microsoft.com/office/drawing/2014/main" id="{476EE55B-4E8B-BDED-4147-B4822BE7BAED}"/>
              </a:ext>
            </a:extLst>
          </p:cNvPr>
          <p:cNvSpPr/>
          <p:nvPr/>
        </p:nvSpPr>
        <p:spPr>
          <a:xfrm>
            <a:off x="12210403" y="5143500"/>
            <a:ext cx="6077597" cy="6935917"/>
          </a:xfrm>
          <a:custGeom>
            <a:avLst/>
            <a:gdLst/>
            <a:ahLst/>
            <a:cxnLst/>
            <a:rect l="l" t="t" r="r" b="b"/>
            <a:pathLst>
              <a:path w="6077597" h="6935917">
                <a:moveTo>
                  <a:pt x="0" y="0"/>
                </a:moveTo>
                <a:lnTo>
                  <a:pt x="6077597" y="0"/>
                </a:lnTo>
                <a:lnTo>
                  <a:pt x="6077597" y="6935917"/>
                </a:lnTo>
                <a:lnTo>
                  <a:pt x="0" y="693591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VN"/>
          </a:p>
        </p:txBody>
      </p:sp>
      <p:sp>
        <p:nvSpPr>
          <p:cNvPr id="9" name="Freeform 9">
            <a:extLst>
              <a:ext uri="{FF2B5EF4-FFF2-40B4-BE49-F238E27FC236}">
                <a16:creationId xmlns:a16="http://schemas.microsoft.com/office/drawing/2014/main" id="{BF56E728-B016-6E6C-1C1B-884057D34FDD}"/>
              </a:ext>
            </a:extLst>
          </p:cNvPr>
          <p:cNvSpPr/>
          <p:nvPr/>
        </p:nvSpPr>
        <p:spPr>
          <a:xfrm>
            <a:off x="16108299" y="-1140262"/>
            <a:ext cx="1829815" cy="4337925"/>
          </a:xfrm>
          <a:custGeom>
            <a:avLst/>
            <a:gdLst/>
            <a:ahLst/>
            <a:cxnLst/>
            <a:rect l="l" t="t" r="r" b="b"/>
            <a:pathLst>
              <a:path w="1829815" h="4337925">
                <a:moveTo>
                  <a:pt x="0" y="0"/>
                </a:moveTo>
                <a:lnTo>
                  <a:pt x="1829816" y="0"/>
                </a:lnTo>
                <a:lnTo>
                  <a:pt x="1829816" y="4337924"/>
                </a:lnTo>
                <a:lnTo>
                  <a:pt x="0" y="433792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VN"/>
          </a:p>
        </p:txBody>
      </p:sp>
      <p:sp>
        <p:nvSpPr>
          <p:cNvPr id="10" name="Freeform 10">
            <a:extLst>
              <a:ext uri="{FF2B5EF4-FFF2-40B4-BE49-F238E27FC236}">
                <a16:creationId xmlns:a16="http://schemas.microsoft.com/office/drawing/2014/main" id="{2EE66F65-8F20-072E-429D-20AB92F04DA8}"/>
              </a:ext>
            </a:extLst>
          </p:cNvPr>
          <p:cNvSpPr/>
          <p:nvPr/>
        </p:nvSpPr>
        <p:spPr>
          <a:xfrm>
            <a:off x="-685800" y="9041309"/>
            <a:ext cx="5063362" cy="2219574"/>
          </a:xfrm>
          <a:custGeom>
            <a:avLst/>
            <a:gdLst/>
            <a:ahLst/>
            <a:cxnLst/>
            <a:rect l="l" t="t" r="r" b="b"/>
            <a:pathLst>
              <a:path w="4615938" h="1730977">
                <a:moveTo>
                  <a:pt x="0" y="0"/>
                </a:moveTo>
                <a:lnTo>
                  <a:pt x="4615938" y="0"/>
                </a:lnTo>
                <a:lnTo>
                  <a:pt x="4615938" y="1730977"/>
                </a:lnTo>
                <a:lnTo>
                  <a:pt x="0" y="1730977"/>
                </a:lnTo>
                <a:lnTo>
                  <a:pt x="0" y="0"/>
                </a:lnTo>
                <a:close/>
              </a:path>
            </a:pathLst>
          </a:custGeom>
          <a:blipFill>
            <a:blip r:embed="rId4"/>
            <a:stretch>
              <a:fillRect/>
            </a:stretch>
          </a:blipFill>
        </p:spPr>
        <p:txBody>
          <a:bodyPr/>
          <a:lstStyle/>
          <a:p>
            <a:endParaRPr lang="en-VN"/>
          </a:p>
        </p:txBody>
      </p:sp>
      <p:sp>
        <p:nvSpPr>
          <p:cNvPr id="13" name="TextBox 12">
            <a:extLst>
              <a:ext uri="{FF2B5EF4-FFF2-40B4-BE49-F238E27FC236}">
                <a16:creationId xmlns:a16="http://schemas.microsoft.com/office/drawing/2014/main" id="{202BAF40-3FD5-7CFA-4DCF-B30255CCDBF1}"/>
              </a:ext>
            </a:extLst>
          </p:cNvPr>
          <p:cNvSpPr txBox="1"/>
          <p:nvPr/>
        </p:nvSpPr>
        <p:spPr>
          <a:xfrm>
            <a:off x="349886" y="338359"/>
            <a:ext cx="14249400" cy="6123599"/>
          </a:xfrm>
          <a:prstGeom prst="rect">
            <a:avLst/>
          </a:prstGeom>
          <a:noFill/>
        </p:spPr>
        <p:txBody>
          <a:bodyPr wrap="square">
            <a:spAutoFit/>
          </a:bodyPr>
          <a:lstStyle/>
          <a:p>
            <a:pPr algn="just">
              <a:lnSpc>
                <a:spcPct val="150000"/>
              </a:lnSpc>
              <a:spcBef>
                <a:spcPts val="600"/>
              </a:spcBef>
              <a:spcAft>
                <a:spcPts val="600"/>
              </a:spcAft>
              <a:buNone/>
            </a:pPr>
            <a:r>
              <a:rPr lang="hy-AM" sz="5000" b="1"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Bài tập dụng </a:t>
            </a:r>
            <a:r>
              <a:rPr lang="en-US" sz="5000" b="1"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2</a:t>
            </a:r>
            <a:r>
              <a:rPr lang="hy-AM" sz="5000"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a:t>
            </a:r>
            <a:r>
              <a:rPr lang="en-US" sz="5000" b="1" kern="100">
                <a:solidFill>
                  <a:schemeClr val="accent2"/>
                </a:solidFill>
                <a:latin typeface="American Typewriter" panose="02090604020004020304" pitchFamily="18" charset="77"/>
                <a:ea typeface="Calibri" panose="020F0502020204030204" pitchFamily="34" charset="0"/>
                <a:cs typeface="Times New Roman" panose="02020603050405020304" pitchFamily="18" charset="0"/>
              </a:rPr>
              <a:t> </a:t>
            </a:r>
            <a:r>
              <a:rPr lang="en-US" sz="5000" b="1"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Xác định các câu sai và sửa lỗi các câu đó.</a:t>
            </a:r>
            <a:r>
              <a:rPr lang="en-US" sz="5000"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 </a:t>
            </a:r>
            <a:endParaRPr lang="en-VN" sz="5000" kern="100">
              <a:solidFill>
                <a:schemeClr val="accent2"/>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Bef>
                <a:spcPts val="600"/>
              </a:spcBef>
              <a:spcAft>
                <a:spcPts val="600"/>
              </a:spcAft>
            </a:pPr>
            <a:r>
              <a:rPr lang="en-VN" sz="5000" b="1">
                <a:latin typeface="American Typewriter" panose="02090604020004020304" pitchFamily="18" charset="77"/>
              </a:rPr>
              <a:t>7.</a:t>
            </a:r>
            <a:r>
              <a:rPr lang="en-VN" sz="5000">
                <a:latin typeface="American Typewriter" panose="02090604020004020304" pitchFamily="18" charset="77"/>
              </a:rPr>
              <a:t> </a:t>
            </a:r>
            <a:r>
              <a:rPr lang="vi-VN" sz="5000">
                <a:latin typeface="American Typewriter" panose="02090604020004020304" pitchFamily="18" charset="77"/>
              </a:rPr>
              <a:t>Can you give me some advice?</a:t>
            </a:r>
          </a:p>
          <a:p>
            <a:pPr algn="just">
              <a:lnSpc>
                <a:spcPct val="150000"/>
              </a:lnSpc>
              <a:spcBef>
                <a:spcPts val="600"/>
              </a:spcBef>
              <a:spcAft>
                <a:spcPts val="600"/>
              </a:spcAft>
            </a:pPr>
            <a:r>
              <a:rPr lang="en-VN" sz="5000">
                <a:latin typeface="American Typewriter" panose="02090604020004020304" pitchFamily="18" charset="77"/>
              </a:rPr>
              <a:t>✅  🔎 </a:t>
            </a:r>
            <a:r>
              <a:rPr lang="vi-VN" sz="5000">
                <a:latin typeface="American Typewriter" panose="02090604020004020304" pitchFamily="18" charset="77"/>
              </a:rPr>
              <a:t>Câu đúng. </a:t>
            </a:r>
            <a:r>
              <a:rPr lang="vi-VN" sz="5000" b="1">
                <a:solidFill>
                  <a:srgbClr val="00B0F0"/>
                </a:solidFill>
                <a:latin typeface="American Typewriter" panose="02090604020004020304" pitchFamily="18" charset="77"/>
              </a:rPr>
              <a:t>advice</a:t>
            </a:r>
            <a:r>
              <a:rPr lang="vi-VN" sz="5000">
                <a:latin typeface="American Typewriter" panose="02090604020004020304" pitchFamily="18" charset="77"/>
              </a:rPr>
              <a:t> là </a:t>
            </a:r>
            <a:r>
              <a:rPr lang="vi-VN" sz="5000" b="1">
                <a:latin typeface="American Typewriter" panose="02090604020004020304" pitchFamily="18" charset="77"/>
              </a:rPr>
              <a:t>danh từ không đếm được</a:t>
            </a:r>
            <a:r>
              <a:rPr lang="vi-VN" sz="5000">
                <a:latin typeface="American Typewriter" panose="02090604020004020304" pitchFamily="18" charset="77"/>
              </a:rPr>
              <a:t> </a:t>
            </a:r>
            <a:r>
              <a:rPr lang="vi-VN" sz="5400">
                <a:latin typeface="American Typewriter" panose="02090604020004020304" pitchFamily="18" charset="77"/>
              </a:rPr>
              <a:t>→</a:t>
            </a:r>
            <a:r>
              <a:rPr lang="vi-VN" sz="5000">
                <a:latin typeface="American Typewriter" panose="02090604020004020304" pitchFamily="18" charset="77"/>
              </a:rPr>
              <a:t> dùng đúng với “</a:t>
            </a:r>
            <a:r>
              <a:rPr lang="vi-VN" sz="5000" b="1">
                <a:solidFill>
                  <a:srgbClr val="FF0000"/>
                </a:solidFill>
                <a:latin typeface="American Typewriter" panose="02090604020004020304" pitchFamily="18" charset="77"/>
              </a:rPr>
              <a:t>some</a:t>
            </a:r>
            <a:r>
              <a:rPr lang="vi-VN" sz="5000">
                <a:latin typeface="American Typewriter" panose="02090604020004020304" pitchFamily="18" charset="77"/>
              </a:rPr>
              <a:t>”.</a:t>
            </a:r>
          </a:p>
        </p:txBody>
      </p:sp>
    </p:spTree>
    <p:extLst>
      <p:ext uri="{BB962C8B-B14F-4D97-AF65-F5344CB8AC3E}">
        <p14:creationId xmlns:p14="http://schemas.microsoft.com/office/powerpoint/2010/main" val="3542534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anim calcmode="lin" valueType="num">
                                      <p:cBhvr additive="base">
                                        <p:cTn id="13"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
                                            <p:txEl>
                                              <p:pRg st="2" end="2"/>
                                            </p:txEl>
                                          </p:spTgt>
                                        </p:tgtEl>
                                        <p:attrNameLst>
                                          <p:attrName>style.visibility</p:attrName>
                                        </p:attrNameLst>
                                      </p:cBhvr>
                                      <p:to>
                                        <p:strVal val="visible"/>
                                      </p:to>
                                    </p:set>
                                    <p:anim calcmode="lin" valueType="num">
                                      <p:cBhvr additive="base">
                                        <p:cTn id="19"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CD8ADA9-5FED-2696-C3DB-4227527056AA}"/>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740C1DB6-3982-7081-8160-EEE71AD28BCC}"/>
              </a:ext>
            </a:extLst>
          </p:cNvPr>
          <p:cNvGrpSpPr/>
          <p:nvPr/>
        </p:nvGrpSpPr>
        <p:grpSpPr>
          <a:xfrm>
            <a:off x="-468564" y="9258300"/>
            <a:ext cx="20045165" cy="2219574"/>
            <a:chOff x="0" y="0"/>
            <a:chExt cx="5279385" cy="584579"/>
          </a:xfrm>
        </p:grpSpPr>
        <p:sp>
          <p:nvSpPr>
            <p:cNvPr id="6" name="Freeform 6">
              <a:extLst>
                <a:ext uri="{FF2B5EF4-FFF2-40B4-BE49-F238E27FC236}">
                  <a16:creationId xmlns:a16="http://schemas.microsoft.com/office/drawing/2014/main" id="{E3E10486-BC51-A03A-3F4A-82BA63E2ADC7}"/>
                </a:ext>
              </a:extLst>
            </p:cNvPr>
            <p:cNvSpPr/>
            <p:nvPr/>
          </p:nvSpPr>
          <p:spPr>
            <a:xfrm>
              <a:off x="0" y="0"/>
              <a:ext cx="5279385" cy="584579"/>
            </a:xfrm>
            <a:custGeom>
              <a:avLst/>
              <a:gdLst/>
              <a:ahLst/>
              <a:cxnLst/>
              <a:rect l="l" t="t" r="r" b="b"/>
              <a:pathLst>
                <a:path w="5279385" h="584579">
                  <a:moveTo>
                    <a:pt x="0" y="0"/>
                  </a:moveTo>
                  <a:lnTo>
                    <a:pt x="5279385" y="0"/>
                  </a:lnTo>
                  <a:lnTo>
                    <a:pt x="5279385" y="584579"/>
                  </a:lnTo>
                  <a:lnTo>
                    <a:pt x="0" y="584579"/>
                  </a:lnTo>
                  <a:close/>
                </a:path>
              </a:pathLst>
            </a:custGeom>
            <a:solidFill>
              <a:srgbClr val="9A6E5F"/>
            </a:solidFill>
          </p:spPr>
          <p:txBody>
            <a:bodyPr/>
            <a:lstStyle/>
            <a:p>
              <a:endParaRPr lang="en-VN"/>
            </a:p>
          </p:txBody>
        </p:sp>
        <p:sp>
          <p:nvSpPr>
            <p:cNvPr id="7" name="TextBox 7">
              <a:extLst>
                <a:ext uri="{FF2B5EF4-FFF2-40B4-BE49-F238E27FC236}">
                  <a16:creationId xmlns:a16="http://schemas.microsoft.com/office/drawing/2014/main" id="{B639606A-B5B7-AF42-03B8-92EF4C2B0FE3}"/>
                </a:ext>
              </a:extLst>
            </p:cNvPr>
            <p:cNvSpPr txBox="1"/>
            <p:nvPr/>
          </p:nvSpPr>
          <p:spPr>
            <a:xfrm>
              <a:off x="0" y="-57150"/>
              <a:ext cx="5279385" cy="641729"/>
            </a:xfrm>
            <a:prstGeom prst="rect">
              <a:avLst/>
            </a:prstGeom>
          </p:spPr>
          <p:txBody>
            <a:bodyPr lIns="50800" tIns="50800" rIns="50800" bIns="50800" rtlCol="0" anchor="ctr"/>
            <a:lstStyle/>
            <a:p>
              <a:pPr algn="ctr">
                <a:lnSpc>
                  <a:spcPts val="2659"/>
                </a:lnSpc>
              </a:pPr>
              <a:endParaRPr/>
            </a:p>
          </p:txBody>
        </p:sp>
      </p:grpSp>
      <p:sp>
        <p:nvSpPr>
          <p:cNvPr id="8" name="Freeform 8">
            <a:extLst>
              <a:ext uri="{FF2B5EF4-FFF2-40B4-BE49-F238E27FC236}">
                <a16:creationId xmlns:a16="http://schemas.microsoft.com/office/drawing/2014/main" id="{E266C422-DC37-A9B5-9BDF-C2ADECD019B5}"/>
              </a:ext>
            </a:extLst>
          </p:cNvPr>
          <p:cNvSpPr/>
          <p:nvPr/>
        </p:nvSpPr>
        <p:spPr>
          <a:xfrm>
            <a:off x="12210403" y="5143500"/>
            <a:ext cx="6077597" cy="6935917"/>
          </a:xfrm>
          <a:custGeom>
            <a:avLst/>
            <a:gdLst/>
            <a:ahLst/>
            <a:cxnLst/>
            <a:rect l="l" t="t" r="r" b="b"/>
            <a:pathLst>
              <a:path w="6077597" h="6935917">
                <a:moveTo>
                  <a:pt x="0" y="0"/>
                </a:moveTo>
                <a:lnTo>
                  <a:pt x="6077597" y="0"/>
                </a:lnTo>
                <a:lnTo>
                  <a:pt x="6077597" y="6935917"/>
                </a:lnTo>
                <a:lnTo>
                  <a:pt x="0" y="693591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VN"/>
          </a:p>
        </p:txBody>
      </p:sp>
      <p:sp>
        <p:nvSpPr>
          <p:cNvPr id="9" name="Freeform 9">
            <a:extLst>
              <a:ext uri="{FF2B5EF4-FFF2-40B4-BE49-F238E27FC236}">
                <a16:creationId xmlns:a16="http://schemas.microsoft.com/office/drawing/2014/main" id="{72B7150A-90D4-61D5-2383-A0AE3F01C490}"/>
              </a:ext>
            </a:extLst>
          </p:cNvPr>
          <p:cNvSpPr/>
          <p:nvPr/>
        </p:nvSpPr>
        <p:spPr>
          <a:xfrm>
            <a:off x="16108299" y="-1140262"/>
            <a:ext cx="1829815" cy="4337925"/>
          </a:xfrm>
          <a:custGeom>
            <a:avLst/>
            <a:gdLst/>
            <a:ahLst/>
            <a:cxnLst/>
            <a:rect l="l" t="t" r="r" b="b"/>
            <a:pathLst>
              <a:path w="1829815" h="4337925">
                <a:moveTo>
                  <a:pt x="0" y="0"/>
                </a:moveTo>
                <a:lnTo>
                  <a:pt x="1829816" y="0"/>
                </a:lnTo>
                <a:lnTo>
                  <a:pt x="1829816" y="4337924"/>
                </a:lnTo>
                <a:lnTo>
                  <a:pt x="0" y="433792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VN"/>
          </a:p>
        </p:txBody>
      </p:sp>
      <p:sp>
        <p:nvSpPr>
          <p:cNvPr id="10" name="Freeform 10">
            <a:extLst>
              <a:ext uri="{FF2B5EF4-FFF2-40B4-BE49-F238E27FC236}">
                <a16:creationId xmlns:a16="http://schemas.microsoft.com/office/drawing/2014/main" id="{25F071B0-8B7E-FDF6-D9CB-4BB385EB9354}"/>
              </a:ext>
            </a:extLst>
          </p:cNvPr>
          <p:cNvSpPr/>
          <p:nvPr/>
        </p:nvSpPr>
        <p:spPr>
          <a:xfrm>
            <a:off x="-685800" y="9041309"/>
            <a:ext cx="5063362" cy="2219574"/>
          </a:xfrm>
          <a:custGeom>
            <a:avLst/>
            <a:gdLst/>
            <a:ahLst/>
            <a:cxnLst/>
            <a:rect l="l" t="t" r="r" b="b"/>
            <a:pathLst>
              <a:path w="4615938" h="1730977">
                <a:moveTo>
                  <a:pt x="0" y="0"/>
                </a:moveTo>
                <a:lnTo>
                  <a:pt x="4615938" y="0"/>
                </a:lnTo>
                <a:lnTo>
                  <a:pt x="4615938" y="1730977"/>
                </a:lnTo>
                <a:lnTo>
                  <a:pt x="0" y="1730977"/>
                </a:lnTo>
                <a:lnTo>
                  <a:pt x="0" y="0"/>
                </a:lnTo>
                <a:close/>
              </a:path>
            </a:pathLst>
          </a:custGeom>
          <a:blipFill>
            <a:blip r:embed="rId4"/>
            <a:stretch>
              <a:fillRect/>
            </a:stretch>
          </a:blipFill>
        </p:spPr>
        <p:txBody>
          <a:bodyPr/>
          <a:lstStyle/>
          <a:p>
            <a:endParaRPr lang="en-VN"/>
          </a:p>
        </p:txBody>
      </p:sp>
      <p:sp>
        <p:nvSpPr>
          <p:cNvPr id="13" name="TextBox 12">
            <a:extLst>
              <a:ext uri="{FF2B5EF4-FFF2-40B4-BE49-F238E27FC236}">
                <a16:creationId xmlns:a16="http://schemas.microsoft.com/office/drawing/2014/main" id="{2B51C9DC-C5C8-CDE2-09E5-912327511679}"/>
              </a:ext>
            </a:extLst>
          </p:cNvPr>
          <p:cNvSpPr txBox="1"/>
          <p:nvPr/>
        </p:nvSpPr>
        <p:spPr>
          <a:xfrm>
            <a:off x="349886" y="338359"/>
            <a:ext cx="14249400" cy="7203254"/>
          </a:xfrm>
          <a:prstGeom prst="rect">
            <a:avLst/>
          </a:prstGeom>
          <a:noFill/>
        </p:spPr>
        <p:txBody>
          <a:bodyPr wrap="square">
            <a:spAutoFit/>
          </a:bodyPr>
          <a:lstStyle/>
          <a:p>
            <a:pPr algn="just">
              <a:lnSpc>
                <a:spcPct val="150000"/>
              </a:lnSpc>
              <a:spcBef>
                <a:spcPts val="600"/>
              </a:spcBef>
              <a:spcAft>
                <a:spcPts val="600"/>
              </a:spcAft>
              <a:buNone/>
            </a:pPr>
            <a:r>
              <a:rPr lang="hy-AM" sz="5000" b="1"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Bài tập dụng </a:t>
            </a:r>
            <a:r>
              <a:rPr lang="en-US" sz="5000" b="1"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2</a:t>
            </a:r>
            <a:r>
              <a:rPr lang="hy-AM" sz="5000"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a:t>
            </a:r>
            <a:r>
              <a:rPr lang="en-US" sz="5000" b="1" kern="100">
                <a:solidFill>
                  <a:schemeClr val="accent2"/>
                </a:solidFill>
                <a:latin typeface="American Typewriter" panose="02090604020004020304" pitchFamily="18" charset="77"/>
                <a:ea typeface="Calibri" panose="020F0502020204030204" pitchFamily="34" charset="0"/>
                <a:cs typeface="Times New Roman" panose="02020603050405020304" pitchFamily="18" charset="0"/>
              </a:rPr>
              <a:t> </a:t>
            </a:r>
            <a:r>
              <a:rPr lang="en-US" sz="5000" b="1"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Xác định các câu sai và sửa lỗi các câu đó.</a:t>
            </a:r>
            <a:r>
              <a:rPr lang="en-US" sz="5000"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 </a:t>
            </a:r>
            <a:endParaRPr lang="en-VN" sz="5000" kern="100">
              <a:solidFill>
                <a:schemeClr val="accent2"/>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Bef>
                <a:spcPts val="600"/>
              </a:spcBef>
              <a:spcAft>
                <a:spcPts val="600"/>
              </a:spcAft>
            </a:pPr>
            <a:r>
              <a:rPr lang="en-VN" sz="5000" b="1">
                <a:latin typeface="American Typewriter" panose="02090604020004020304" pitchFamily="18" charset="77"/>
              </a:rPr>
              <a:t>8.</a:t>
            </a:r>
            <a:r>
              <a:rPr lang="en-VN" sz="5000">
                <a:latin typeface="American Typewriter" panose="02090604020004020304" pitchFamily="18" charset="77"/>
              </a:rPr>
              <a:t> </a:t>
            </a:r>
            <a:r>
              <a:rPr lang="vi-VN" sz="5000">
                <a:latin typeface="American Typewriter" panose="02090604020004020304" pitchFamily="18" charset="77"/>
              </a:rPr>
              <a:t>They sell a lot of products in Cai Rang floating market.</a:t>
            </a:r>
          </a:p>
          <a:p>
            <a:pPr algn="just">
              <a:lnSpc>
                <a:spcPct val="150000"/>
              </a:lnSpc>
              <a:spcBef>
                <a:spcPts val="600"/>
              </a:spcBef>
              <a:spcAft>
                <a:spcPts val="600"/>
              </a:spcAft>
            </a:pPr>
            <a:r>
              <a:rPr lang="en-VN" sz="5000">
                <a:latin typeface="American Typewriter" panose="02090604020004020304" pitchFamily="18" charset="77"/>
              </a:rPr>
              <a:t>✅ 🔎 </a:t>
            </a:r>
            <a:r>
              <a:rPr lang="vi-VN" sz="5000">
                <a:latin typeface="American Typewriter" panose="02090604020004020304" pitchFamily="18" charset="77"/>
              </a:rPr>
              <a:t>Câu đúng. </a:t>
            </a:r>
            <a:r>
              <a:rPr lang="vi-VN" sz="5000" b="1">
                <a:solidFill>
                  <a:srgbClr val="00B0F0"/>
                </a:solidFill>
                <a:latin typeface="American Typewriter" panose="02090604020004020304" pitchFamily="18" charset="77"/>
              </a:rPr>
              <a:t>products</a:t>
            </a:r>
            <a:r>
              <a:rPr lang="vi-VN" sz="5000">
                <a:latin typeface="American Typewriter" panose="02090604020004020304" pitchFamily="18" charset="77"/>
              </a:rPr>
              <a:t> là </a:t>
            </a:r>
            <a:r>
              <a:rPr lang="vi-VN" sz="5000" b="1">
                <a:latin typeface="American Typewriter" panose="02090604020004020304" pitchFamily="18" charset="77"/>
              </a:rPr>
              <a:t>danh từ đếm được </a:t>
            </a:r>
            <a:r>
              <a:rPr lang="vi-VN" sz="5000">
                <a:latin typeface="American Typewriter" panose="02090604020004020304" pitchFamily="18" charset="77"/>
              </a:rPr>
              <a:t>→ có thể dùng với “</a:t>
            </a:r>
            <a:r>
              <a:rPr lang="vi-VN" sz="5000" b="1">
                <a:solidFill>
                  <a:srgbClr val="FF0000"/>
                </a:solidFill>
                <a:latin typeface="American Typewriter" panose="02090604020004020304" pitchFamily="18" charset="77"/>
              </a:rPr>
              <a:t>a lot of</a:t>
            </a:r>
            <a:r>
              <a:rPr lang="vi-VN" sz="5000">
                <a:latin typeface="American Typewriter" panose="02090604020004020304" pitchFamily="18" charset="77"/>
              </a:rPr>
              <a:t>”.</a:t>
            </a:r>
          </a:p>
        </p:txBody>
      </p:sp>
    </p:spTree>
    <p:extLst>
      <p:ext uri="{BB962C8B-B14F-4D97-AF65-F5344CB8AC3E}">
        <p14:creationId xmlns:p14="http://schemas.microsoft.com/office/powerpoint/2010/main" val="368058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anim calcmode="lin" valueType="num">
                                      <p:cBhvr additive="base">
                                        <p:cTn id="13"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
                                            <p:txEl>
                                              <p:pRg st="2" end="2"/>
                                            </p:txEl>
                                          </p:spTgt>
                                        </p:tgtEl>
                                        <p:attrNameLst>
                                          <p:attrName>style.visibility</p:attrName>
                                        </p:attrNameLst>
                                      </p:cBhvr>
                                      <p:to>
                                        <p:strVal val="visible"/>
                                      </p:to>
                                    </p:set>
                                    <p:anim calcmode="lin" valueType="num">
                                      <p:cBhvr additive="base">
                                        <p:cTn id="19"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650AC0-E6B5-CB3D-B8BD-3BBDDDCEB087}"/>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47A299DE-BBF9-4737-7414-CA3A41C9B747}"/>
              </a:ext>
            </a:extLst>
          </p:cNvPr>
          <p:cNvGrpSpPr/>
          <p:nvPr/>
        </p:nvGrpSpPr>
        <p:grpSpPr>
          <a:xfrm>
            <a:off x="-468564" y="9258300"/>
            <a:ext cx="20045165" cy="2219574"/>
            <a:chOff x="0" y="0"/>
            <a:chExt cx="5279385" cy="584579"/>
          </a:xfrm>
        </p:grpSpPr>
        <p:sp>
          <p:nvSpPr>
            <p:cNvPr id="6" name="Freeform 6">
              <a:extLst>
                <a:ext uri="{FF2B5EF4-FFF2-40B4-BE49-F238E27FC236}">
                  <a16:creationId xmlns:a16="http://schemas.microsoft.com/office/drawing/2014/main" id="{F9A0BE46-D0D9-973C-1307-9379D3D4B561}"/>
                </a:ext>
              </a:extLst>
            </p:cNvPr>
            <p:cNvSpPr/>
            <p:nvPr/>
          </p:nvSpPr>
          <p:spPr>
            <a:xfrm>
              <a:off x="0" y="0"/>
              <a:ext cx="5279385" cy="584579"/>
            </a:xfrm>
            <a:custGeom>
              <a:avLst/>
              <a:gdLst/>
              <a:ahLst/>
              <a:cxnLst/>
              <a:rect l="l" t="t" r="r" b="b"/>
              <a:pathLst>
                <a:path w="5279385" h="584579">
                  <a:moveTo>
                    <a:pt x="0" y="0"/>
                  </a:moveTo>
                  <a:lnTo>
                    <a:pt x="5279385" y="0"/>
                  </a:lnTo>
                  <a:lnTo>
                    <a:pt x="5279385" y="584579"/>
                  </a:lnTo>
                  <a:lnTo>
                    <a:pt x="0" y="584579"/>
                  </a:lnTo>
                  <a:close/>
                </a:path>
              </a:pathLst>
            </a:custGeom>
            <a:solidFill>
              <a:srgbClr val="9A6E5F"/>
            </a:solidFill>
          </p:spPr>
          <p:txBody>
            <a:bodyPr/>
            <a:lstStyle/>
            <a:p>
              <a:endParaRPr lang="en-VN"/>
            </a:p>
          </p:txBody>
        </p:sp>
        <p:sp>
          <p:nvSpPr>
            <p:cNvPr id="7" name="TextBox 7">
              <a:extLst>
                <a:ext uri="{FF2B5EF4-FFF2-40B4-BE49-F238E27FC236}">
                  <a16:creationId xmlns:a16="http://schemas.microsoft.com/office/drawing/2014/main" id="{0BB6B264-5C5F-28C2-619E-B97837C77AF3}"/>
                </a:ext>
              </a:extLst>
            </p:cNvPr>
            <p:cNvSpPr txBox="1"/>
            <p:nvPr/>
          </p:nvSpPr>
          <p:spPr>
            <a:xfrm>
              <a:off x="0" y="-57150"/>
              <a:ext cx="5279385" cy="641729"/>
            </a:xfrm>
            <a:prstGeom prst="rect">
              <a:avLst/>
            </a:prstGeom>
          </p:spPr>
          <p:txBody>
            <a:bodyPr lIns="50800" tIns="50800" rIns="50800" bIns="50800" rtlCol="0" anchor="ctr"/>
            <a:lstStyle/>
            <a:p>
              <a:pPr algn="ctr">
                <a:lnSpc>
                  <a:spcPts val="2659"/>
                </a:lnSpc>
              </a:pPr>
              <a:endParaRPr/>
            </a:p>
          </p:txBody>
        </p:sp>
      </p:grpSp>
      <p:sp>
        <p:nvSpPr>
          <p:cNvPr id="8" name="Freeform 8">
            <a:extLst>
              <a:ext uri="{FF2B5EF4-FFF2-40B4-BE49-F238E27FC236}">
                <a16:creationId xmlns:a16="http://schemas.microsoft.com/office/drawing/2014/main" id="{88E67347-3C07-EF19-2F99-EBF6E167662C}"/>
              </a:ext>
            </a:extLst>
          </p:cNvPr>
          <p:cNvSpPr/>
          <p:nvPr/>
        </p:nvSpPr>
        <p:spPr>
          <a:xfrm>
            <a:off x="12210403" y="5143500"/>
            <a:ext cx="6077597" cy="6935917"/>
          </a:xfrm>
          <a:custGeom>
            <a:avLst/>
            <a:gdLst/>
            <a:ahLst/>
            <a:cxnLst/>
            <a:rect l="l" t="t" r="r" b="b"/>
            <a:pathLst>
              <a:path w="6077597" h="6935917">
                <a:moveTo>
                  <a:pt x="0" y="0"/>
                </a:moveTo>
                <a:lnTo>
                  <a:pt x="6077597" y="0"/>
                </a:lnTo>
                <a:lnTo>
                  <a:pt x="6077597" y="6935917"/>
                </a:lnTo>
                <a:lnTo>
                  <a:pt x="0" y="693591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VN"/>
          </a:p>
        </p:txBody>
      </p:sp>
      <p:sp>
        <p:nvSpPr>
          <p:cNvPr id="9" name="Freeform 9">
            <a:extLst>
              <a:ext uri="{FF2B5EF4-FFF2-40B4-BE49-F238E27FC236}">
                <a16:creationId xmlns:a16="http://schemas.microsoft.com/office/drawing/2014/main" id="{556513E4-726D-F830-268B-09FCBF43224D}"/>
              </a:ext>
            </a:extLst>
          </p:cNvPr>
          <p:cNvSpPr/>
          <p:nvPr/>
        </p:nvSpPr>
        <p:spPr>
          <a:xfrm>
            <a:off x="16108299" y="-1140262"/>
            <a:ext cx="1829815" cy="4337925"/>
          </a:xfrm>
          <a:custGeom>
            <a:avLst/>
            <a:gdLst/>
            <a:ahLst/>
            <a:cxnLst/>
            <a:rect l="l" t="t" r="r" b="b"/>
            <a:pathLst>
              <a:path w="1829815" h="4337925">
                <a:moveTo>
                  <a:pt x="0" y="0"/>
                </a:moveTo>
                <a:lnTo>
                  <a:pt x="1829816" y="0"/>
                </a:lnTo>
                <a:lnTo>
                  <a:pt x="1829816" y="4337924"/>
                </a:lnTo>
                <a:lnTo>
                  <a:pt x="0" y="433792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VN"/>
          </a:p>
        </p:txBody>
      </p:sp>
      <p:sp>
        <p:nvSpPr>
          <p:cNvPr id="10" name="Freeform 10">
            <a:extLst>
              <a:ext uri="{FF2B5EF4-FFF2-40B4-BE49-F238E27FC236}">
                <a16:creationId xmlns:a16="http://schemas.microsoft.com/office/drawing/2014/main" id="{87DD87F6-AFE8-EBEB-00E7-D6F2023B5DCD}"/>
              </a:ext>
            </a:extLst>
          </p:cNvPr>
          <p:cNvSpPr/>
          <p:nvPr/>
        </p:nvSpPr>
        <p:spPr>
          <a:xfrm>
            <a:off x="-685800" y="9041309"/>
            <a:ext cx="5063362" cy="2219574"/>
          </a:xfrm>
          <a:custGeom>
            <a:avLst/>
            <a:gdLst/>
            <a:ahLst/>
            <a:cxnLst/>
            <a:rect l="l" t="t" r="r" b="b"/>
            <a:pathLst>
              <a:path w="4615938" h="1730977">
                <a:moveTo>
                  <a:pt x="0" y="0"/>
                </a:moveTo>
                <a:lnTo>
                  <a:pt x="4615938" y="0"/>
                </a:lnTo>
                <a:lnTo>
                  <a:pt x="4615938" y="1730977"/>
                </a:lnTo>
                <a:lnTo>
                  <a:pt x="0" y="1730977"/>
                </a:lnTo>
                <a:lnTo>
                  <a:pt x="0" y="0"/>
                </a:lnTo>
                <a:close/>
              </a:path>
            </a:pathLst>
          </a:custGeom>
          <a:blipFill>
            <a:blip r:embed="rId4"/>
            <a:stretch>
              <a:fillRect/>
            </a:stretch>
          </a:blipFill>
        </p:spPr>
        <p:txBody>
          <a:bodyPr/>
          <a:lstStyle/>
          <a:p>
            <a:endParaRPr lang="en-VN"/>
          </a:p>
        </p:txBody>
      </p:sp>
      <p:sp>
        <p:nvSpPr>
          <p:cNvPr id="13" name="TextBox 12">
            <a:extLst>
              <a:ext uri="{FF2B5EF4-FFF2-40B4-BE49-F238E27FC236}">
                <a16:creationId xmlns:a16="http://schemas.microsoft.com/office/drawing/2014/main" id="{71270812-12F6-8913-954F-E1C011AD0313}"/>
              </a:ext>
            </a:extLst>
          </p:cNvPr>
          <p:cNvSpPr txBox="1"/>
          <p:nvPr/>
        </p:nvSpPr>
        <p:spPr>
          <a:xfrm>
            <a:off x="349886" y="338359"/>
            <a:ext cx="14249400" cy="8985152"/>
          </a:xfrm>
          <a:prstGeom prst="rect">
            <a:avLst/>
          </a:prstGeom>
          <a:noFill/>
        </p:spPr>
        <p:txBody>
          <a:bodyPr wrap="square">
            <a:spAutoFit/>
          </a:bodyPr>
          <a:lstStyle/>
          <a:p>
            <a:pPr algn="just">
              <a:lnSpc>
                <a:spcPct val="150000"/>
              </a:lnSpc>
              <a:spcBef>
                <a:spcPts val="600"/>
              </a:spcBef>
              <a:spcAft>
                <a:spcPts val="600"/>
              </a:spcAft>
              <a:buNone/>
            </a:pPr>
            <a:r>
              <a:rPr lang="hy-AM" sz="4500" b="1"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Bài tập dụng </a:t>
            </a:r>
            <a:r>
              <a:rPr lang="en-US" sz="4500" b="1"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2</a:t>
            </a:r>
            <a:r>
              <a:rPr lang="hy-AM" sz="4500"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a:t>
            </a:r>
            <a:r>
              <a:rPr lang="en-US" sz="4500" b="1" kern="100">
                <a:solidFill>
                  <a:schemeClr val="accent2"/>
                </a:solidFill>
                <a:latin typeface="American Typewriter" panose="02090604020004020304" pitchFamily="18" charset="77"/>
                <a:ea typeface="Calibri" panose="020F0502020204030204" pitchFamily="34" charset="0"/>
                <a:cs typeface="Times New Roman" panose="02020603050405020304" pitchFamily="18" charset="0"/>
              </a:rPr>
              <a:t> </a:t>
            </a:r>
            <a:r>
              <a:rPr lang="en-US" sz="4500" b="1"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Xác định các câu sai và sửa lỗi các câu đó.</a:t>
            </a:r>
            <a:r>
              <a:rPr lang="en-US" sz="4500"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 </a:t>
            </a:r>
            <a:endParaRPr lang="en-VN" sz="4500" kern="100">
              <a:solidFill>
                <a:schemeClr val="accent2"/>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Bef>
                <a:spcPts val="600"/>
              </a:spcBef>
              <a:spcAft>
                <a:spcPts val="600"/>
              </a:spcAft>
            </a:pPr>
            <a:r>
              <a:rPr lang="en-VN" sz="4500" b="1">
                <a:latin typeface="American Typewriter" panose="02090604020004020304" pitchFamily="18" charset="77"/>
              </a:rPr>
              <a:t>9.</a:t>
            </a:r>
            <a:r>
              <a:rPr lang="en-VN" sz="4500">
                <a:latin typeface="American Typewriter" panose="02090604020004020304" pitchFamily="18" charset="77"/>
              </a:rPr>
              <a:t> </a:t>
            </a:r>
            <a:r>
              <a:rPr lang="vi-VN" sz="4500">
                <a:latin typeface="American Typewriter" panose="02090604020004020304" pitchFamily="18" charset="77"/>
              </a:rPr>
              <a:t>I think you should make friends with native speaker.</a:t>
            </a:r>
          </a:p>
          <a:p>
            <a:pPr algn="just">
              <a:lnSpc>
                <a:spcPct val="150000"/>
              </a:lnSpc>
              <a:spcBef>
                <a:spcPts val="600"/>
              </a:spcBef>
              <a:spcAft>
                <a:spcPts val="600"/>
              </a:spcAft>
            </a:pPr>
            <a:r>
              <a:rPr lang="en-VN" sz="4500">
                <a:latin typeface="American Typewriter" panose="02090604020004020304" pitchFamily="18" charset="77"/>
              </a:rPr>
              <a:t>❌ ✅ </a:t>
            </a:r>
            <a:r>
              <a:rPr lang="vi-VN" sz="4500" b="1">
                <a:latin typeface="American Typewriter" panose="02090604020004020304" pitchFamily="18" charset="77"/>
              </a:rPr>
              <a:t>Sửa:</a:t>
            </a:r>
            <a:r>
              <a:rPr lang="vi-VN" sz="4500">
                <a:latin typeface="American Typewriter" panose="02090604020004020304" pitchFamily="18" charset="77"/>
              </a:rPr>
              <a:t> </a:t>
            </a:r>
            <a:r>
              <a:rPr lang="vi-VN" sz="4500" i="1">
                <a:latin typeface="American Typewriter" panose="02090604020004020304" pitchFamily="18" charset="77"/>
              </a:rPr>
              <a:t>I think you should make friends with a native speaker.</a:t>
            </a:r>
            <a:endParaRPr lang="vi-VN" sz="4500">
              <a:latin typeface="American Typewriter" panose="02090604020004020304" pitchFamily="18" charset="77"/>
            </a:endParaRPr>
          </a:p>
          <a:p>
            <a:pPr algn="just">
              <a:lnSpc>
                <a:spcPct val="150000"/>
              </a:lnSpc>
              <a:spcBef>
                <a:spcPts val="600"/>
              </a:spcBef>
              <a:spcAft>
                <a:spcPts val="600"/>
              </a:spcAft>
            </a:pPr>
            <a:r>
              <a:rPr lang="en-VN" sz="4500">
                <a:latin typeface="American Typewriter" panose="02090604020004020304" pitchFamily="18" charset="77"/>
              </a:rPr>
              <a:t>🔎 </a:t>
            </a:r>
            <a:r>
              <a:rPr lang="vi-VN" sz="4500">
                <a:latin typeface="American Typewriter" panose="02090604020004020304" pitchFamily="18" charset="77"/>
              </a:rPr>
              <a:t>Thiếu mạo từ “</a:t>
            </a:r>
            <a:r>
              <a:rPr lang="vi-VN" sz="4500" b="1">
                <a:solidFill>
                  <a:srgbClr val="00B0F0"/>
                </a:solidFill>
                <a:latin typeface="American Typewriter" panose="02090604020004020304" pitchFamily="18" charset="77"/>
              </a:rPr>
              <a:t>a</a:t>
            </a:r>
            <a:r>
              <a:rPr lang="vi-VN" sz="4500">
                <a:latin typeface="American Typewriter" panose="02090604020004020304" pitchFamily="18" charset="77"/>
              </a:rPr>
              <a:t>” trước </a:t>
            </a:r>
            <a:r>
              <a:rPr lang="vi-VN" sz="4500" b="1">
                <a:latin typeface="American Typewriter" panose="02090604020004020304" pitchFamily="18" charset="77"/>
              </a:rPr>
              <a:t>danh từ đếm được số ít </a:t>
            </a:r>
            <a:r>
              <a:rPr lang="vi-VN" sz="4500">
                <a:latin typeface="American Typewriter" panose="02090604020004020304" pitchFamily="18" charset="77"/>
              </a:rPr>
              <a:t>“</a:t>
            </a:r>
            <a:r>
              <a:rPr lang="vi-VN" sz="4500" b="1">
                <a:solidFill>
                  <a:srgbClr val="FF0000"/>
                </a:solidFill>
                <a:latin typeface="American Typewriter" panose="02090604020004020304" pitchFamily="18" charset="77"/>
              </a:rPr>
              <a:t>native speaker</a:t>
            </a:r>
            <a:r>
              <a:rPr lang="vi-VN" sz="4500">
                <a:latin typeface="American Typewriter" panose="02090604020004020304" pitchFamily="18" charset="77"/>
              </a:rPr>
              <a:t>”.</a:t>
            </a:r>
          </a:p>
        </p:txBody>
      </p:sp>
    </p:spTree>
    <p:extLst>
      <p:ext uri="{BB962C8B-B14F-4D97-AF65-F5344CB8AC3E}">
        <p14:creationId xmlns:p14="http://schemas.microsoft.com/office/powerpoint/2010/main" val="1180708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anim calcmode="lin" valueType="num">
                                      <p:cBhvr additive="base">
                                        <p:cTn id="13"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
                                            <p:txEl>
                                              <p:pRg st="2" end="2"/>
                                            </p:txEl>
                                          </p:spTgt>
                                        </p:tgtEl>
                                        <p:attrNameLst>
                                          <p:attrName>style.visibility</p:attrName>
                                        </p:attrNameLst>
                                      </p:cBhvr>
                                      <p:to>
                                        <p:strVal val="visible"/>
                                      </p:to>
                                    </p:set>
                                    <p:anim calcmode="lin" valueType="num">
                                      <p:cBhvr additive="base">
                                        <p:cTn id="19"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3">
                                            <p:txEl>
                                              <p:pRg st="3" end="3"/>
                                            </p:txEl>
                                          </p:spTgt>
                                        </p:tgtEl>
                                        <p:attrNameLst>
                                          <p:attrName>style.visibility</p:attrName>
                                        </p:attrNameLst>
                                      </p:cBhvr>
                                      <p:to>
                                        <p:strVal val="visible"/>
                                      </p:to>
                                    </p:set>
                                    <p:anim calcmode="lin" valueType="num">
                                      <p:cBhvr additive="base">
                                        <p:cTn id="25" dur="500" fill="hold"/>
                                        <p:tgtEl>
                                          <p:spTgt spid="1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BC8A2F2-6D7D-DB31-F99B-956FDC38D986}"/>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13FD61C2-44AC-FC78-7322-3E0954A37C0A}"/>
              </a:ext>
            </a:extLst>
          </p:cNvPr>
          <p:cNvGrpSpPr/>
          <p:nvPr/>
        </p:nvGrpSpPr>
        <p:grpSpPr>
          <a:xfrm>
            <a:off x="-468564" y="9258300"/>
            <a:ext cx="20045165" cy="2219574"/>
            <a:chOff x="0" y="0"/>
            <a:chExt cx="5279385" cy="584579"/>
          </a:xfrm>
        </p:grpSpPr>
        <p:sp>
          <p:nvSpPr>
            <p:cNvPr id="6" name="Freeform 6">
              <a:extLst>
                <a:ext uri="{FF2B5EF4-FFF2-40B4-BE49-F238E27FC236}">
                  <a16:creationId xmlns:a16="http://schemas.microsoft.com/office/drawing/2014/main" id="{ED0E1C5A-2717-7D50-C694-51A2592460B8}"/>
                </a:ext>
              </a:extLst>
            </p:cNvPr>
            <p:cNvSpPr/>
            <p:nvPr/>
          </p:nvSpPr>
          <p:spPr>
            <a:xfrm>
              <a:off x="0" y="0"/>
              <a:ext cx="5279385" cy="584579"/>
            </a:xfrm>
            <a:custGeom>
              <a:avLst/>
              <a:gdLst/>
              <a:ahLst/>
              <a:cxnLst/>
              <a:rect l="l" t="t" r="r" b="b"/>
              <a:pathLst>
                <a:path w="5279385" h="584579">
                  <a:moveTo>
                    <a:pt x="0" y="0"/>
                  </a:moveTo>
                  <a:lnTo>
                    <a:pt x="5279385" y="0"/>
                  </a:lnTo>
                  <a:lnTo>
                    <a:pt x="5279385" y="584579"/>
                  </a:lnTo>
                  <a:lnTo>
                    <a:pt x="0" y="584579"/>
                  </a:lnTo>
                  <a:close/>
                </a:path>
              </a:pathLst>
            </a:custGeom>
            <a:solidFill>
              <a:srgbClr val="9A6E5F"/>
            </a:solidFill>
          </p:spPr>
          <p:txBody>
            <a:bodyPr/>
            <a:lstStyle/>
            <a:p>
              <a:endParaRPr lang="en-VN"/>
            </a:p>
          </p:txBody>
        </p:sp>
        <p:sp>
          <p:nvSpPr>
            <p:cNvPr id="7" name="TextBox 7">
              <a:extLst>
                <a:ext uri="{FF2B5EF4-FFF2-40B4-BE49-F238E27FC236}">
                  <a16:creationId xmlns:a16="http://schemas.microsoft.com/office/drawing/2014/main" id="{5F30B72B-1D70-F683-7B56-EA60FA7A20B2}"/>
                </a:ext>
              </a:extLst>
            </p:cNvPr>
            <p:cNvSpPr txBox="1"/>
            <p:nvPr/>
          </p:nvSpPr>
          <p:spPr>
            <a:xfrm>
              <a:off x="0" y="-57150"/>
              <a:ext cx="5279385" cy="641729"/>
            </a:xfrm>
            <a:prstGeom prst="rect">
              <a:avLst/>
            </a:prstGeom>
          </p:spPr>
          <p:txBody>
            <a:bodyPr lIns="50800" tIns="50800" rIns="50800" bIns="50800" rtlCol="0" anchor="ctr"/>
            <a:lstStyle/>
            <a:p>
              <a:pPr algn="ctr">
                <a:lnSpc>
                  <a:spcPts val="2659"/>
                </a:lnSpc>
              </a:pPr>
              <a:endParaRPr/>
            </a:p>
          </p:txBody>
        </p:sp>
      </p:grpSp>
      <p:sp>
        <p:nvSpPr>
          <p:cNvPr id="8" name="Freeform 8">
            <a:extLst>
              <a:ext uri="{FF2B5EF4-FFF2-40B4-BE49-F238E27FC236}">
                <a16:creationId xmlns:a16="http://schemas.microsoft.com/office/drawing/2014/main" id="{EFCD192A-8469-5F42-4D29-59AC65706295}"/>
              </a:ext>
            </a:extLst>
          </p:cNvPr>
          <p:cNvSpPr/>
          <p:nvPr/>
        </p:nvSpPr>
        <p:spPr>
          <a:xfrm>
            <a:off x="12210403" y="5143500"/>
            <a:ext cx="6077597" cy="6935917"/>
          </a:xfrm>
          <a:custGeom>
            <a:avLst/>
            <a:gdLst/>
            <a:ahLst/>
            <a:cxnLst/>
            <a:rect l="l" t="t" r="r" b="b"/>
            <a:pathLst>
              <a:path w="6077597" h="6935917">
                <a:moveTo>
                  <a:pt x="0" y="0"/>
                </a:moveTo>
                <a:lnTo>
                  <a:pt x="6077597" y="0"/>
                </a:lnTo>
                <a:lnTo>
                  <a:pt x="6077597" y="6935917"/>
                </a:lnTo>
                <a:lnTo>
                  <a:pt x="0" y="693591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VN"/>
          </a:p>
        </p:txBody>
      </p:sp>
      <p:sp>
        <p:nvSpPr>
          <p:cNvPr id="9" name="Freeform 9">
            <a:extLst>
              <a:ext uri="{FF2B5EF4-FFF2-40B4-BE49-F238E27FC236}">
                <a16:creationId xmlns:a16="http://schemas.microsoft.com/office/drawing/2014/main" id="{4EC6327E-354B-C11E-3173-483DB0C3F6A6}"/>
              </a:ext>
            </a:extLst>
          </p:cNvPr>
          <p:cNvSpPr/>
          <p:nvPr/>
        </p:nvSpPr>
        <p:spPr>
          <a:xfrm>
            <a:off x="16108299" y="-1140262"/>
            <a:ext cx="1829815" cy="4337925"/>
          </a:xfrm>
          <a:custGeom>
            <a:avLst/>
            <a:gdLst/>
            <a:ahLst/>
            <a:cxnLst/>
            <a:rect l="l" t="t" r="r" b="b"/>
            <a:pathLst>
              <a:path w="1829815" h="4337925">
                <a:moveTo>
                  <a:pt x="0" y="0"/>
                </a:moveTo>
                <a:lnTo>
                  <a:pt x="1829816" y="0"/>
                </a:lnTo>
                <a:lnTo>
                  <a:pt x="1829816" y="4337924"/>
                </a:lnTo>
                <a:lnTo>
                  <a:pt x="0" y="433792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VN"/>
          </a:p>
        </p:txBody>
      </p:sp>
      <p:sp>
        <p:nvSpPr>
          <p:cNvPr id="10" name="Freeform 10">
            <a:extLst>
              <a:ext uri="{FF2B5EF4-FFF2-40B4-BE49-F238E27FC236}">
                <a16:creationId xmlns:a16="http://schemas.microsoft.com/office/drawing/2014/main" id="{BFDDFE39-5611-F1CC-E49E-F5BDBEB68EB7}"/>
              </a:ext>
            </a:extLst>
          </p:cNvPr>
          <p:cNvSpPr/>
          <p:nvPr/>
        </p:nvSpPr>
        <p:spPr>
          <a:xfrm>
            <a:off x="-685800" y="9041309"/>
            <a:ext cx="5063362" cy="2219574"/>
          </a:xfrm>
          <a:custGeom>
            <a:avLst/>
            <a:gdLst/>
            <a:ahLst/>
            <a:cxnLst/>
            <a:rect l="l" t="t" r="r" b="b"/>
            <a:pathLst>
              <a:path w="4615938" h="1730977">
                <a:moveTo>
                  <a:pt x="0" y="0"/>
                </a:moveTo>
                <a:lnTo>
                  <a:pt x="4615938" y="0"/>
                </a:lnTo>
                <a:lnTo>
                  <a:pt x="4615938" y="1730977"/>
                </a:lnTo>
                <a:lnTo>
                  <a:pt x="0" y="1730977"/>
                </a:lnTo>
                <a:lnTo>
                  <a:pt x="0" y="0"/>
                </a:lnTo>
                <a:close/>
              </a:path>
            </a:pathLst>
          </a:custGeom>
          <a:blipFill>
            <a:blip r:embed="rId4"/>
            <a:stretch>
              <a:fillRect/>
            </a:stretch>
          </a:blipFill>
        </p:spPr>
        <p:txBody>
          <a:bodyPr/>
          <a:lstStyle/>
          <a:p>
            <a:endParaRPr lang="en-VN"/>
          </a:p>
        </p:txBody>
      </p:sp>
      <p:sp>
        <p:nvSpPr>
          <p:cNvPr id="13" name="TextBox 12">
            <a:extLst>
              <a:ext uri="{FF2B5EF4-FFF2-40B4-BE49-F238E27FC236}">
                <a16:creationId xmlns:a16="http://schemas.microsoft.com/office/drawing/2014/main" id="{9C8DE806-0A37-E9D7-2B45-E44B06969B99}"/>
              </a:ext>
            </a:extLst>
          </p:cNvPr>
          <p:cNvSpPr txBox="1"/>
          <p:nvPr/>
        </p:nvSpPr>
        <p:spPr>
          <a:xfrm>
            <a:off x="349886" y="338359"/>
            <a:ext cx="14249400" cy="8751178"/>
          </a:xfrm>
          <a:prstGeom prst="rect">
            <a:avLst/>
          </a:prstGeom>
          <a:noFill/>
        </p:spPr>
        <p:txBody>
          <a:bodyPr wrap="square">
            <a:spAutoFit/>
          </a:bodyPr>
          <a:lstStyle/>
          <a:p>
            <a:pPr algn="just">
              <a:lnSpc>
                <a:spcPct val="150000"/>
              </a:lnSpc>
              <a:spcBef>
                <a:spcPts val="600"/>
              </a:spcBef>
              <a:spcAft>
                <a:spcPts val="600"/>
              </a:spcAft>
              <a:buNone/>
            </a:pPr>
            <a:r>
              <a:rPr lang="hy-AM" sz="4500" b="1"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Bài tập dụng </a:t>
            </a:r>
            <a:r>
              <a:rPr lang="en-US" sz="4500" b="1"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2</a:t>
            </a:r>
            <a:r>
              <a:rPr lang="hy-AM" sz="4500"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a:t>
            </a:r>
            <a:r>
              <a:rPr lang="en-US" sz="4500" b="1" kern="100">
                <a:solidFill>
                  <a:schemeClr val="accent2"/>
                </a:solidFill>
                <a:latin typeface="American Typewriter" panose="02090604020004020304" pitchFamily="18" charset="77"/>
                <a:ea typeface="Calibri" panose="020F0502020204030204" pitchFamily="34" charset="0"/>
                <a:cs typeface="Times New Roman" panose="02020603050405020304" pitchFamily="18" charset="0"/>
              </a:rPr>
              <a:t> </a:t>
            </a:r>
            <a:r>
              <a:rPr lang="en-US" sz="4500" b="1"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Xác định các câu sai và sửa lỗi các câu đó.</a:t>
            </a:r>
            <a:r>
              <a:rPr lang="en-US" sz="4500"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 </a:t>
            </a:r>
            <a:endParaRPr lang="en-VN" sz="4500" kern="100">
              <a:solidFill>
                <a:schemeClr val="accent2"/>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Bef>
                <a:spcPts val="600"/>
              </a:spcBef>
              <a:spcAft>
                <a:spcPts val="600"/>
              </a:spcAft>
            </a:pPr>
            <a:r>
              <a:rPr lang="en-VN" sz="4500" b="1">
                <a:latin typeface="American Typewriter" panose="02090604020004020304" pitchFamily="18" charset="77"/>
              </a:rPr>
              <a:t>10.</a:t>
            </a:r>
            <a:r>
              <a:rPr lang="en-VN" sz="4500">
                <a:latin typeface="American Typewriter" panose="02090604020004020304" pitchFamily="18" charset="77"/>
              </a:rPr>
              <a:t> </a:t>
            </a:r>
            <a:r>
              <a:rPr lang="vi-VN" sz="4500">
                <a:latin typeface="American Typewriter" panose="02090604020004020304" pitchFamily="18" charset="77"/>
              </a:rPr>
              <a:t>You should take an English courses at River English Center.</a:t>
            </a:r>
          </a:p>
          <a:p>
            <a:pPr algn="just">
              <a:lnSpc>
                <a:spcPct val="150000"/>
              </a:lnSpc>
              <a:spcBef>
                <a:spcPts val="600"/>
              </a:spcBef>
              <a:spcAft>
                <a:spcPts val="600"/>
              </a:spcAft>
            </a:pPr>
            <a:r>
              <a:rPr lang="en-VN" sz="4500">
                <a:latin typeface="American Typewriter" panose="02090604020004020304" pitchFamily="18" charset="77"/>
              </a:rPr>
              <a:t>❌ ✅ </a:t>
            </a:r>
            <a:r>
              <a:rPr lang="vi-VN" sz="4500" b="1">
                <a:latin typeface="American Typewriter" panose="02090604020004020304" pitchFamily="18" charset="77"/>
              </a:rPr>
              <a:t>Sửa:</a:t>
            </a:r>
            <a:r>
              <a:rPr lang="vi-VN" sz="4500">
                <a:latin typeface="American Typewriter" panose="02090604020004020304" pitchFamily="18" charset="77"/>
              </a:rPr>
              <a:t> </a:t>
            </a:r>
            <a:r>
              <a:rPr lang="vi-VN" sz="4500" i="1">
                <a:latin typeface="American Typewriter" panose="02090604020004020304" pitchFamily="18" charset="77"/>
              </a:rPr>
              <a:t>You should take an English course at River English Center.</a:t>
            </a:r>
            <a:endParaRPr lang="vi-VN" sz="4500">
              <a:latin typeface="American Typewriter" panose="02090604020004020304" pitchFamily="18" charset="77"/>
            </a:endParaRPr>
          </a:p>
          <a:p>
            <a:pPr algn="just">
              <a:lnSpc>
                <a:spcPct val="150000"/>
              </a:lnSpc>
              <a:spcBef>
                <a:spcPts val="600"/>
              </a:spcBef>
              <a:spcAft>
                <a:spcPts val="600"/>
              </a:spcAft>
            </a:pPr>
            <a:r>
              <a:rPr lang="en-VN" sz="4500">
                <a:latin typeface="American Typewriter" panose="02090604020004020304" pitchFamily="18" charset="77"/>
              </a:rPr>
              <a:t>🔎 </a:t>
            </a:r>
            <a:r>
              <a:rPr lang="vi-VN" sz="4500" b="1">
                <a:solidFill>
                  <a:srgbClr val="00B0F0"/>
                </a:solidFill>
                <a:latin typeface="American Typewriter" panose="02090604020004020304" pitchFamily="18" charset="77"/>
              </a:rPr>
              <a:t>course</a:t>
            </a:r>
            <a:r>
              <a:rPr lang="vi-VN" sz="4500">
                <a:latin typeface="American Typewriter" panose="02090604020004020304" pitchFamily="18" charset="77"/>
              </a:rPr>
              <a:t> là </a:t>
            </a:r>
            <a:r>
              <a:rPr lang="vi-VN" sz="4500" b="1">
                <a:latin typeface="American Typewriter" panose="02090604020004020304" pitchFamily="18" charset="77"/>
              </a:rPr>
              <a:t>danh từ đếm được </a:t>
            </a:r>
            <a:r>
              <a:rPr lang="vi-VN" sz="4500">
                <a:latin typeface="American Typewriter" panose="02090604020004020304" pitchFamily="18" charset="77"/>
              </a:rPr>
              <a:t>→ nếu dùng mạo từ “</a:t>
            </a:r>
            <a:r>
              <a:rPr lang="vi-VN" sz="4500" b="1">
                <a:solidFill>
                  <a:srgbClr val="FF0000"/>
                </a:solidFill>
                <a:latin typeface="American Typewriter" panose="02090604020004020304" pitchFamily="18" charset="77"/>
              </a:rPr>
              <a:t>an</a:t>
            </a:r>
            <a:r>
              <a:rPr lang="vi-VN" sz="4500">
                <a:latin typeface="American Typewriter" panose="02090604020004020304" pitchFamily="18" charset="77"/>
              </a:rPr>
              <a:t>” thì phải là số ít → </a:t>
            </a:r>
            <a:r>
              <a:rPr lang="vi-VN" sz="4500" b="1">
                <a:solidFill>
                  <a:srgbClr val="FF0000"/>
                </a:solidFill>
                <a:latin typeface="American Typewriter" panose="02090604020004020304" pitchFamily="18" charset="77"/>
              </a:rPr>
              <a:t>an English course</a:t>
            </a:r>
            <a:r>
              <a:rPr lang="vi-VN" sz="4500">
                <a:latin typeface="American Typewriter" panose="02090604020004020304" pitchFamily="18" charset="77"/>
              </a:rPr>
              <a:t>.</a:t>
            </a:r>
          </a:p>
        </p:txBody>
      </p:sp>
    </p:spTree>
    <p:extLst>
      <p:ext uri="{BB962C8B-B14F-4D97-AF65-F5344CB8AC3E}">
        <p14:creationId xmlns:p14="http://schemas.microsoft.com/office/powerpoint/2010/main" val="49452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anim calcmode="lin" valueType="num">
                                      <p:cBhvr additive="base">
                                        <p:cTn id="13"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
                                            <p:txEl>
                                              <p:pRg st="2" end="2"/>
                                            </p:txEl>
                                          </p:spTgt>
                                        </p:tgtEl>
                                        <p:attrNameLst>
                                          <p:attrName>style.visibility</p:attrName>
                                        </p:attrNameLst>
                                      </p:cBhvr>
                                      <p:to>
                                        <p:strVal val="visible"/>
                                      </p:to>
                                    </p:set>
                                    <p:anim calcmode="lin" valueType="num">
                                      <p:cBhvr additive="base">
                                        <p:cTn id="19"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3">
                                            <p:txEl>
                                              <p:pRg st="3" end="3"/>
                                            </p:txEl>
                                          </p:spTgt>
                                        </p:tgtEl>
                                        <p:attrNameLst>
                                          <p:attrName>style.visibility</p:attrName>
                                        </p:attrNameLst>
                                      </p:cBhvr>
                                      <p:to>
                                        <p:strVal val="visible"/>
                                      </p:to>
                                    </p:set>
                                    <p:anim calcmode="lin" valueType="num">
                                      <p:cBhvr additive="base">
                                        <p:cTn id="25" dur="500" fill="hold"/>
                                        <p:tgtEl>
                                          <p:spTgt spid="1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98BFB8"/>
        </a:solidFill>
        <a:effectLst/>
      </p:bgPr>
    </p:bg>
    <p:spTree>
      <p:nvGrpSpPr>
        <p:cNvPr id="1" name=""/>
        <p:cNvGrpSpPr/>
        <p:nvPr/>
      </p:nvGrpSpPr>
      <p:grpSpPr>
        <a:xfrm>
          <a:off x="0" y="0"/>
          <a:ext cx="0" cy="0"/>
          <a:chOff x="0" y="0"/>
          <a:chExt cx="0" cy="0"/>
        </a:xfrm>
      </p:grpSpPr>
      <p:sp>
        <p:nvSpPr>
          <p:cNvPr id="2" name="AutoShape 2"/>
          <p:cNvSpPr/>
          <p:nvPr/>
        </p:nvSpPr>
        <p:spPr>
          <a:xfrm>
            <a:off x="305605" y="298783"/>
            <a:ext cx="17677595" cy="9689434"/>
          </a:xfrm>
          <a:prstGeom prst="rect">
            <a:avLst/>
          </a:prstGeom>
          <a:solidFill>
            <a:schemeClr val="bg1"/>
          </a:solidFill>
        </p:spPr>
        <p:txBody>
          <a:bodyPr/>
          <a:lstStyle/>
          <a:p>
            <a:pPr>
              <a:lnSpc>
                <a:spcPct val="150000"/>
              </a:lnSpc>
              <a:spcAft>
                <a:spcPts val="800"/>
              </a:spcAft>
              <a:buNone/>
            </a:pPr>
            <a:endParaRPr lang="en-VN" sz="5000" kern="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Freeform 4"/>
          <p:cNvSpPr/>
          <p:nvPr/>
        </p:nvSpPr>
        <p:spPr>
          <a:xfrm>
            <a:off x="11695895" y="1180337"/>
            <a:ext cx="5982505" cy="7926326"/>
          </a:xfrm>
          <a:custGeom>
            <a:avLst/>
            <a:gdLst/>
            <a:ahLst/>
            <a:cxnLst/>
            <a:rect l="l" t="t" r="r" b="b"/>
            <a:pathLst>
              <a:path w="8833380" h="9083167">
                <a:moveTo>
                  <a:pt x="0" y="0"/>
                </a:moveTo>
                <a:lnTo>
                  <a:pt x="8833380" y="0"/>
                </a:lnTo>
                <a:lnTo>
                  <a:pt x="8833380" y="9083168"/>
                </a:lnTo>
                <a:lnTo>
                  <a:pt x="0" y="9083168"/>
                </a:lnTo>
                <a:lnTo>
                  <a:pt x="0" y="0"/>
                </a:lnTo>
                <a:close/>
              </a:path>
            </a:pathLst>
          </a:custGeom>
          <a:blipFill>
            <a:blip r:embed="rId2"/>
            <a:stretch>
              <a:fillRect/>
            </a:stretch>
          </a:blipFill>
        </p:spPr>
        <p:txBody>
          <a:bodyPr/>
          <a:lstStyle/>
          <a:p>
            <a:endParaRPr lang="en-VN"/>
          </a:p>
        </p:txBody>
      </p:sp>
      <p:sp>
        <p:nvSpPr>
          <p:cNvPr id="6" name="TextBox 5">
            <a:extLst>
              <a:ext uri="{FF2B5EF4-FFF2-40B4-BE49-F238E27FC236}">
                <a16:creationId xmlns:a16="http://schemas.microsoft.com/office/drawing/2014/main" id="{055D1F8A-14AE-D34F-36DA-5DD96A82060B}"/>
              </a:ext>
            </a:extLst>
          </p:cNvPr>
          <p:cNvSpPr txBox="1"/>
          <p:nvPr/>
        </p:nvSpPr>
        <p:spPr>
          <a:xfrm>
            <a:off x="571500" y="950974"/>
            <a:ext cx="10919460" cy="8385052"/>
          </a:xfrm>
          <a:prstGeom prst="rect">
            <a:avLst/>
          </a:prstGeom>
          <a:noFill/>
        </p:spPr>
        <p:txBody>
          <a:bodyPr wrap="square">
            <a:spAutoFit/>
          </a:bodyPr>
          <a:lstStyle/>
          <a:p>
            <a:pPr>
              <a:lnSpc>
                <a:spcPct val="150000"/>
              </a:lnSpc>
              <a:spcAft>
                <a:spcPts val="800"/>
              </a:spcAft>
              <a:buNone/>
            </a:pPr>
            <a:r>
              <a:rPr lang="hy-AM" sz="5000" b="1"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2. Cụm danh từ</a:t>
            </a:r>
            <a:endParaRPr lang="en-VN" sz="5000" kern="100">
              <a:solidFill>
                <a:schemeClr val="accent2"/>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Bef>
                <a:spcPts val="600"/>
              </a:spcBef>
              <a:spcAft>
                <a:spcPts val="600"/>
              </a:spcAft>
              <a:buNone/>
            </a:pPr>
            <a:r>
              <a:rPr lang="en-US" sz="5000" b="1" i="1" kern="100">
                <a:effectLst/>
                <a:latin typeface="American Typewriter" panose="02090604020004020304" pitchFamily="18" charset="77"/>
                <a:ea typeface="Calibri" panose="020F0502020204030204" pitchFamily="34" charset="0"/>
                <a:cs typeface="Times New Roman" panose="02020603050405020304" pitchFamily="18" charset="0"/>
              </a:rPr>
              <a:t>Cụm danh từ</a:t>
            </a:r>
            <a:r>
              <a:rPr lang="en-US" sz="5000" kern="100">
                <a:effectLst/>
                <a:latin typeface="American Typewriter" panose="02090604020004020304" pitchFamily="18" charset="77"/>
                <a:ea typeface="Calibri" panose="020F0502020204030204" pitchFamily="34" charset="0"/>
                <a:cs typeface="Times New Roman" panose="02020603050405020304" pitchFamily="18" charset="0"/>
              </a:rPr>
              <a:t> là một nhóm từ gồm </a:t>
            </a:r>
            <a:r>
              <a:rPr lang="en-US" sz="5000" b="1" kern="100">
                <a:effectLst/>
                <a:latin typeface="American Typewriter" panose="02090604020004020304" pitchFamily="18" charset="77"/>
                <a:ea typeface="Calibri" panose="020F0502020204030204" pitchFamily="34" charset="0"/>
                <a:cs typeface="Times New Roman" panose="02020603050405020304" pitchFamily="18" charset="0"/>
              </a:rPr>
              <a:t>danh từ chính + các từ bổ sung</a:t>
            </a:r>
            <a:r>
              <a:rPr lang="en-US" sz="5000" kern="100">
                <a:effectLst/>
                <a:latin typeface="American Typewriter" panose="02090604020004020304" pitchFamily="18" charset="77"/>
                <a:ea typeface="Calibri" panose="020F0502020204030204" pitchFamily="34" charset="0"/>
                <a:cs typeface="Times New Roman" panose="02020603050405020304" pitchFamily="18" charset="0"/>
              </a:rPr>
              <a:t> đứng trước nó (như tính từ, mạo từ, số từ, từ chỉ định, sở hữu…).</a:t>
            </a:r>
            <a:endParaRPr lang="en-VN" sz="5000" kern="10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Bef>
                <a:spcPts val="600"/>
              </a:spcBef>
              <a:spcAft>
                <a:spcPts val="600"/>
              </a:spcAft>
            </a:pPr>
            <a:r>
              <a:rPr lang="en-US" sz="5000" kern="100">
                <a:effectLst/>
                <a:latin typeface="Apple Color Emoji" pitchFamily="2" charset="0"/>
                <a:ea typeface="Calibri" panose="020F0502020204030204" pitchFamily="34" charset="0"/>
                <a:cs typeface="Apple Color Emoji" pitchFamily="2" charset="0"/>
              </a:rPr>
              <a:t>📌</a:t>
            </a:r>
            <a:r>
              <a:rPr lang="en-US" sz="5000" kern="100">
                <a:effectLst/>
                <a:latin typeface="American Typewriter" panose="02090604020004020304" pitchFamily="18" charset="77"/>
                <a:ea typeface="Calibri" panose="020F0502020204030204" pitchFamily="34" charset="0"/>
                <a:cs typeface="Times New Roman" panose="02020603050405020304" pitchFamily="18" charset="0"/>
              </a:rPr>
              <a:t> </a:t>
            </a:r>
            <a:r>
              <a:rPr lang="en-US" sz="5000" i="1" kern="100">
                <a:effectLst/>
                <a:latin typeface="American Typewriter" panose="02090604020004020304" pitchFamily="18" charset="77"/>
                <a:ea typeface="Calibri" panose="020F0502020204030204" pitchFamily="34" charset="0"/>
                <a:cs typeface="Times New Roman" panose="02020603050405020304" pitchFamily="18" charset="0"/>
              </a:rPr>
              <a:t>Cụm danh từ đóng vai trò như một danh từ trong câu.</a:t>
            </a:r>
            <a:endParaRPr lang="en-VN" sz="5000" kern="10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 calcmode="lin" valueType="num">
                                      <p:cBhvr additive="base">
                                        <p:cTn id="19"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1527" r="-2747" b="-10285"/>
            </a:stretch>
          </a:blipFill>
        </p:spPr>
        <p:txBody>
          <a:bodyPr/>
          <a:lstStyle/>
          <a:p>
            <a:endParaRPr lang="en-VN"/>
          </a:p>
        </p:txBody>
      </p:sp>
      <p:grpSp>
        <p:nvGrpSpPr>
          <p:cNvPr id="6" name="Group 6"/>
          <p:cNvGrpSpPr/>
          <p:nvPr/>
        </p:nvGrpSpPr>
        <p:grpSpPr>
          <a:xfrm>
            <a:off x="-1403650" y="-514350"/>
            <a:ext cx="2616801" cy="11504153"/>
            <a:chOff x="0" y="0"/>
            <a:chExt cx="689199" cy="3029900"/>
          </a:xfrm>
        </p:grpSpPr>
        <p:sp>
          <p:nvSpPr>
            <p:cNvPr id="7" name="Freeform 7"/>
            <p:cNvSpPr/>
            <p:nvPr/>
          </p:nvSpPr>
          <p:spPr>
            <a:xfrm>
              <a:off x="0" y="0"/>
              <a:ext cx="689199" cy="3029900"/>
            </a:xfrm>
            <a:custGeom>
              <a:avLst/>
              <a:gdLst/>
              <a:ahLst/>
              <a:cxnLst/>
              <a:rect l="l" t="t" r="r" b="b"/>
              <a:pathLst>
                <a:path w="689199" h="3029900">
                  <a:moveTo>
                    <a:pt x="0" y="0"/>
                  </a:moveTo>
                  <a:lnTo>
                    <a:pt x="689199" y="0"/>
                  </a:lnTo>
                  <a:lnTo>
                    <a:pt x="689199" y="3029900"/>
                  </a:lnTo>
                  <a:lnTo>
                    <a:pt x="0" y="3029900"/>
                  </a:lnTo>
                  <a:close/>
                </a:path>
              </a:pathLst>
            </a:custGeom>
            <a:solidFill>
              <a:srgbClr val="D4DFE8"/>
            </a:solidFill>
            <a:ln w="19050" cap="sq">
              <a:solidFill>
                <a:srgbClr val="ACC8DC"/>
              </a:solidFill>
              <a:prstDash val="solid"/>
              <a:miter/>
            </a:ln>
          </p:spPr>
          <p:txBody>
            <a:bodyPr/>
            <a:lstStyle/>
            <a:p>
              <a:endParaRPr lang="en-VN"/>
            </a:p>
          </p:txBody>
        </p:sp>
        <p:sp>
          <p:nvSpPr>
            <p:cNvPr id="8" name="TextBox 8"/>
            <p:cNvSpPr txBox="1"/>
            <p:nvPr/>
          </p:nvSpPr>
          <p:spPr>
            <a:xfrm>
              <a:off x="0" y="-76200"/>
              <a:ext cx="689199" cy="310610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6056316" y="-514350"/>
            <a:ext cx="3048146" cy="11504153"/>
            <a:chOff x="0" y="0"/>
            <a:chExt cx="802804" cy="3029900"/>
          </a:xfrm>
        </p:grpSpPr>
        <p:sp>
          <p:nvSpPr>
            <p:cNvPr id="10" name="Freeform 10"/>
            <p:cNvSpPr/>
            <p:nvPr/>
          </p:nvSpPr>
          <p:spPr>
            <a:xfrm>
              <a:off x="0" y="0"/>
              <a:ext cx="802804" cy="3029900"/>
            </a:xfrm>
            <a:custGeom>
              <a:avLst/>
              <a:gdLst/>
              <a:ahLst/>
              <a:cxnLst/>
              <a:rect l="l" t="t" r="r" b="b"/>
              <a:pathLst>
                <a:path w="802804" h="3029900">
                  <a:moveTo>
                    <a:pt x="0" y="0"/>
                  </a:moveTo>
                  <a:lnTo>
                    <a:pt x="802804" y="0"/>
                  </a:lnTo>
                  <a:lnTo>
                    <a:pt x="802804" y="3029900"/>
                  </a:lnTo>
                  <a:lnTo>
                    <a:pt x="0" y="3029900"/>
                  </a:lnTo>
                  <a:close/>
                </a:path>
              </a:pathLst>
            </a:custGeom>
            <a:solidFill>
              <a:srgbClr val="F5F5F5"/>
            </a:solidFill>
            <a:ln cap="sq">
              <a:noFill/>
              <a:prstDash val="solid"/>
              <a:miter/>
            </a:ln>
          </p:spPr>
          <p:txBody>
            <a:bodyPr/>
            <a:lstStyle/>
            <a:p>
              <a:endParaRPr lang="en-VN"/>
            </a:p>
          </p:txBody>
        </p:sp>
        <p:sp>
          <p:nvSpPr>
            <p:cNvPr id="11" name="TextBox 11"/>
            <p:cNvSpPr txBox="1"/>
            <p:nvPr/>
          </p:nvSpPr>
          <p:spPr>
            <a:xfrm>
              <a:off x="0" y="-76200"/>
              <a:ext cx="802804" cy="310610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371920" y="4354028"/>
            <a:ext cx="384544" cy="384544"/>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14" name="TextBox 14"/>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371920" y="6738452"/>
            <a:ext cx="384544" cy="384544"/>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17" name="TextBox 17"/>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371920" y="779579"/>
            <a:ext cx="384544" cy="384544"/>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20" name="TextBox 20"/>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371920" y="5544283"/>
            <a:ext cx="384544" cy="384544"/>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23" name="TextBox 23"/>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24" name="Group 24"/>
          <p:cNvGrpSpPr/>
          <p:nvPr/>
        </p:nvGrpSpPr>
        <p:grpSpPr>
          <a:xfrm>
            <a:off x="371920" y="7928708"/>
            <a:ext cx="384544" cy="384544"/>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26" name="TextBox 26"/>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27" name="Group 27"/>
          <p:cNvGrpSpPr/>
          <p:nvPr/>
        </p:nvGrpSpPr>
        <p:grpSpPr>
          <a:xfrm>
            <a:off x="371920" y="9122877"/>
            <a:ext cx="384544" cy="384544"/>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29" name="TextBox 29"/>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30" name="Group 30"/>
          <p:cNvGrpSpPr/>
          <p:nvPr/>
        </p:nvGrpSpPr>
        <p:grpSpPr>
          <a:xfrm>
            <a:off x="371920" y="1971462"/>
            <a:ext cx="384544" cy="384544"/>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32" name="TextBox 32"/>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33" name="Group 33"/>
          <p:cNvGrpSpPr/>
          <p:nvPr/>
        </p:nvGrpSpPr>
        <p:grpSpPr>
          <a:xfrm>
            <a:off x="371920" y="3163345"/>
            <a:ext cx="384544" cy="384544"/>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35" name="TextBox 35"/>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36" name="Group 36"/>
          <p:cNvGrpSpPr/>
          <p:nvPr/>
        </p:nvGrpSpPr>
        <p:grpSpPr>
          <a:xfrm rot="5400000">
            <a:off x="16368316" y="1063521"/>
            <a:ext cx="1191883" cy="1815883"/>
            <a:chOff x="0" y="0"/>
            <a:chExt cx="660400" cy="1006147"/>
          </a:xfrm>
        </p:grpSpPr>
        <p:sp>
          <p:nvSpPr>
            <p:cNvPr id="37" name="Freeform 37"/>
            <p:cNvSpPr/>
            <p:nvPr/>
          </p:nvSpPr>
          <p:spPr>
            <a:xfrm>
              <a:off x="0" y="0"/>
              <a:ext cx="660400" cy="1006147"/>
            </a:xfrm>
            <a:custGeom>
              <a:avLst/>
              <a:gdLst/>
              <a:ahLst/>
              <a:cxnLst/>
              <a:rect l="l" t="t" r="r" b="b"/>
              <a:pathLst>
                <a:path w="660400" h="1006147">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32797"/>
                  </a:cubicBezTo>
                  <a:lnTo>
                    <a:pt x="660400" y="1006147"/>
                  </a:lnTo>
                  <a:lnTo>
                    <a:pt x="0" y="1006147"/>
                  </a:lnTo>
                  <a:lnTo>
                    <a:pt x="0" y="333296"/>
                  </a:lnTo>
                  <a:cubicBezTo>
                    <a:pt x="1782" y="185660"/>
                    <a:pt x="93019" y="64045"/>
                    <a:pt x="220252" y="19070"/>
                  </a:cubicBezTo>
                  <a:close/>
                </a:path>
              </a:pathLst>
            </a:custGeom>
            <a:solidFill>
              <a:srgbClr val="F0AECA"/>
            </a:solidFill>
          </p:spPr>
          <p:txBody>
            <a:bodyPr/>
            <a:lstStyle/>
            <a:p>
              <a:endParaRPr lang="en-VN"/>
            </a:p>
          </p:txBody>
        </p:sp>
        <p:sp>
          <p:nvSpPr>
            <p:cNvPr id="38" name="TextBox 38"/>
            <p:cNvSpPr txBox="1"/>
            <p:nvPr/>
          </p:nvSpPr>
          <p:spPr>
            <a:xfrm>
              <a:off x="0" y="50800"/>
              <a:ext cx="660400" cy="955347"/>
            </a:xfrm>
            <a:prstGeom prst="rect">
              <a:avLst/>
            </a:prstGeom>
          </p:spPr>
          <p:txBody>
            <a:bodyPr lIns="50800" tIns="50800" rIns="50800" bIns="50800" rtlCol="0" anchor="ctr"/>
            <a:lstStyle/>
            <a:p>
              <a:pPr algn="ctr">
                <a:lnSpc>
                  <a:spcPts val="2659"/>
                </a:lnSpc>
              </a:pPr>
              <a:endParaRPr/>
            </a:p>
          </p:txBody>
        </p:sp>
      </p:grpSp>
      <p:grpSp>
        <p:nvGrpSpPr>
          <p:cNvPr id="39" name="Group 39"/>
          <p:cNvGrpSpPr/>
          <p:nvPr/>
        </p:nvGrpSpPr>
        <p:grpSpPr>
          <a:xfrm rot="5400000">
            <a:off x="16157117" y="3615183"/>
            <a:ext cx="1191883" cy="1393484"/>
            <a:chOff x="0" y="0"/>
            <a:chExt cx="660400" cy="772103"/>
          </a:xfrm>
        </p:grpSpPr>
        <p:sp>
          <p:nvSpPr>
            <p:cNvPr id="40" name="Freeform 40"/>
            <p:cNvSpPr/>
            <p:nvPr/>
          </p:nvSpPr>
          <p:spPr>
            <a:xfrm>
              <a:off x="0" y="0"/>
              <a:ext cx="660400" cy="772103"/>
            </a:xfrm>
            <a:custGeom>
              <a:avLst/>
              <a:gdLst/>
              <a:ahLst/>
              <a:cxnLst/>
              <a:rect l="l" t="t" r="r" b="b"/>
              <a:pathLst>
                <a:path w="660400" h="772103">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7598"/>
                  </a:cubicBezTo>
                  <a:lnTo>
                    <a:pt x="660400" y="772103"/>
                  </a:lnTo>
                  <a:lnTo>
                    <a:pt x="0" y="772103"/>
                  </a:lnTo>
                  <a:lnTo>
                    <a:pt x="0" y="327928"/>
                  </a:lnTo>
                  <a:cubicBezTo>
                    <a:pt x="1782" y="185660"/>
                    <a:pt x="93019" y="64045"/>
                    <a:pt x="220252" y="19070"/>
                  </a:cubicBezTo>
                  <a:close/>
                </a:path>
              </a:pathLst>
            </a:custGeom>
            <a:solidFill>
              <a:srgbClr val="F6D897"/>
            </a:solidFill>
          </p:spPr>
          <p:txBody>
            <a:bodyPr/>
            <a:lstStyle/>
            <a:p>
              <a:endParaRPr lang="en-VN"/>
            </a:p>
          </p:txBody>
        </p:sp>
        <p:sp>
          <p:nvSpPr>
            <p:cNvPr id="41" name="TextBox 41"/>
            <p:cNvSpPr txBox="1"/>
            <p:nvPr/>
          </p:nvSpPr>
          <p:spPr>
            <a:xfrm>
              <a:off x="0" y="50800"/>
              <a:ext cx="660400" cy="721303"/>
            </a:xfrm>
            <a:prstGeom prst="rect">
              <a:avLst/>
            </a:prstGeom>
          </p:spPr>
          <p:txBody>
            <a:bodyPr lIns="50800" tIns="50800" rIns="50800" bIns="50800" rtlCol="0" anchor="ctr"/>
            <a:lstStyle/>
            <a:p>
              <a:pPr algn="ctr">
                <a:lnSpc>
                  <a:spcPts val="2659"/>
                </a:lnSpc>
              </a:pPr>
              <a:endParaRPr/>
            </a:p>
          </p:txBody>
        </p:sp>
      </p:grpSp>
      <p:grpSp>
        <p:nvGrpSpPr>
          <p:cNvPr id="42" name="Group 42"/>
          <p:cNvGrpSpPr/>
          <p:nvPr/>
        </p:nvGrpSpPr>
        <p:grpSpPr>
          <a:xfrm rot="5400000">
            <a:off x="16157117" y="5959591"/>
            <a:ext cx="1191883" cy="1393484"/>
            <a:chOff x="0" y="0"/>
            <a:chExt cx="660400" cy="772103"/>
          </a:xfrm>
        </p:grpSpPr>
        <p:sp>
          <p:nvSpPr>
            <p:cNvPr id="43" name="Freeform 43"/>
            <p:cNvSpPr/>
            <p:nvPr/>
          </p:nvSpPr>
          <p:spPr>
            <a:xfrm>
              <a:off x="0" y="0"/>
              <a:ext cx="660400" cy="772103"/>
            </a:xfrm>
            <a:custGeom>
              <a:avLst/>
              <a:gdLst/>
              <a:ahLst/>
              <a:cxnLst/>
              <a:rect l="l" t="t" r="r" b="b"/>
              <a:pathLst>
                <a:path w="660400" h="772103">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7598"/>
                  </a:cubicBezTo>
                  <a:lnTo>
                    <a:pt x="660400" y="772103"/>
                  </a:lnTo>
                  <a:lnTo>
                    <a:pt x="0" y="772103"/>
                  </a:lnTo>
                  <a:lnTo>
                    <a:pt x="0" y="327928"/>
                  </a:lnTo>
                  <a:cubicBezTo>
                    <a:pt x="1782" y="185660"/>
                    <a:pt x="93019" y="64045"/>
                    <a:pt x="220252" y="19070"/>
                  </a:cubicBezTo>
                  <a:close/>
                </a:path>
              </a:pathLst>
            </a:custGeom>
            <a:solidFill>
              <a:srgbClr val="BFDFB6"/>
            </a:solidFill>
          </p:spPr>
          <p:txBody>
            <a:bodyPr/>
            <a:lstStyle/>
            <a:p>
              <a:endParaRPr lang="en-VN"/>
            </a:p>
          </p:txBody>
        </p:sp>
        <p:sp>
          <p:nvSpPr>
            <p:cNvPr id="44" name="TextBox 44"/>
            <p:cNvSpPr txBox="1"/>
            <p:nvPr/>
          </p:nvSpPr>
          <p:spPr>
            <a:xfrm>
              <a:off x="0" y="50800"/>
              <a:ext cx="660400" cy="721303"/>
            </a:xfrm>
            <a:prstGeom prst="rect">
              <a:avLst/>
            </a:prstGeom>
          </p:spPr>
          <p:txBody>
            <a:bodyPr lIns="50800" tIns="50800" rIns="50800" bIns="50800" rtlCol="0" anchor="ctr"/>
            <a:lstStyle/>
            <a:p>
              <a:pPr algn="ctr">
                <a:lnSpc>
                  <a:spcPts val="2659"/>
                </a:lnSpc>
              </a:pPr>
              <a:endParaRPr/>
            </a:p>
          </p:txBody>
        </p:sp>
      </p:grpSp>
      <p:grpSp>
        <p:nvGrpSpPr>
          <p:cNvPr id="45" name="Group 45"/>
          <p:cNvGrpSpPr/>
          <p:nvPr/>
        </p:nvGrpSpPr>
        <p:grpSpPr>
          <a:xfrm rot="5400000">
            <a:off x="16157117" y="8303999"/>
            <a:ext cx="1191883" cy="1393484"/>
            <a:chOff x="0" y="0"/>
            <a:chExt cx="660400" cy="772103"/>
          </a:xfrm>
        </p:grpSpPr>
        <p:sp>
          <p:nvSpPr>
            <p:cNvPr id="46" name="Freeform 46"/>
            <p:cNvSpPr/>
            <p:nvPr/>
          </p:nvSpPr>
          <p:spPr>
            <a:xfrm>
              <a:off x="0" y="0"/>
              <a:ext cx="660400" cy="772103"/>
            </a:xfrm>
            <a:custGeom>
              <a:avLst/>
              <a:gdLst/>
              <a:ahLst/>
              <a:cxnLst/>
              <a:rect l="l" t="t" r="r" b="b"/>
              <a:pathLst>
                <a:path w="660400" h="772103">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7598"/>
                  </a:cubicBezTo>
                  <a:lnTo>
                    <a:pt x="660400" y="772103"/>
                  </a:lnTo>
                  <a:lnTo>
                    <a:pt x="0" y="772103"/>
                  </a:lnTo>
                  <a:lnTo>
                    <a:pt x="0" y="327928"/>
                  </a:lnTo>
                  <a:cubicBezTo>
                    <a:pt x="1782" y="185660"/>
                    <a:pt x="93019" y="64045"/>
                    <a:pt x="220252" y="19070"/>
                  </a:cubicBezTo>
                  <a:close/>
                </a:path>
              </a:pathLst>
            </a:custGeom>
            <a:solidFill>
              <a:srgbClr val="D4DFE8"/>
            </a:solidFill>
          </p:spPr>
          <p:txBody>
            <a:bodyPr/>
            <a:lstStyle/>
            <a:p>
              <a:endParaRPr lang="en-VN"/>
            </a:p>
          </p:txBody>
        </p:sp>
        <p:sp>
          <p:nvSpPr>
            <p:cNvPr id="47" name="TextBox 47"/>
            <p:cNvSpPr txBox="1"/>
            <p:nvPr/>
          </p:nvSpPr>
          <p:spPr>
            <a:xfrm>
              <a:off x="0" y="50800"/>
              <a:ext cx="660400" cy="721303"/>
            </a:xfrm>
            <a:prstGeom prst="rect">
              <a:avLst/>
            </a:prstGeom>
          </p:spPr>
          <p:txBody>
            <a:bodyPr lIns="50800" tIns="50800" rIns="50800" bIns="50800" rtlCol="0" anchor="ctr"/>
            <a:lstStyle/>
            <a:p>
              <a:pPr algn="ctr">
                <a:lnSpc>
                  <a:spcPts val="2659"/>
                </a:lnSpc>
              </a:pPr>
              <a:endParaRPr/>
            </a:p>
          </p:txBody>
        </p:sp>
      </p:grpSp>
      <p:sp>
        <p:nvSpPr>
          <p:cNvPr id="48" name="Freeform 48"/>
          <p:cNvSpPr/>
          <p:nvPr/>
        </p:nvSpPr>
        <p:spPr>
          <a:xfrm rot="-5400000">
            <a:off x="9861845" y="5122401"/>
            <a:ext cx="13235531" cy="843765"/>
          </a:xfrm>
          <a:custGeom>
            <a:avLst/>
            <a:gdLst/>
            <a:ahLst/>
            <a:cxnLst/>
            <a:rect l="l" t="t" r="r" b="b"/>
            <a:pathLst>
              <a:path w="13235531" h="843765">
                <a:moveTo>
                  <a:pt x="0" y="0"/>
                </a:moveTo>
                <a:lnTo>
                  <a:pt x="13235531" y="0"/>
                </a:lnTo>
                <a:lnTo>
                  <a:pt x="13235531" y="843765"/>
                </a:lnTo>
                <a:lnTo>
                  <a:pt x="0" y="843765"/>
                </a:lnTo>
                <a:lnTo>
                  <a:pt x="0" y="0"/>
                </a:lnTo>
                <a:close/>
              </a:path>
            </a:pathLst>
          </a:custGeom>
          <a:blipFill>
            <a:blip r:embed="rId3">
              <a:alphaModFix amt="28000"/>
            </a:blip>
            <a:stretch>
              <a:fillRect/>
            </a:stretch>
          </a:blipFill>
        </p:spPr>
        <p:txBody>
          <a:bodyPr/>
          <a:lstStyle/>
          <a:p>
            <a:endParaRPr lang="en-VN"/>
          </a:p>
        </p:txBody>
      </p:sp>
      <p:sp>
        <p:nvSpPr>
          <p:cNvPr id="49" name="Freeform 49"/>
          <p:cNvSpPr/>
          <p:nvPr/>
        </p:nvSpPr>
        <p:spPr>
          <a:xfrm>
            <a:off x="16241213" y="8697417"/>
            <a:ext cx="937733" cy="617732"/>
          </a:xfrm>
          <a:custGeom>
            <a:avLst/>
            <a:gdLst/>
            <a:ahLst/>
            <a:cxnLst/>
            <a:rect l="l" t="t" r="r" b="b"/>
            <a:pathLst>
              <a:path w="937733" h="617732">
                <a:moveTo>
                  <a:pt x="0" y="0"/>
                </a:moveTo>
                <a:lnTo>
                  <a:pt x="937733" y="0"/>
                </a:lnTo>
                <a:lnTo>
                  <a:pt x="937733" y="617732"/>
                </a:lnTo>
                <a:lnTo>
                  <a:pt x="0" y="6177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VN"/>
          </a:p>
        </p:txBody>
      </p:sp>
      <p:sp>
        <p:nvSpPr>
          <p:cNvPr id="50" name="Freeform 50"/>
          <p:cNvSpPr/>
          <p:nvPr/>
        </p:nvSpPr>
        <p:spPr>
          <a:xfrm>
            <a:off x="16397480" y="6269996"/>
            <a:ext cx="781466" cy="772675"/>
          </a:xfrm>
          <a:custGeom>
            <a:avLst/>
            <a:gdLst/>
            <a:ahLst/>
            <a:cxnLst/>
            <a:rect l="l" t="t" r="r" b="b"/>
            <a:pathLst>
              <a:path w="781466" h="772675">
                <a:moveTo>
                  <a:pt x="0" y="0"/>
                </a:moveTo>
                <a:lnTo>
                  <a:pt x="781466" y="0"/>
                </a:lnTo>
                <a:lnTo>
                  <a:pt x="781466" y="772674"/>
                </a:lnTo>
                <a:lnTo>
                  <a:pt x="0" y="77267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51" name="Freeform 51"/>
          <p:cNvSpPr/>
          <p:nvPr/>
        </p:nvSpPr>
        <p:spPr>
          <a:xfrm>
            <a:off x="16403613" y="1533127"/>
            <a:ext cx="855687" cy="782953"/>
          </a:xfrm>
          <a:custGeom>
            <a:avLst/>
            <a:gdLst/>
            <a:ahLst/>
            <a:cxnLst/>
            <a:rect l="l" t="t" r="r" b="b"/>
            <a:pathLst>
              <a:path w="855687" h="782953">
                <a:moveTo>
                  <a:pt x="0" y="0"/>
                </a:moveTo>
                <a:lnTo>
                  <a:pt x="855687" y="0"/>
                </a:lnTo>
                <a:lnTo>
                  <a:pt x="855687" y="782953"/>
                </a:lnTo>
                <a:lnTo>
                  <a:pt x="0" y="78295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VN"/>
          </a:p>
        </p:txBody>
      </p:sp>
      <p:sp>
        <p:nvSpPr>
          <p:cNvPr id="52" name="Freeform 52"/>
          <p:cNvSpPr/>
          <p:nvPr/>
        </p:nvSpPr>
        <p:spPr>
          <a:xfrm>
            <a:off x="16241213" y="4004341"/>
            <a:ext cx="937733" cy="672823"/>
          </a:xfrm>
          <a:custGeom>
            <a:avLst/>
            <a:gdLst/>
            <a:ahLst/>
            <a:cxnLst/>
            <a:rect l="l" t="t" r="r" b="b"/>
            <a:pathLst>
              <a:path w="937733" h="672823">
                <a:moveTo>
                  <a:pt x="0" y="0"/>
                </a:moveTo>
                <a:lnTo>
                  <a:pt x="937733" y="0"/>
                </a:lnTo>
                <a:lnTo>
                  <a:pt x="937733" y="672823"/>
                </a:lnTo>
                <a:lnTo>
                  <a:pt x="0" y="672823"/>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VN"/>
          </a:p>
        </p:txBody>
      </p:sp>
      <p:sp>
        <p:nvSpPr>
          <p:cNvPr id="62" name="TextBox 61">
            <a:extLst>
              <a:ext uri="{FF2B5EF4-FFF2-40B4-BE49-F238E27FC236}">
                <a16:creationId xmlns:a16="http://schemas.microsoft.com/office/drawing/2014/main" id="{32457029-CBEC-BCB7-316F-A2E9B22521C0}"/>
              </a:ext>
            </a:extLst>
          </p:cNvPr>
          <p:cNvSpPr txBox="1"/>
          <p:nvPr/>
        </p:nvSpPr>
        <p:spPr>
          <a:xfrm>
            <a:off x="1552903" y="310767"/>
            <a:ext cx="14182334" cy="9665466"/>
          </a:xfrm>
          <a:prstGeom prst="rect">
            <a:avLst/>
          </a:prstGeom>
          <a:noFill/>
          <a:ln>
            <a:solidFill>
              <a:schemeClr val="accent6">
                <a:lumMod val="20000"/>
                <a:lumOff val="80000"/>
              </a:schemeClr>
            </a:solidFill>
          </a:ln>
        </p:spPr>
        <p:txBody>
          <a:bodyPr wrap="square">
            <a:spAutoFit/>
          </a:bodyPr>
          <a:lstStyle/>
          <a:p>
            <a:pPr algn="ctr">
              <a:lnSpc>
                <a:spcPct val="150000"/>
              </a:lnSpc>
              <a:spcBef>
                <a:spcPts val="600"/>
              </a:spcBef>
              <a:spcAft>
                <a:spcPts val="600"/>
              </a:spcAft>
              <a:buNone/>
            </a:pPr>
            <a:r>
              <a:rPr lang="vi-VN" sz="5000" b="1">
                <a:solidFill>
                  <a:schemeClr val="accent2"/>
                </a:solidFill>
                <a:latin typeface="American Typewriter" panose="02090604020004020304" pitchFamily="18" charset="77"/>
              </a:rPr>
              <a:t>CÁC CÁCH THÀNH LẬP CỤM DANH TỪ</a:t>
            </a:r>
          </a:p>
          <a:p>
            <a:pPr algn="ctr">
              <a:lnSpc>
                <a:spcPct val="150000"/>
              </a:lnSpc>
              <a:spcBef>
                <a:spcPts val="600"/>
              </a:spcBef>
              <a:spcAft>
                <a:spcPts val="600"/>
              </a:spcAft>
            </a:pPr>
            <a:r>
              <a:rPr lang="vi-VN" sz="5000" b="1">
                <a:solidFill>
                  <a:srgbClr val="00B050"/>
                </a:solidFill>
                <a:latin typeface="American Typewriter" panose="02090604020004020304" pitchFamily="18" charset="77"/>
              </a:rPr>
              <a:t>MẠO TỪ + DANH TỪ</a:t>
            </a:r>
          </a:p>
          <a:p>
            <a:pPr algn="just">
              <a:lnSpc>
                <a:spcPct val="150000"/>
              </a:lnSpc>
              <a:spcBef>
                <a:spcPts val="600"/>
              </a:spcBef>
              <a:spcAft>
                <a:spcPts val="600"/>
              </a:spcAft>
            </a:pPr>
            <a:r>
              <a:rPr lang="vi-VN" sz="5000">
                <a:latin typeface="American Typewriter" panose="02090604020004020304" pitchFamily="18" charset="77"/>
              </a:rPr>
              <a:t>→ Mạo từ </a:t>
            </a:r>
            <a:r>
              <a:rPr lang="vi-VN" sz="5000" b="1">
                <a:latin typeface="American Typewriter" panose="02090604020004020304" pitchFamily="18" charset="77"/>
              </a:rPr>
              <a:t>(a, an, the) </a:t>
            </a:r>
            <a:r>
              <a:rPr lang="vi-VN" sz="5000">
                <a:latin typeface="American Typewriter" panose="02090604020004020304" pitchFamily="18" charset="77"/>
              </a:rPr>
              <a:t>dùng để xác định danh từ đã được biết đến hay chưa.</a:t>
            </a:r>
          </a:p>
          <a:p>
            <a:pPr algn="just">
              <a:lnSpc>
                <a:spcPct val="150000"/>
              </a:lnSpc>
              <a:spcBef>
                <a:spcPts val="600"/>
              </a:spcBef>
              <a:spcAft>
                <a:spcPts val="600"/>
              </a:spcAft>
            </a:pPr>
            <a:r>
              <a:rPr lang="vi-VN" sz="5000">
                <a:latin typeface="American Typewriter" panose="02090604020004020304" pitchFamily="18" charset="77"/>
              </a:rPr>
              <a:t>→ </a:t>
            </a:r>
            <a:r>
              <a:rPr lang="en-US" sz="5000">
                <a:effectLst/>
                <a:latin typeface="American Typewriter" panose="02090604020004020304" pitchFamily="18" charset="77"/>
                <a:ea typeface="Calibri" panose="020F0502020204030204" pitchFamily="34" charset="0"/>
                <a:cs typeface="Times New Roman" panose="02020603050405020304" pitchFamily="18" charset="0"/>
              </a:rPr>
              <a:t>I attended </a:t>
            </a:r>
            <a:r>
              <a:rPr lang="en-US" sz="5000" b="1">
                <a:effectLst/>
                <a:latin typeface="American Typewriter" panose="02090604020004020304" pitchFamily="18" charset="77"/>
                <a:ea typeface="Calibri" panose="020F0502020204030204" pitchFamily="34" charset="0"/>
                <a:cs typeface="Times New Roman" panose="02020603050405020304" pitchFamily="18" charset="0"/>
              </a:rPr>
              <a:t>a workshop </a:t>
            </a:r>
            <a:r>
              <a:rPr lang="en-US" sz="5000">
                <a:effectLst/>
                <a:latin typeface="American Typewriter" panose="02090604020004020304" pitchFamily="18" charset="77"/>
                <a:ea typeface="Calibri" panose="020F0502020204030204" pitchFamily="34" charset="0"/>
                <a:cs typeface="Times New Roman" panose="02020603050405020304" pitchFamily="18" charset="0"/>
              </a:rPr>
              <a:t>on study skills last Saturday. </a:t>
            </a:r>
            <a:r>
              <a:rPr lang="en-US" sz="5000" b="1">
                <a:effectLst/>
                <a:latin typeface="American Typewriter" panose="02090604020004020304" pitchFamily="18" charset="77"/>
                <a:ea typeface="Calibri" panose="020F0502020204030204" pitchFamily="34" charset="0"/>
                <a:cs typeface="Times New Roman" panose="02020603050405020304" pitchFamily="18" charset="0"/>
              </a:rPr>
              <a:t>The</a:t>
            </a:r>
            <a:r>
              <a:rPr lang="en-US" sz="5000">
                <a:effectLst/>
                <a:latin typeface="American Typewriter" panose="02090604020004020304" pitchFamily="18" charset="77"/>
                <a:ea typeface="Calibri" panose="020F0502020204030204" pitchFamily="34" charset="0"/>
                <a:cs typeface="Times New Roman" panose="02020603050405020304" pitchFamily="18" charset="0"/>
              </a:rPr>
              <a:t> </a:t>
            </a:r>
            <a:r>
              <a:rPr lang="en-US" sz="5000" b="1">
                <a:effectLst/>
                <a:latin typeface="American Typewriter" panose="02090604020004020304" pitchFamily="18" charset="77"/>
                <a:ea typeface="Calibri" panose="020F0502020204030204" pitchFamily="34" charset="0"/>
                <a:cs typeface="Times New Roman" panose="02020603050405020304" pitchFamily="18" charset="0"/>
              </a:rPr>
              <a:t>workshop </a:t>
            </a:r>
            <a:r>
              <a:rPr lang="en-US" sz="5000">
                <a:effectLst/>
                <a:latin typeface="American Typewriter" panose="02090604020004020304" pitchFamily="18" charset="77"/>
                <a:ea typeface="Calibri" panose="020F0502020204030204" pitchFamily="34" charset="0"/>
                <a:cs typeface="Times New Roman" panose="02020603050405020304" pitchFamily="18" charset="0"/>
              </a:rPr>
              <a:t>was really helpful because it taught me how to manage my time effectively.</a:t>
            </a:r>
            <a:endParaRPr lang="vi-VN" sz="5000">
              <a:latin typeface="American Typewriter" panose="02090604020004020304" pitchFamily="18" charset="77"/>
            </a:endParaRPr>
          </a:p>
        </p:txBody>
      </p:sp>
      <p:sp>
        <p:nvSpPr>
          <p:cNvPr id="63" name="Rounded Rectangle 62">
            <a:extLst>
              <a:ext uri="{FF2B5EF4-FFF2-40B4-BE49-F238E27FC236}">
                <a16:creationId xmlns:a16="http://schemas.microsoft.com/office/drawing/2014/main" id="{BB2A05FD-9427-8FC4-EF82-413F1847793F}"/>
              </a:ext>
            </a:extLst>
          </p:cNvPr>
          <p:cNvSpPr/>
          <p:nvPr/>
        </p:nvSpPr>
        <p:spPr>
          <a:xfrm>
            <a:off x="4724400" y="1562100"/>
            <a:ext cx="7696200" cy="1400573"/>
          </a:xfrm>
          <a:prstGeom prst="roundRect">
            <a:avLst/>
          </a:prstGeom>
          <a:noFill/>
          <a:ln w="57150">
            <a:solidFill>
              <a:schemeClr val="accent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2">
                                            <p:txEl>
                                              <p:pRg st="0" end="0"/>
                                            </p:txEl>
                                          </p:spTgt>
                                        </p:tgtEl>
                                        <p:attrNameLst>
                                          <p:attrName>style.visibility</p:attrName>
                                        </p:attrNameLst>
                                      </p:cBhvr>
                                      <p:to>
                                        <p:strVal val="visible"/>
                                      </p:to>
                                    </p:set>
                                    <p:anim calcmode="lin" valueType="num">
                                      <p:cBhvr additive="base">
                                        <p:cTn id="7" dur="500" fill="hold"/>
                                        <p:tgtEl>
                                          <p:spTgt spid="6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3"/>
                                        </p:tgtEl>
                                        <p:attrNameLst>
                                          <p:attrName>style.visibility</p:attrName>
                                        </p:attrNameLst>
                                      </p:cBhvr>
                                      <p:to>
                                        <p:strVal val="visible"/>
                                      </p:to>
                                    </p:set>
                                    <p:anim calcmode="lin" valueType="num">
                                      <p:cBhvr additive="base">
                                        <p:cTn id="13" dur="500" fill="hold"/>
                                        <p:tgtEl>
                                          <p:spTgt spid="63"/>
                                        </p:tgtEl>
                                        <p:attrNameLst>
                                          <p:attrName>ppt_x</p:attrName>
                                        </p:attrNameLst>
                                      </p:cBhvr>
                                      <p:tavLst>
                                        <p:tav tm="0">
                                          <p:val>
                                            <p:strVal val="#ppt_x"/>
                                          </p:val>
                                        </p:tav>
                                        <p:tav tm="100000">
                                          <p:val>
                                            <p:strVal val="#ppt_x"/>
                                          </p:val>
                                        </p:tav>
                                      </p:tavLst>
                                    </p:anim>
                                    <p:anim calcmode="lin" valueType="num">
                                      <p:cBhvr additive="base">
                                        <p:cTn id="14" dur="500" fill="hold"/>
                                        <p:tgtEl>
                                          <p:spTgt spid="6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2">
                                            <p:txEl>
                                              <p:pRg st="1" end="1"/>
                                            </p:txEl>
                                          </p:spTgt>
                                        </p:tgtEl>
                                        <p:attrNameLst>
                                          <p:attrName>style.visibility</p:attrName>
                                        </p:attrNameLst>
                                      </p:cBhvr>
                                      <p:to>
                                        <p:strVal val="visible"/>
                                      </p:to>
                                    </p:set>
                                    <p:anim calcmode="lin" valueType="num">
                                      <p:cBhvr additive="base">
                                        <p:cTn id="19" dur="500" fill="hold"/>
                                        <p:tgtEl>
                                          <p:spTgt spid="62">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2">
                                            <p:txEl>
                                              <p:pRg st="2" end="2"/>
                                            </p:txEl>
                                          </p:spTgt>
                                        </p:tgtEl>
                                        <p:attrNameLst>
                                          <p:attrName>style.visibility</p:attrName>
                                        </p:attrNameLst>
                                      </p:cBhvr>
                                      <p:to>
                                        <p:strVal val="visible"/>
                                      </p:to>
                                    </p:set>
                                    <p:anim calcmode="lin" valueType="num">
                                      <p:cBhvr additive="base">
                                        <p:cTn id="25" dur="500" fill="hold"/>
                                        <p:tgtEl>
                                          <p:spTgt spid="62">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2">
                                            <p:txEl>
                                              <p:pRg st="3" end="3"/>
                                            </p:txEl>
                                          </p:spTgt>
                                        </p:tgtEl>
                                        <p:attrNameLst>
                                          <p:attrName>style.visibility</p:attrName>
                                        </p:attrNameLst>
                                      </p:cBhvr>
                                      <p:to>
                                        <p:strVal val="visible"/>
                                      </p:to>
                                    </p:set>
                                    <p:anim calcmode="lin" valueType="num">
                                      <p:cBhvr additive="base">
                                        <p:cTn id="31" dur="500" fill="hold"/>
                                        <p:tgtEl>
                                          <p:spTgt spid="62">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3F9CE-AC8B-FA70-F983-11C9597D327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9EA034F-5E29-481E-FB14-A2B544BB98A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1527" r="-2747" b="-10285"/>
            </a:stretch>
          </a:blipFill>
        </p:spPr>
        <p:txBody>
          <a:bodyPr/>
          <a:lstStyle/>
          <a:p>
            <a:endParaRPr lang="en-VN"/>
          </a:p>
        </p:txBody>
      </p:sp>
      <p:grpSp>
        <p:nvGrpSpPr>
          <p:cNvPr id="6" name="Group 6">
            <a:extLst>
              <a:ext uri="{FF2B5EF4-FFF2-40B4-BE49-F238E27FC236}">
                <a16:creationId xmlns:a16="http://schemas.microsoft.com/office/drawing/2014/main" id="{8C38DD99-84A1-E4C2-64E8-893E7F73F438}"/>
              </a:ext>
            </a:extLst>
          </p:cNvPr>
          <p:cNvGrpSpPr/>
          <p:nvPr/>
        </p:nvGrpSpPr>
        <p:grpSpPr>
          <a:xfrm>
            <a:off x="-1403650" y="-514350"/>
            <a:ext cx="2616801" cy="11504153"/>
            <a:chOff x="0" y="0"/>
            <a:chExt cx="689199" cy="3029900"/>
          </a:xfrm>
        </p:grpSpPr>
        <p:sp>
          <p:nvSpPr>
            <p:cNvPr id="7" name="Freeform 7">
              <a:extLst>
                <a:ext uri="{FF2B5EF4-FFF2-40B4-BE49-F238E27FC236}">
                  <a16:creationId xmlns:a16="http://schemas.microsoft.com/office/drawing/2014/main" id="{65A708D8-47F7-53CD-071C-AD6C8DFE5F4E}"/>
                </a:ext>
              </a:extLst>
            </p:cNvPr>
            <p:cNvSpPr/>
            <p:nvPr/>
          </p:nvSpPr>
          <p:spPr>
            <a:xfrm>
              <a:off x="0" y="0"/>
              <a:ext cx="689199" cy="3029900"/>
            </a:xfrm>
            <a:custGeom>
              <a:avLst/>
              <a:gdLst/>
              <a:ahLst/>
              <a:cxnLst/>
              <a:rect l="l" t="t" r="r" b="b"/>
              <a:pathLst>
                <a:path w="689199" h="3029900">
                  <a:moveTo>
                    <a:pt x="0" y="0"/>
                  </a:moveTo>
                  <a:lnTo>
                    <a:pt x="689199" y="0"/>
                  </a:lnTo>
                  <a:lnTo>
                    <a:pt x="689199" y="3029900"/>
                  </a:lnTo>
                  <a:lnTo>
                    <a:pt x="0" y="3029900"/>
                  </a:lnTo>
                  <a:close/>
                </a:path>
              </a:pathLst>
            </a:custGeom>
            <a:solidFill>
              <a:srgbClr val="D4DFE8"/>
            </a:solidFill>
            <a:ln w="19050" cap="sq">
              <a:solidFill>
                <a:srgbClr val="ACC8DC"/>
              </a:solidFill>
              <a:prstDash val="solid"/>
              <a:miter/>
            </a:ln>
          </p:spPr>
          <p:txBody>
            <a:bodyPr/>
            <a:lstStyle/>
            <a:p>
              <a:endParaRPr lang="en-VN"/>
            </a:p>
          </p:txBody>
        </p:sp>
        <p:sp>
          <p:nvSpPr>
            <p:cNvPr id="8" name="TextBox 8">
              <a:extLst>
                <a:ext uri="{FF2B5EF4-FFF2-40B4-BE49-F238E27FC236}">
                  <a16:creationId xmlns:a16="http://schemas.microsoft.com/office/drawing/2014/main" id="{173A32ED-6A80-5D58-D34E-C76FD85D6EE0}"/>
                </a:ext>
              </a:extLst>
            </p:cNvPr>
            <p:cNvSpPr txBox="1"/>
            <p:nvPr/>
          </p:nvSpPr>
          <p:spPr>
            <a:xfrm>
              <a:off x="0" y="-76200"/>
              <a:ext cx="689199" cy="3106100"/>
            </a:xfrm>
            <a:prstGeom prst="rect">
              <a:avLst/>
            </a:prstGeom>
          </p:spPr>
          <p:txBody>
            <a:bodyPr lIns="50800" tIns="50800" rIns="50800" bIns="50800" rtlCol="0" anchor="ctr"/>
            <a:lstStyle/>
            <a:p>
              <a:pPr algn="ctr">
                <a:lnSpc>
                  <a:spcPts val="2659"/>
                </a:lnSpc>
              </a:pPr>
              <a:endParaRPr/>
            </a:p>
          </p:txBody>
        </p:sp>
      </p:grpSp>
      <p:grpSp>
        <p:nvGrpSpPr>
          <p:cNvPr id="9" name="Group 9">
            <a:extLst>
              <a:ext uri="{FF2B5EF4-FFF2-40B4-BE49-F238E27FC236}">
                <a16:creationId xmlns:a16="http://schemas.microsoft.com/office/drawing/2014/main" id="{546D3FC7-EB38-53E6-C434-BE44182FE411}"/>
              </a:ext>
            </a:extLst>
          </p:cNvPr>
          <p:cNvGrpSpPr/>
          <p:nvPr/>
        </p:nvGrpSpPr>
        <p:grpSpPr>
          <a:xfrm>
            <a:off x="16056316" y="-514350"/>
            <a:ext cx="3048146" cy="11504153"/>
            <a:chOff x="0" y="0"/>
            <a:chExt cx="802804" cy="3029900"/>
          </a:xfrm>
        </p:grpSpPr>
        <p:sp>
          <p:nvSpPr>
            <p:cNvPr id="10" name="Freeform 10">
              <a:extLst>
                <a:ext uri="{FF2B5EF4-FFF2-40B4-BE49-F238E27FC236}">
                  <a16:creationId xmlns:a16="http://schemas.microsoft.com/office/drawing/2014/main" id="{183455E9-AFB4-372F-3929-C22997F914B1}"/>
                </a:ext>
              </a:extLst>
            </p:cNvPr>
            <p:cNvSpPr/>
            <p:nvPr/>
          </p:nvSpPr>
          <p:spPr>
            <a:xfrm>
              <a:off x="0" y="0"/>
              <a:ext cx="802804" cy="3029900"/>
            </a:xfrm>
            <a:custGeom>
              <a:avLst/>
              <a:gdLst/>
              <a:ahLst/>
              <a:cxnLst/>
              <a:rect l="l" t="t" r="r" b="b"/>
              <a:pathLst>
                <a:path w="802804" h="3029900">
                  <a:moveTo>
                    <a:pt x="0" y="0"/>
                  </a:moveTo>
                  <a:lnTo>
                    <a:pt x="802804" y="0"/>
                  </a:lnTo>
                  <a:lnTo>
                    <a:pt x="802804" y="3029900"/>
                  </a:lnTo>
                  <a:lnTo>
                    <a:pt x="0" y="3029900"/>
                  </a:lnTo>
                  <a:close/>
                </a:path>
              </a:pathLst>
            </a:custGeom>
            <a:solidFill>
              <a:srgbClr val="F5F5F5"/>
            </a:solidFill>
            <a:ln cap="sq">
              <a:noFill/>
              <a:prstDash val="solid"/>
              <a:miter/>
            </a:ln>
          </p:spPr>
          <p:txBody>
            <a:bodyPr/>
            <a:lstStyle/>
            <a:p>
              <a:endParaRPr lang="en-VN"/>
            </a:p>
          </p:txBody>
        </p:sp>
        <p:sp>
          <p:nvSpPr>
            <p:cNvPr id="11" name="TextBox 11">
              <a:extLst>
                <a:ext uri="{FF2B5EF4-FFF2-40B4-BE49-F238E27FC236}">
                  <a16:creationId xmlns:a16="http://schemas.microsoft.com/office/drawing/2014/main" id="{0FCF6442-B494-8AB2-C725-1B6B0A96CCE6}"/>
                </a:ext>
              </a:extLst>
            </p:cNvPr>
            <p:cNvSpPr txBox="1"/>
            <p:nvPr/>
          </p:nvSpPr>
          <p:spPr>
            <a:xfrm>
              <a:off x="0" y="-76200"/>
              <a:ext cx="802804" cy="3106100"/>
            </a:xfrm>
            <a:prstGeom prst="rect">
              <a:avLst/>
            </a:prstGeom>
          </p:spPr>
          <p:txBody>
            <a:bodyPr lIns="50800" tIns="50800" rIns="50800" bIns="50800" rtlCol="0" anchor="ctr"/>
            <a:lstStyle/>
            <a:p>
              <a:pPr algn="ctr">
                <a:lnSpc>
                  <a:spcPts val="2659"/>
                </a:lnSpc>
              </a:pPr>
              <a:endParaRPr/>
            </a:p>
          </p:txBody>
        </p:sp>
      </p:grpSp>
      <p:grpSp>
        <p:nvGrpSpPr>
          <p:cNvPr id="12" name="Group 12">
            <a:extLst>
              <a:ext uri="{FF2B5EF4-FFF2-40B4-BE49-F238E27FC236}">
                <a16:creationId xmlns:a16="http://schemas.microsoft.com/office/drawing/2014/main" id="{A466A1A0-AA64-D4EC-5E28-8AA941F02055}"/>
              </a:ext>
            </a:extLst>
          </p:cNvPr>
          <p:cNvGrpSpPr/>
          <p:nvPr/>
        </p:nvGrpSpPr>
        <p:grpSpPr>
          <a:xfrm>
            <a:off x="371920" y="4354028"/>
            <a:ext cx="384544" cy="384544"/>
            <a:chOff x="0" y="0"/>
            <a:chExt cx="812800" cy="812800"/>
          </a:xfrm>
        </p:grpSpPr>
        <p:sp>
          <p:nvSpPr>
            <p:cNvPr id="13" name="Freeform 13">
              <a:extLst>
                <a:ext uri="{FF2B5EF4-FFF2-40B4-BE49-F238E27FC236}">
                  <a16:creationId xmlns:a16="http://schemas.microsoft.com/office/drawing/2014/main" id="{F212922C-9942-5686-581A-45F03A4E00B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14" name="TextBox 14">
              <a:extLst>
                <a:ext uri="{FF2B5EF4-FFF2-40B4-BE49-F238E27FC236}">
                  <a16:creationId xmlns:a16="http://schemas.microsoft.com/office/drawing/2014/main" id="{F934CE6E-ADC6-289E-0C0E-9E5A614E7479}"/>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15" name="Group 15">
            <a:extLst>
              <a:ext uri="{FF2B5EF4-FFF2-40B4-BE49-F238E27FC236}">
                <a16:creationId xmlns:a16="http://schemas.microsoft.com/office/drawing/2014/main" id="{6BBD26FC-774E-A7C8-5366-69E7E9562CFA}"/>
              </a:ext>
            </a:extLst>
          </p:cNvPr>
          <p:cNvGrpSpPr/>
          <p:nvPr/>
        </p:nvGrpSpPr>
        <p:grpSpPr>
          <a:xfrm>
            <a:off x="371920" y="6738452"/>
            <a:ext cx="384544" cy="384544"/>
            <a:chOff x="0" y="0"/>
            <a:chExt cx="812800" cy="812800"/>
          </a:xfrm>
        </p:grpSpPr>
        <p:sp>
          <p:nvSpPr>
            <p:cNvPr id="16" name="Freeform 16">
              <a:extLst>
                <a:ext uri="{FF2B5EF4-FFF2-40B4-BE49-F238E27FC236}">
                  <a16:creationId xmlns:a16="http://schemas.microsoft.com/office/drawing/2014/main" id="{627A3954-5B14-6FCF-B43C-15DF4EA67AA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17" name="TextBox 17">
              <a:extLst>
                <a:ext uri="{FF2B5EF4-FFF2-40B4-BE49-F238E27FC236}">
                  <a16:creationId xmlns:a16="http://schemas.microsoft.com/office/drawing/2014/main" id="{50795DBE-A684-7532-ADD7-79E54B941976}"/>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18" name="Group 18">
            <a:extLst>
              <a:ext uri="{FF2B5EF4-FFF2-40B4-BE49-F238E27FC236}">
                <a16:creationId xmlns:a16="http://schemas.microsoft.com/office/drawing/2014/main" id="{47E4356D-3708-004D-1275-A78D9A4EC442}"/>
              </a:ext>
            </a:extLst>
          </p:cNvPr>
          <p:cNvGrpSpPr/>
          <p:nvPr/>
        </p:nvGrpSpPr>
        <p:grpSpPr>
          <a:xfrm>
            <a:off x="371920" y="779579"/>
            <a:ext cx="384544" cy="384544"/>
            <a:chOff x="0" y="0"/>
            <a:chExt cx="812800" cy="812800"/>
          </a:xfrm>
        </p:grpSpPr>
        <p:sp>
          <p:nvSpPr>
            <p:cNvPr id="19" name="Freeform 19">
              <a:extLst>
                <a:ext uri="{FF2B5EF4-FFF2-40B4-BE49-F238E27FC236}">
                  <a16:creationId xmlns:a16="http://schemas.microsoft.com/office/drawing/2014/main" id="{ADD6DA1F-2B61-2EBE-DCA0-187D39444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20" name="TextBox 20">
              <a:extLst>
                <a:ext uri="{FF2B5EF4-FFF2-40B4-BE49-F238E27FC236}">
                  <a16:creationId xmlns:a16="http://schemas.microsoft.com/office/drawing/2014/main" id="{13335496-B5E0-5075-6ECA-E0E8CB255F8D}"/>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21" name="Group 21">
            <a:extLst>
              <a:ext uri="{FF2B5EF4-FFF2-40B4-BE49-F238E27FC236}">
                <a16:creationId xmlns:a16="http://schemas.microsoft.com/office/drawing/2014/main" id="{6D7F2D25-5F54-4A53-9A8C-D04A33D03DAE}"/>
              </a:ext>
            </a:extLst>
          </p:cNvPr>
          <p:cNvGrpSpPr/>
          <p:nvPr/>
        </p:nvGrpSpPr>
        <p:grpSpPr>
          <a:xfrm>
            <a:off x="371920" y="5544283"/>
            <a:ext cx="384544" cy="384544"/>
            <a:chOff x="0" y="0"/>
            <a:chExt cx="812800" cy="812800"/>
          </a:xfrm>
        </p:grpSpPr>
        <p:sp>
          <p:nvSpPr>
            <p:cNvPr id="22" name="Freeform 22">
              <a:extLst>
                <a:ext uri="{FF2B5EF4-FFF2-40B4-BE49-F238E27FC236}">
                  <a16:creationId xmlns:a16="http://schemas.microsoft.com/office/drawing/2014/main" id="{DED0DCA8-5197-A351-B8C4-5B6A4E3F105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23" name="TextBox 23">
              <a:extLst>
                <a:ext uri="{FF2B5EF4-FFF2-40B4-BE49-F238E27FC236}">
                  <a16:creationId xmlns:a16="http://schemas.microsoft.com/office/drawing/2014/main" id="{39AFFDA1-A832-CE46-A9EA-C9269DD04EFC}"/>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24" name="Group 24">
            <a:extLst>
              <a:ext uri="{FF2B5EF4-FFF2-40B4-BE49-F238E27FC236}">
                <a16:creationId xmlns:a16="http://schemas.microsoft.com/office/drawing/2014/main" id="{59AD1285-0336-74C0-73D6-BAD9F4EB5C70}"/>
              </a:ext>
            </a:extLst>
          </p:cNvPr>
          <p:cNvGrpSpPr/>
          <p:nvPr/>
        </p:nvGrpSpPr>
        <p:grpSpPr>
          <a:xfrm>
            <a:off x="371920" y="7928708"/>
            <a:ext cx="384544" cy="384544"/>
            <a:chOff x="0" y="0"/>
            <a:chExt cx="812800" cy="812800"/>
          </a:xfrm>
        </p:grpSpPr>
        <p:sp>
          <p:nvSpPr>
            <p:cNvPr id="25" name="Freeform 25">
              <a:extLst>
                <a:ext uri="{FF2B5EF4-FFF2-40B4-BE49-F238E27FC236}">
                  <a16:creationId xmlns:a16="http://schemas.microsoft.com/office/drawing/2014/main" id="{8BA4ED45-5595-5DE4-BE4A-5725FD5BD7C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26" name="TextBox 26">
              <a:extLst>
                <a:ext uri="{FF2B5EF4-FFF2-40B4-BE49-F238E27FC236}">
                  <a16:creationId xmlns:a16="http://schemas.microsoft.com/office/drawing/2014/main" id="{FA240C21-8920-0126-96FA-F482EA4304E5}"/>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27" name="Group 27">
            <a:extLst>
              <a:ext uri="{FF2B5EF4-FFF2-40B4-BE49-F238E27FC236}">
                <a16:creationId xmlns:a16="http://schemas.microsoft.com/office/drawing/2014/main" id="{56A65BC9-C2C3-F09B-6BA0-568B7AB8EC76}"/>
              </a:ext>
            </a:extLst>
          </p:cNvPr>
          <p:cNvGrpSpPr/>
          <p:nvPr/>
        </p:nvGrpSpPr>
        <p:grpSpPr>
          <a:xfrm>
            <a:off x="371920" y="9122877"/>
            <a:ext cx="384544" cy="384544"/>
            <a:chOff x="0" y="0"/>
            <a:chExt cx="812800" cy="812800"/>
          </a:xfrm>
        </p:grpSpPr>
        <p:sp>
          <p:nvSpPr>
            <p:cNvPr id="28" name="Freeform 28">
              <a:extLst>
                <a:ext uri="{FF2B5EF4-FFF2-40B4-BE49-F238E27FC236}">
                  <a16:creationId xmlns:a16="http://schemas.microsoft.com/office/drawing/2014/main" id="{658A307D-7D96-FB9B-903C-0B8C5D6E425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29" name="TextBox 29">
              <a:extLst>
                <a:ext uri="{FF2B5EF4-FFF2-40B4-BE49-F238E27FC236}">
                  <a16:creationId xmlns:a16="http://schemas.microsoft.com/office/drawing/2014/main" id="{4AB803A6-B40B-D582-DD51-847F9ABD57F8}"/>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30" name="Group 30">
            <a:extLst>
              <a:ext uri="{FF2B5EF4-FFF2-40B4-BE49-F238E27FC236}">
                <a16:creationId xmlns:a16="http://schemas.microsoft.com/office/drawing/2014/main" id="{63F466E9-969F-5C40-EAC5-1F1FB38E2534}"/>
              </a:ext>
            </a:extLst>
          </p:cNvPr>
          <p:cNvGrpSpPr/>
          <p:nvPr/>
        </p:nvGrpSpPr>
        <p:grpSpPr>
          <a:xfrm>
            <a:off x="371920" y="1971462"/>
            <a:ext cx="384544" cy="384544"/>
            <a:chOff x="0" y="0"/>
            <a:chExt cx="812800" cy="812800"/>
          </a:xfrm>
        </p:grpSpPr>
        <p:sp>
          <p:nvSpPr>
            <p:cNvPr id="31" name="Freeform 31">
              <a:extLst>
                <a:ext uri="{FF2B5EF4-FFF2-40B4-BE49-F238E27FC236}">
                  <a16:creationId xmlns:a16="http://schemas.microsoft.com/office/drawing/2014/main" id="{A74E7F83-585D-69FE-781E-E7F01F9CF75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32" name="TextBox 32">
              <a:extLst>
                <a:ext uri="{FF2B5EF4-FFF2-40B4-BE49-F238E27FC236}">
                  <a16:creationId xmlns:a16="http://schemas.microsoft.com/office/drawing/2014/main" id="{09EBE285-698B-8E81-1F6B-36240A41483D}"/>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33" name="Group 33">
            <a:extLst>
              <a:ext uri="{FF2B5EF4-FFF2-40B4-BE49-F238E27FC236}">
                <a16:creationId xmlns:a16="http://schemas.microsoft.com/office/drawing/2014/main" id="{47A70935-4D22-021B-804E-CDFE16762B54}"/>
              </a:ext>
            </a:extLst>
          </p:cNvPr>
          <p:cNvGrpSpPr/>
          <p:nvPr/>
        </p:nvGrpSpPr>
        <p:grpSpPr>
          <a:xfrm>
            <a:off x="371920" y="3163345"/>
            <a:ext cx="384544" cy="384544"/>
            <a:chOff x="0" y="0"/>
            <a:chExt cx="812800" cy="812800"/>
          </a:xfrm>
        </p:grpSpPr>
        <p:sp>
          <p:nvSpPr>
            <p:cNvPr id="34" name="Freeform 34">
              <a:extLst>
                <a:ext uri="{FF2B5EF4-FFF2-40B4-BE49-F238E27FC236}">
                  <a16:creationId xmlns:a16="http://schemas.microsoft.com/office/drawing/2014/main" id="{B92CE3B7-2882-9585-2C6E-90E12554339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35" name="TextBox 35">
              <a:extLst>
                <a:ext uri="{FF2B5EF4-FFF2-40B4-BE49-F238E27FC236}">
                  <a16:creationId xmlns:a16="http://schemas.microsoft.com/office/drawing/2014/main" id="{024940C0-F0E4-7A01-E525-3160642B3C54}"/>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36" name="Group 36">
            <a:extLst>
              <a:ext uri="{FF2B5EF4-FFF2-40B4-BE49-F238E27FC236}">
                <a16:creationId xmlns:a16="http://schemas.microsoft.com/office/drawing/2014/main" id="{093C033C-667A-EEB4-1026-ABD5089AEAFE}"/>
              </a:ext>
            </a:extLst>
          </p:cNvPr>
          <p:cNvGrpSpPr/>
          <p:nvPr/>
        </p:nvGrpSpPr>
        <p:grpSpPr>
          <a:xfrm rot="5400000">
            <a:off x="16368316" y="1063521"/>
            <a:ext cx="1191883" cy="1815883"/>
            <a:chOff x="0" y="0"/>
            <a:chExt cx="660400" cy="1006147"/>
          </a:xfrm>
        </p:grpSpPr>
        <p:sp>
          <p:nvSpPr>
            <p:cNvPr id="37" name="Freeform 37">
              <a:extLst>
                <a:ext uri="{FF2B5EF4-FFF2-40B4-BE49-F238E27FC236}">
                  <a16:creationId xmlns:a16="http://schemas.microsoft.com/office/drawing/2014/main" id="{47C69D4A-DB9E-B698-D86C-5499C8F837CD}"/>
                </a:ext>
              </a:extLst>
            </p:cNvPr>
            <p:cNvSpPr/>
            <p:nvPr/>
          </p:nvSpPr>
          <p:spPr>
            <a:xfrm>
              <a:off x="0" y="0"/>
              <a:ext cx="660400" cy="1006147"/>
            </a:xfrm>
            <a:custGeom>
              <a:avLst/>
              <a:gdLst/>
              <a:ahLst/>
              <a:cxnLst/>
              <a:rect l="l" t="t" r="r" b="b"/>
              <a:pathLst>
                <a:path w="660400" h="1006147">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32797"/>
                  </a:cubicBezTo>
                  <a:lnTo>
                    <a:pt x="660400" y="1006147"/>
                  </a:lnTo>
                  <a:lnTo>
                    <a:pt x="0" y="1006147"/>
                  </a:lnTo>
                  <a:lnTo>
                    <a:pt x="0" y="333296"/>
                  </a:lnTo>
                  <a:cubicBezTo>
                    <a:pt x="1782" y="185660"/>
                    <a:pt x="93019" y="64045"/>
                    <a:pt x="220252" y="19070"/>
                  </a:cubicBezTo>
                  <a:close/>
                </a:path>
              </a:pathLst>
            </a:custGeom>
            <a:solidFill>
              <a:srgbClr val="F0AECA"/>
            </a:solidFill>
          </p:spPr>
          <p:txBody>
            <a:bodyPr/>
            <a:lstStyle/>
            <a:p>
              <a:endParaRPr lang="en-VN"/>
            </a:p>
          </p:txBody>
        </p:sp>
        <p:sp>
          <p:nvSpPr>
            <p:cNvPr id="38" name="TextBox 38">
              <a:extLst>
                <a:ext uri="{FF2B5EF4-FFF2-40B4-BE49-F238E27FC236}">
                  <a16:creationId xmlns:a16="http://schemas.microsoft.com/office/drawing/2014/main" id="{A621FA55-F54A-C00B-6ABD-BC4B6A5D5A4D}"/>
                </a:ext>
              </a:extLst>
            </p:cNvPr>
            <p:cNvSpPr txBox="1"/>
            <p:nvPr/>
          </p:nvSpPr>
          <p:spPr>
            <a:xfrm>
              <a:off x="0" y="50800"/>
              <a:ext cx="660400" cy="955347"/>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2F795051-C103-E4F7-C1EE-790B226BEE12}"/>
              </a:ext>
            </a:extLst>
          </p:cNvPr>
          <p:cNvGrpSpPr/>
          <p:nvPr/>
        </p:nvGrpSpPr>
        <p:grpSpPr>
          <a:xfrm rot="5400000">
            <a:off x="16157117" y="3615183"/>
            <a:ext cx="1191883" cy="1393484"/>
            <a:chOff x="0" y="0"/>
            <a:chExt cx="660400" cy="772103"/>
          </a:xfrm>
        </p:grpSpPr>
        <p:sp>
          <p:nvSpPr>
            <p:cNvPr id="40" name="Freeform 40">
              <a:extLst>
                <a:ext uri="{FF2B5EF4-FFF2-40B4-BE49-F238E27FC236}">
                  <a16:creationId xmlns:a16="http://schemas.microsoft.com/office/drawing/2014/main" id="{461AA068-6C94-795F-0939-24947E3F57AC}"/>
                </a:ext>
              </a:extLst>
            </p:cNvPr>
            <p:cNvSpPr/>
            <p:nvPr/>
          </p:nvSpPr>
          <p:spPr>
            <a:xfrm>
              <a:off x="0" y="0"/>
              <a:ext cx="660400" cy="772103"/>
            </a:xfrm>
            <a:custGeom>
              <a:avLst/>
              <a:gdLst/>
              <a:ahLst/>
              <a:cxnLst/>
              <a:rect l="l" t="t" r="r" b="b"/>
              <a:pathLst>
                <a:path w="660400" h="772103">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7598"/>
                  </a:cubicBezTo>
                  <a:lnTo>
                    <a:pt x="660400" y="772103"/>
                  </a:lnTo>
                  <a:lnTo>
                    <a:pt x="0" y="772103"/>
                  </a:lnTo>
                  <a:lnTo>
                    <a:pt x="0" y="327928"/>
                  </a:lnTo>
                  <a:cubicBezTo>
                    <a:pt x="1782" y="185660"/>
                    <a:pt x="93019" y="64045"/>
                    <a:pt x="220252" y="19070"/>
                  </a:cubicBezTo>
                  <a:close/>
                </a:path>
              </a:pathLst>
            </a:custGeom>
            <a:solidFill>
              <a:srgbClr val="F6D897"/>
            </a:solidFill>
          </p:spPr>
          <p:txBody>
            <a:bodyPr/>
            <a:lstStyle/>
            <a:p>
              <a:endParaRPr lang="en-VN"/>
            </a:p>
          </p:txBody>
        </p:sp>
        <p:sp>
          <p:nvSpPr>
            <p:cNvPr id="41" name="TextBox 41">
              <a:extLst>
                <a:ext uri="{FF2B5EF4-FFF2-40B4-BE49-F238E27FC236}">
                  <a16:creationId xmlns:a16="http://schemas.microsoft.com/office/drawing/2014/main" id="{6EF1DE6F-E1CC-937F-9C10-D7968821A6A4}"/>
                </a:ext>
              </a:extLst>
            </p:cNvPr>
            <p:cNvSpPr txBox="1"/>
            <p:nvPr/>
          </p:nvSpPr>
          <p:spPr>
            <a:xfrm>
              <a:off x="0" y="50800"/>
              <a:ext cx="660400" cy="721303"/>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5CB6E1F1-FEC0-26EB-6B0D-499D879343D7}"/>
              </a:ext>
            </a:extLst>
          </p:cNvPr>
          <p:cNvGrpSpPr/>
          <p:nvPr/>
        </p:nvGrpSpPr>
        <p:grpSpPr>
          <a:xfrm rot="5400000">
            <a:off x="16157117" y="5959591"/>
            <a:ext cx="1191883" cy="1393484"/>
            <a:chOff x="0" y="0"/>
            <a:chExt cx="660400" cy="772103"/>
          </a:xfrm>
        </p:grpSpPr>
        <p:sp>
          <p:nvSpPr>
            <p:cNvPr id="43" name="Freeform 43">
              <a:extLst>
                <a:ext uri="{FF2B5EF4-FFF2-40B4-BE49-F238E27FC236}">
                  <a16:creationId xmlns:a16="http://schemas.microsoft.com/office/drawing/2014/main" id="{3202460E-1A4B-E317-C686-FA4555607A90}"/>
                </a:ext>
              </a:extLst>
            </p:cNvPr>
            <p:cNvSpPr/>
            <p:nvPr/>
          </p:nvSpPr>
          <p:spPr>
            <a:xfrm>
              <a:off x="0" y="0"/>
              <a:ext cx="660400" cy="772103"/>
            </a:xfrm>
            <a:custGeom>
              <a:avLst/>
              <a:gdLst/>
              <a:ahLst/>
              <a:cxnLst/>
              <a:rect l="l" t="t" r="r" b="b"/>
              <a:pathLst>
                <a:path w="660400" h="772103">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7598"/>
                  </a:cubicBezTo>
                  <a:lnTo>
                    <a:pt x="660400" y="772103"/>
                  </a:lnTo>
                  <a:lnTo>
                    <a:pt x="0" y="772103"/>
                  </a:lnTo>
                  <a:lnTo>
                    <a:pt x="0" y="327928"/>
                  </a:lnTo>
                  <a:cubicBezTo>
                    <a:pt x="1782" y="185660"/>
                    <a:pt x="93019" y="64045"/>
                    <a:pt x="220252" y="19070"/>
                  </a:cubicBezTo>
                  <a:close/>
                </a:path>
              </a:pathLst>
            </a:custGeom>
            <a:solidFill>
              <a:srgbClr val="BFDFB6"/>
            </a:solidFill>
          </p:spPr>
          <p:txBody>
            <a:bodyPr/>
            <a:lstStyle/>
            <a:p>
              <a:endParaRPr lang="en-VN"/>
            </a:p>
          </p:txBody>
        </p:sp>
        <p:sp>
          <p:nvSpPr>
            <p:cNvPr id="44" name="TextBox 44">
              <a:extLst>
                <a:ext uri="{FF2B5EF4-FFF2-40B4-BE49-F238E27FC236}">
                  <a16:creationId xmlns:a16="http://schemas.microsoft.com/office/drawing/2014/main" id="{2C8722D9-2643-73D9-E39A-0BA0D905B1A5}"/>
                </a:ext>
              </a:extLst>
            </p:cNvPr>
            <p:cNvSpPr txBox="1"/>
            <p:nvPr/>
          </p:nvSpPr>
          <p:spPr>
            <a:xfrm>
              <a:off x="0" y="50800"/>
              <a:ext cx="660400" cy="721303"/>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81CDB6BE-F909-9412-62D0-AFBE730B789D}"/>
              </a:ext>
            </a:extLst>
          </p:cNvPr>
          <p:cNvGrpSpPr/>
          <p:nvPr/>
        </p:nvGrpSpPr>
        <p:grpSpPr>
          <a:xfrm rot="5400000">
            <a:off x="16157117" y="8303999"/>
            <a:ext cx="1191883" cy="1393484"/>
            <a:chOff x="0" y="0"/>
            <a:chExt cx="660400" cy="772103"/>
          </a:xfrm>
        </p:grpSpPr>
        <p:sp>
          <p:nvSpPr>
            <p:cNvPr id="46" name="Freeform 46">
              <a:extLst>
                <a:ext uri="{FF2B5EF4-FFF2-40B4-BE49-F238E27FC236}">
                  <a16:creationId xmlns:a16="http://schemas.microsoft.com/office/drawing/2014/main" id="{13D31067-0F3D-8EA0-C8F5-9D9BCCA59E0C}"/>
                </a:ext>
              </a:extLst>
            </p:cNvPr>
            <p:cNvSpPr/>
            <p:nvPr/>
          </p:nvSpPr>
          <p:spPr>
            <a:xfrm>
              <a:off x="0" y="0"/>
              <a:ext cx="660400" cy="772103"/>
            </a:xfrm>
            <a:custGeom>
              <a:avLst/>
              <a:gdLst/>
              <a:ahLst/>
              <a:cxnLst/>
              <a:rect l="l" t="t" r="r" b="b"/>
              <a:pathLst>
                <a:path w="660400" h="772103">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7598"/>
                  </a:cubicBezTo>
                  <a:lnTo>
                    <a:pt x="660400" y="772103"/>
                  </a:lnTo>
                  <a:lnTo>
                    <a:pt x="0" y="772103"/>
                  </a:lnTo>
                  <a:lnTo>
                    <a:pt x="0" y="327928"/>
                  </a:lnTo>
                  <a:cubicBezTo>
                    <a:pt x="1782" y="185660"/>
                    <a:pt x="93019" y="64045"/>
                    <a:pt x="220252" y="19070"/>
                  </a:cubicBezTo>
                  <a:close/>
                </a:path>
              </a:pathLst>
            </a:custGeom>
            <a:solidFill>
              <a:srgbClr val="D4DFE8"/>
            </a:solidFill>
          </p:spPr>
          <p:txBody>
            <a:bodyPr/>
            <a:lstStyle/>
            <a:p>
              <a:endParaRPr lang="en-VN"/>
            </a:p>
          </p:txBody>
        </p:sp>
        <p:sp>
          <p:nvSpPr>
            <p:cNvPr id="47" name="TextBox 47">
              <a:extLst>
                <a:ext uri="{FF2B5EF4-FFF2-40B4-BE49-F238E27FC236}">
                  <a16:creationId xmlns:a16="http://schemas.microsoft.com/office/drawing/2014/main" id="{EFF881BC-9E42-FABA-D4AF-267ACD49A8AD}"/>
                </a:ext>
              </a:extLst>
            </p:cNvPr>
            <p:cNvSpPr txBox="1"/>
            <p:nvPr/>
          </p:nvSpPr>
          <p:spPr>
            <a:xfrm>
              <a:off x="0" y="50800"/>
              <a:ext cx="660400" cy="721303"/>
            </a:xfrm>
            <a:prstGeom prst="rect">
              <a:avLst/>
            </a:prstGeom>
          </p:spPr>
          <p:txBody>
            <a:bodyPr lIns="50800" tIns="50800" rIns="50800" bIns="50800" rtlCol="0" anchor="ctr"/>
            <a:lstStyle/>
            <a:p>
              <a:pPr algn="ctr">
                <a:lnSpc>
                  <a:spcPts val="2659"/>
                </a:lnSpc>
              </a:pPr>
              <a:endParaRPr/>
            </a:p>
          </p:txBody>
        </p:sp>
      </p:grpSp>
      <p:sp>
        <p:nvSpPr>
          <p:cNvPr id="48" name="Freeform 48">
            <a:extLst>
              <a:ext uri="{FF2B5EF4-FFF2-40B4-BE49-F238E27FC236}">
                <a16:creationId xmlns:a16="http://schemas.microsoft.com/office/drawing/2014/main" id="{3ABA9090-1AF0-4DB8-2EAA-9B073F4F40FA}"/>
              </a:ext>
            </a:extLst>
          </p:cNvPr>
          <p:cNvSpPr/>
          <p:nvPr/>
        </p:nvSpPr>
        <p:spPr>
          <a:xfrm rot="-5400000">
            <a:off x="9861845" y="5122401"/>
            <a:ext cx="13235531" cy="843765"/>
          </a:xfrm>
          <a:custGeom>
            <a:avLst/>
            <a:gdLst/>
            <a:ahLst/>
            <a:cxnLst/>
            <a:rect l="l" t="t" r="r" b="b"/>
            <a:pathLst>
              <a:path w="13235531" h="843765">
                <a:moveTo>
                  <a:pt x="0" y="0"/>
                </a:moveTo>
                <a:lnTo>
                  <a:pt x="13235531" y="0"/>
                </a:lnTo>
                <a:lnTo>
                  <a:pt x="13235531" y="843765"/>
                </a:lnTo>
                <a:lnTo>
                  <a:pt x="0" y="843765"/>
                </a:lnTo>
                <a:lnTo>
                  <a:pt x="0" y="0"/>
                </a:lnTo>
                <a:close/>
              </a:path>
            </a:pathLst>
          </a:custGeom>
          <a:blipFill>
            <a:blip r:embed="rId3">
              <a:alphaModFix amt="28000"/>
            </a:blip>
            <a:stretch>
              <a:fillRect/>
            </a:stretch>
          </a:blipFill>
        </p:spPr>
        <p:txBody>
          <a:bodyPr/>
          <a:lstStyle/>
          <a:p>
            <a:endParaRPr lang="en-VN"/>
          </a:p>
        </p:txBody>
      </p:sp>
      <p:sp>
        <p:nvSpPr>
          <p:cNvPr id="49" name="Freeform 49">
            <a:extLst>
              <a:ext uri="{FF2B5EF4-FFF2-40B4-BE49-F238E27FC236}">
                <a16:creationId xmlns:a16="http://schemas.microsoft.com/office/drawing/2014/main" id="{33CDC65C-0B0D-A2C9-5EBC-9C28C47AF495}"/>
              </a:ext>
            </a:extLst>
          </p:cNvPr>
          <p:cNvSpPr/>
          <p:nvPr/>
        </p:nvSpPr>
        <p:spPr>
          <a:xfrm>
            <a:off x="16241213" y="8697417"/>
            <a:ext cx="937733" cy="617732"/>
          </a:xfrm>
          <a:custGeom>
            <a:avLst/>
            <a:gdLst/>
            <a:ahLst/>
            <a:cxnLst/>
            <a:rect l="l" t="t" r="r" b="b"/>
            <a:pathLst>
              <a:path w="937733" h="617732">
                <a:moveTo>
                  <a:pt x="0" y="0"/>
                </a:moveTo>
                <a:lnTo>
                  <a:pt x="937733" y="0"/>
                </a:lnTo>
                <a:lnTo>
                  <a:pt x="937733" y="617732"/>
                </a:lnTo>
                <a:lnTo>
                  <a:pt x="0" y="6177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VN"/>
          </a:p>
        </p:txBody>
      </p:sp>
      <p:sp>
        <p:nvSpPr>
          <p:cNvPr id="50" name="Freeform 50">
            <a:extLst>
              <a:ext uri="{FF2B5EF4-FFF2-40B4-BE49-F238E27FC236}">
                <a16:creationId xmlns:a16="http://schemas.microsoft.com/office/drawing/2014/main" id="{97BA9C92-EF60-DCDC-16DB-D9BAD21CF043}"/>
              </a:ext>
            </a:extLst>
          </p:cNvPr>
          <p:cNvSpPr/>
          <p:nvPr/>
        </p:nvSpPr>
        <p:spPr>
          <a:xfrm>
            <a:off x="16397480" y="6269996"/>
            <a:ext cx="781466" cy="772675"/>
          </a:xfrm>
          <a:custGeom>
            <a:avLst/>
            <a:gdLst/>
            <a:ahLst/>
            <a:cxnLst/>
            <a:rect l="l" t="t" r="r" b="b"/>
            <a:pathLst>
              <a:path w="781466" h="772675">
                <a:moveTo>
                  <a:pt x="0" y="0"/>
                </a:moveTo>
                <a:lnTo>
                  <a:pt x="781466" y="0"/>
                </a:lnTo>
                <a:lnTo>
                  <a:pt x="781466" y="772674"/>
                </a:lnTo>
                <a:lnTo>
                  <a:pt x="0" y="77267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51" name="Freeform 51">
            <a:extLst>
              <a:ext uri="{FF2B5EF4-FFF2-40B4-BE49-F238E27FC236}">
                <a16:creationId xmlns:a16="http://schemas.microsoft.com/office/drawing/2014/main" id="{F4BA3617-57BE-7E3C-1D7A-553C818C89D1}"/>
              </a:ext>
            </a:extLst>
          </p:cNvPr>
          <p:cNvSpPr/>
          <p:nvPr/>
        </p:nvSpPr>
        <p:spPr>
          <a:xfrm>
            <a:off x="16403613" y="1533127"/>
            <a:ext cx="855687" cy="782953"/>
          </a:xfrm>
          <a:custGeom>
            <a:avLst/>
            <a:gdLst/>
            <a:ahLst/>
            <a:cxnLst/>
            <a:rect l="l" t="t" r="r" b="b"/>
            <a:pathLst>
              <a:path w="855687" h="782953">
                <a:moveTo>
                  <a:pt x="0" y="0"/>
                </a:moveTo>
                <a:lnTo>
                  <a:pt x="855687" y="0"/>
                </a:lnTo>
                <a:lnTo>
                  <a:pt x="855687" y="782953"/>
                </a:lnTo>
                <a:lnTo>
                  <a:pt x="0" y="78295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VN"/>
          </a:p>
        </p:txBody>
      </p:sp>
      <p:sp>
        <p:nvSpPr>
          <p:cNvPr id="52" name="Freeform 52">
            <a:extLst>
              <a:ext uri="{FF2B5EF4-FFF2-40B4-BE49-F238E27FC236}">
                <a16:creationId xmlns:a16="http://schemas.microsoft.com/office/drawing/2014/main" id="{E9A0C8D5-2C1B-F354-2F61-C7DE6AD8C8F4}"/>
              </a:ext>
            </a:extLst>
          </p:cNvPr>
          <p:cNvSpPr/>
          <p:nvPr/>
        </p:nvSpPr>
        <p:spPr>
          <a:xfrm>
            <a:off x="16241213" y="4004341"/>
            <a:ext cx="937733" cy="672823"/>
          </a:xfrm>
          <a:custGeom>
            <a:avLst/>
            <a:gdLst/>
            <a:ahLst/>
            <a:cxnLst/>
            <a:rect l="l" t="t" r="r" b="b"/>
            <a:pathLst>
              <a:path w="937733" h="672823">
                <a:moveTo>
                  <a:pt x="0" y="0"/>
                </a:moveTo>
                <a:lnTo>
                  <a:pt x="937733" y="0"/>
                </a:lnTo>
                <a:lnTo>
                  <a:pt x="937733" y="672823"/>
                </a:lnTo>
                <a:lnTo>
                  <a:pt x="0" y="672823"/>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VN"/>
          </a:p>
        </p:txBody>
      </p:sp>
      <p:sp>
        <p:nvSpPr>
          <p:cNvPr id="62" name="TextBox 61">
            <a:extLst>
              <a:ext uri="{FF2B5EF4-FFF2-40B4-BE49-F238E27FC236}">
                <a16:creationId xmlns:a16="http://schemas.microsoft.com/office/drawing/2014/main" id="{9AAACB02-5C02-361A-04FA-4BF1B978446F}"/>
              </a:ext>
            </a:extLst>
          </p:cNvPr>
          <p:cNvSpPr txBox="1"/>
          <p:nvPr/>
        </p:nvSpPr>
        <p:spPr>
          <a:xfrm>
            <a:off x="1552903" y="310767"/>
            <a:ext cx="14182334" cy="9665466"/>
          </a:xfrm>
          <a:prstGeom prst="rect">
            <a:avLst/>
          </a:prstGeom>
          <a:noFill/>
        </p:spPr>
        <p:txBody>
          <a:bodyPr wrap="square">
            <a:spAutoFit/>
          </a:bodyPr>
          <a:lstStyle/>
          <a:p>
            <a:pPr algn="ctr">
              <a:lnSpc>
                <a:spcPct val="150000"/>
              </a:lnSpc>
              <a:spcBef>
                <a:spcPts val="600"/>
              </a:spcBef>
              <a:spcAft>
                <a:spcPts val="600"/>
              </a:spcAft>
              <a:buNone/>
            </a:pPr>
            <a:r>
              <a:rPr lang="vi-VN" sz="5000" b="1">
                <a:solidFill>
                  <a:schemeClr val="accent2"/>
                </a:solidFill>
                <a:latin typeface="American Typewriter" panose="02090604020004020304" pitchFamily="18" charset="77"/>
              </a:rPr>
              <a:t>CÁC CÁCH THÀNH LẬP CỤM DANH TỪ</a:t>
            </a:r>
          </a:p>
          <a:p>
            <a:pPr algn="ctr">
              <a:lnSpc>
                <a:spcPct val="150000"/>
              </a:lnSpc>
              <a:spcBef>
                <a:spcPts val="600"/>
              </a:spcBef>
              <a:spcAft>
                <a:spcPts val="600"/>
              </a:spcAft>
            </a:pPr>
            <a:r>
              <a:rPr lang="vi-VN" sz="5000" b="1">
                <a:solidFill>
                  <a:srgbClr val="00B050"/>
                </a:solidFill>
                <a:latin typeface="American Typewriter" panose="02090604020004020304" pitchFamily="18" charset="77"/>
              </a:rPr>
              <a:t>LƯỢNG TỪ + DANH TỪ</a:t>
            </a:r>
          </a:p>
          <a:p>
            <a:pPr algn="just">
              <a:lnSpc>
                <a:spcPct val="150000"/>
              </a:lnSpc>
              <a:spcBef>
                <a:spcPts val="600"/>
              </a:spcBef>
              <a:spcAft>
                <a:spcPts val="600"/>
              </a:spcAft>
            </a:pPr>
            <a:r>
              <a:rPr lang="vi-VN" sz="5000">
                <a:latin typeface="American Typewriter" panose="02090604020004020304" pitchFamily="18" charset="77"/>
              </a:rPr>
              <a:t>→ Lượng từ (</a:t>
            </a:r>
            <a:r>
              <a:rPr lang="vi-VN" sz="5000" b="1">
                <a:latin typeface="American Typewriter" panose="02090604020004020304" pitchFamily="18" charset="77"/>
              </a:rPr>
              <a:t>some, a lot of, many, much, …</a:t>
            </a:r>
            <a:r>
              <a:rPr lang="vi-VN" sz="5000">
                <a:latin typeface="American Typewriter" panose="02090604020004020304" pitchFamily="18" charset="77"/>
              </a:rPr>
              <a:t>) cho biết số lượng của danh từ.</a:t>
            </a:r>
          </a:p>
          <a:p>
            <a:pPr algn="just">
              <a:lnSpc>
                <a:spcPct val="150000"/>
              </a:lnSpc>
              <a:spcBef>
                <a:spcPts val="600"/>
              </a:spcBef>
              <a:spcAft>
                <a:spcPts val="600"/>
              </a:spcAft>
            </a:pPr>
            <a:r>
              <a:rPr lang="vi-VN" sz="5000">
                <a:latin typeface="American Typewriter" panose="02090604020004020304" pitchFamily="18" charset="77"/>
              </a:rPr>
              <a:t>→</a:t>
            </a:r>
            <a:r>
              <a:rPr lang="vi-VN" sz="3600">
                <a:latin typeface="American Typewriter" panose="02090604020004020304" pitchFamily="18" charset="77"/>
              </a:rPr>
              <a:t> </a:t>
            </a:r>
            <a:r>
              <a:rPr lang="en-US" sz="5000">
                <a:latin typeface="American Typewriter" panose="02090604020004020304" pitchFamily="18" charset="77"/>
                <a:ea typeface="Calibri" panose="020F0502020204030204" pitchFamily="34" charset="0"/>
                <a:cs typeface="Times New Roman" panose="02020603050405020304" pitchFamily="18" charset="0"/>
              </a:rPr>
              <a:t>We don’t have </a:t>
            </a:r>
            <a:r>
              <a:rPr lang="en-US" sz="5000" b="1">
                <a:latin typeface="American Typewriter" panose="02090604020004020304" pitchFamily="18" charset="77"/>
                <a:ea typeface="Calibri" panose="020F0502020204030204" pitchFamily="34" charset="0"/>
                <a:cs typeface="Times New Roman" panose="02020603050405020304" pitchFamily="18" charset="0"/>
              </a:rPr>
              <a:t>much homework </a:t>
            </a:r>
            <a:r>
              <a:rPr lang="en-US" sz="5000">
                <a:latin typeface="American Typewriter" panose="02090604020004020304" pitchFamily="18" charset="77"/>
                <a:ea typeface="Calibri" panose="020F0502020204030204" pitchFamily="34" charset="0"/>
                <a:cs typeface="Times New Roman" panose="02020603050405020304" pitchFamily="18" charset="0"/>
              </a:rPr>
              <a:t>this week, so I will use the time to revise grammar. However, next week, our teacher plans to give us </a:t>
            </a:r>
            <a:r>
              <a:rPr lang="en-US" sz="5000" b="1">
                <a:latin typeface="American Typewriter" panose="02090604020004020304" pitchFamily="18" charset="77"/>
                <a:ea typeface="Calibri" panose="020F0502020204030204" pitchFamily="34" charset="0"/>
                <a:cs typeface="Times New Roman" panose="02020603050405020304" pitchFamily="18" charset="0"/>
              </a:rPr>
              <a:t>many reading tasks</a:t>
            </a:r>
            <a:r>
              <a:rPr lang="en-US" sz="5000">
                <a:latin typeface="American Typewriter" panose="02090604020004020304" pitchFamily="18" charset="77"/>
                <a:ea typeface="Calibri" panose="020F0502020204030204" pitchFamily="34" charset="0"/>
                <a:cs typeface="Times New Roman" panose="02020603050405020304" pitchFamily="18" charset="0"/>
              </a:rPr>
              <a:t>.</a:t>
            </a:r>
          </a:p>
        </p:txBody>
      </p:sp>
      <p:sp>
        <p:nvSpPr>
          <p:cNvPr id="3" name="Rounded Rectangle 2">
            <a:extLst>
              <a:ext uri="{FF2B5EF4-FFF2-40B4-BE49-F238E27FC236}">
                <a16:creationId xmlns:a16="http://schemas.microsoft.com/office/drawing/2014/main" id="{45837183-2B2F-D896-92ED-EFB9251ED177}"/>
              </a:ext>
            </a:extLst>
          </p:cNvPr>
          <p:cNvSpPr/>
          <p:nvPr/>
        </p:nvSpPr>
        <p:spPr>
          <a:xfrm>
            <a:off x="4495800" y="1562100"/>
            <a:ext cx="8229600" cy="1400573"/>
          </a:xfrm>
          <a:prstGeom prst="roundRect">
            <a:avLst/>
          </a:prstGeom>
          <a:noFill/>
          <a:ln w="57150">
            <a:solidFill>
              <a:schemeClr val="accent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1545227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2">
                                            <p:txEl>
                                              <p:pRg st="0" end="0"/>
                                            </p:txEl>
                                          </p:spTgt>
                                        </p:tgtEl>
                                        <p:attrNameLst>
                                          <p:attrName>style.visibility</p:attrName>
                                        </p:attrNameLst>
                                      </p:cBhvr>
                                      <p:to>
                                        <p:strVal val="visible"/>
                                      </p:to>
                                    </p:set>
                                    <p:anim calcmode="lin" valueType="num">
                                      <p:cBhvr additive="base">
                                        <p:cTn id="7" dur="500" fill="hold"/>
                                        <p:tgtEl>
                                          <p:spTgt spid="6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2">
                                            <p:txEl>
                                              <p:pRg st="1" end="1"/>
                                            </p:txEl>
                                          </p:spTgt>
                                        </p:tgtEl>
                                        <p:attrNameLst>
                                          <p:attrName>style.visibility</p:attrName>
                                        </p:attrNameLst>
                                      </p:cBhvr>
                                      <p:to>
                                        <p:strVal val="visible"/>
                                      </p:to>
                                    </p:set>
                                    <p:anim calcmode="lin" valueType="num">
                                      <p:cBhvr additive="base">
                                        <p:cTn id="19" dur="500" fill="hold"/>
                                        <p:tgtEl>
                                          <p:spTgt spid="62">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2">
                                            <p:txEl>
                                              <p:pRg st="2" end="2"/>
                                            </p:txEl>
                                          </p:spTgt>
                                        </p:tgtEl>
                                        <p:attrNameLst>
                                          <p:attrName>style.visibility</p:attrName>
                                        </p:attrNameLst>
                                      </p:cBhvr>
                                      <p:to>
                                        <p:strVal val="visible"/>
                                      </p:to>
                                    </p:set>
                                    <p:anim calcmode="lin" valueType="num">
                                      <p:cBhvr additive="base">
                                        <p:cTn id="25" dur="500" fill="hold"/>
                                        <p:tgtEl>
                                          <p:spTgt spid="62">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2">
                                            <p:txEl>
                                              <p:pRg st="3" end="3"/>
                                            </p:txEl>
                                          </p:spTgt>
                                        </p:tgtEl>
                                        <p:attrNameLst>
                                          <p:attrName>style.visibility</p:attrName>
                                        </p:attrNameLst>
                                      </p:cBhvr>
                                      <p:to>
                                        <p:strVal val="visible"/>
                                      </p:to>
                                    </p:set>
                                    <p:anim calcmode="lin" valueType="num">
                                      <p:cBhvr additive="base">
                                        <p:cTn id="31" dur="500" fill="hold"/>
                                        <p:tgtEl>
                                          <p:spTgt spid="62">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F008C-8C4C-3C64-BE77-9A3F40A8D43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3AAC1C1-0254-C373-D0B1-8ADDEE96D97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1527" r="-2747" b="-10285"/>
            </a:stretch>
          </a:blipFill>
        </p:spPr>
        <p:txBody>
          <a:bodyPr/>
          <a:lstStyle/>
          <a:p>
            <a:endParaRPr lang="en-VN"/>
          </a:p>
        </p:txBody>
      </p:sp>
      <p:grpSp>
        <p:nvGrpSpPr>
          <p:cNvPr id="6" name="Group 6">
            <a:extLst>
              <a:ext uri="{FF2B5EF4-FFF2-40B4-BE49-F238E27FC236}">
                <a16:creationId xmlns:a16="http://schemas.microsoft.com/office/drawing/2014/main" id="{A3B1AA98-222A-C19F-C495-34FB8A4EF916}"/>
              </a:ext>
            </a:extLst>
          </p:cNvPr>
          <p:cNvGrpSpPr/>
          <p:nvPr/>
        </p:nvGrpSpPr>
        <p:grpSpPr>
          <a:xfrm>
            <a:off x="-1403650" y="-514350"/>
            <a:ext cx="2616801" cy="11504153"/>
            <a:chOff x="0" y="0"/>
            <a:chExt cx="689199" cy="3029900"/>
          </a:xfrm>
        </p:grpSpPr>
        <p:sp>
          <p:nvSpPr>
            <p:cNvPr id="7" name="Freeform 7">
              <a:extLst>
                <a:ext uri="{FF2B5EF4-FFF2-40B4-BE49-F238E27FC236}">
                  <a16:creationId xmlns:a16="http://schemas.microsoft.com/office/drawing/2014/main" id="{B68EBA0C-029E-49CD-3D80-0409D0270F8D}"/>
                </a:ext>
              </a:extLst>
            </p:cNvPr>
            <p:cNvSpPr/>
            <p:nvPr/>
          </p:nvSpPr>
          <p:spPr>
            <a:xfrm>
              <a:off x="0" y="0"/>
              <a:ext cx="689199" cy="3029900"/>
            </a:xfrm>
            <a:custGeom>
              <a:avLst/>
              <a:gdLst/>
              <a:ahLst/>
              <a:cxnLst/>
              <a:rect l="l" t="t" r="r" b="b"/>
              <a:pathLst>
                <a:path w="689199" h="3029900">
                  <a:moveTo>
                    <a:pt x="0" y="0"/>
                  </a:moveTo>
                  <a:lnTo>
                    <a:pt x="689199" y="0"/>
                  </a:lnTo>
                  <a:lnTo>
                    <a:pt x="689199" y="3029900"/>
                  </a:lnTo>
                  <a:lnTo>
                    <a:pt x="0" y="3029900"/>
                  </a:lnTo>
                  <a:close/>
                </a:path>
              </a:pathLst>
            </a:custGeom>
            <a:solidFill>
              <a:srgbClr val="D4DFE8"/>
            </a:solidFill>
            <a:ln w="19050" cap="sq">
              <a:solidFill>
                <a:srgbClr val="ACC8DC"/>
              </a:solidFill>
              <a:prstDash val="solid"/>
              <a:miter/>
            </a:ln>
          </p:spPr>
          <p:txBody>
            <a:bodyPr/>
            <a:lstStyle/>
            <a:p>
              <a:endParaRPr lang="en-VN"/>
            </a:p>
          </p:txBody>
        </p:sp>
        <p:sp>
          <p:nvSpPr>
            <p:cNvPr id="8" name="TextBox 8">
              <a:extLst>
                <a:ext uri="{FF2B5EF4-FFF2-40B4-BE49-F238E27FC236}">
                  <a16:creationId xmlns:a16="http://schemas.microsoft.com/office/drawing/2014/main" id="{815BF3F8-53C2-91A2-90FA-05CC058041B8}"/>
                </a:ext>
              </a:extLst>
            </p:cNvPr>
            <p:cNvSpPr txBox="1"/>
            <p:nvPr/>
          </p:nvSpPr>
          <p:spPr>
            <a:xfrm>
              <a:off x="0" y="-76200"/>
              <a:ext cx="689199" cy="3106100"/>
            </a:xfrm>
            <a:prstGeom prst="rect">
              <a:avLst/>
            </a:prstGeom>
          </p:spPr>
          <p:txBody>
            <a:bodyPr lIns="50800" tIns="50800" rIns="50800" bIns="50800" rtlCol="0" anchor="ctr"/>
            <a:lstStyle/>
            <a:p>
              <a:pPr algn="ctr">
                <a:lnSpc>
                  <a:spcPts val="2659"/>
                </a:lnSpc>
              </a:pPr>
              <a:endParaRPr/>
            </a:p>
          </p:txBody>
        </p:sp>
      </p:grpSp>
      <p:grpSp>
        <p:nvGrpSpPr>
          <p:cNvPr id="9" name="Group 9">
            <a:extLst>
              <a:ext uri="{FF2B5EF4-FFF2-40B4-BE49-F238E27FC236}">
                <a16:creationId xmlns:a16="http://schemas.microsoft.com/office/drawing/2014/main" id="{C66609EA-6113-AEF0-AC40-D4AE9B676A21}"/>
              </a:ext>
            </a:extLst>
          </p:cNvPr>
          <p:cNvGrpSpPr/>
          <p:nvPr/>
        </p:nvGrpSpPr>
        <p:grpSpPr>
          <a:xfrm>
            <a:off x="16056316" y="-514350"/>
            <a:ext cx="3048146" cy="11504153"/>
            <a:chOff x="0" y="0"/>
            <a:chExt cx="802804" cy="3029900"/>
          </a:xfrm>
        </p:grpSpPr>
        <p:sp>
          <p:nvSpPr>
            <p:cNvPr id="10" name="Freeform 10">
              <a:extLst>
                <a:ext uri="{FF2B5EF4-FFF2-40B4-BE49-F238E27FC236}">
                  <a16:creationId xmlns:a16="http://schemas.microsoft.com/office/drawing/2014/main" id="{64328B5A-47C4-0BF3-67C8-6218DE0DB75D}"/>
                </a:ext>
              </a:extLst>
            </p:cNvPr>
            <p:cNvSpPr/>
            <p:nvPr/>
          </p:nvSpPr>
          <p:spPr>
            <a:xfrm>
              <a:off x="0" y="0"/>
              <a:ext cx="802804" cy="3029900"/>
            </a:xfrm>
            <a:custGeom>
              <a:avLst/>
              <a:gdLst/>
              <a:ahLst/>
              <a:cxnLst/>
              <a:rect l="l" t="t" r="r" b="b"/>
              <a:pathLst>
                <a:path w="802804" h="3029900">
                  <a:moveTo>
                    <a:pt x="0" y="0"/>
                  </a:moveTo>
                  <a:lnTo>
                    <a:pt x="802804" y="0"/>
                  </a:lnTo>
                  <a:lnTo>
                    <a:pt x="802804" y="3029900"/>
                  </a:lnTo>
                  <a:lnTo>
                    <a:pt x="0" y="3029900"/>
                  </a:lnTo>
                  <a:close/>
                </a:path>
              </a:pathLst>
            </a:custGeom>
            <a:solidFill>
              <a:srgbClr val="F5F5F5"/>
            </a:solidFill>
            <a:ln cap="sq">
              <a:noFill/>
              <a:prstDash val="solid"/>
              <a:miter/>
            </a:ln>
          </p:spPr>
          <p:txBody>
            <a:bodyPr/>
            <a:lstStyle/>
            <a:p>
              <a:endParaRPr lang="en-VN"/>
            </a:p>
          </p:txBody>
        </p:sp>
        <p:sp>
          <p:nvSpPr>
            <p:cNvPr id="11" name="TextBox 11">
              <a:extLst>
                <a:ext uri="{FF2B5EF4-FFF2-40B4-BE49-F238E27FC236}">
                  <a16:creationId xmlns:a16="http://schemas.microsoft.com/office/drawing/2014/main" id="{98253E82-77C6-0562-72B0-7B396EB31CB4}"/>
                </a:ext>
              </a:extLst>
            </p:cNvPr>
            <p:cNvSpPr txBox="1"/>
            <p:nvPr/>
          </p:nvSpPr>
          <p:spPr>
            <a:xfrm>
              <a:off x="0" y="-76200"/>
              <a:ext cx="802804" cy="3106100"/>
            </a:xfrm>
            <a:prstGeom prst="rect">
              <a:avLst/>
            </a:prstGeom>
          </p:spPr>
          <p:txBody>
            <a:bodyPr lIns="50800" tIns="50800" rIns="50800" bIns="50800" rtlCol="0" anchor="ctr"/>
            <a:lstStyle/>
            <a:p>
              <a:pPr algn="ctr">
                <a:lnSpc>
                  <a:spcPts val="2659"/>
                </a:lnSpc>
              </a:pPr>
              <a:endParaRPr/>
            </a:p>
          </p:txBody>
        </p:sp>
      </p:grpSp>
      <p:grpSp>
        <p:nvGrpSpPr>
          <p:cNvPr id="12" name="Group 12">
            <a:extLst>
              <a:ext uri="{FF2B5EF4-FFF2-40B4-BE49-F238E27FC236}">
                <a16:creationId xmlns:a16="http://schemas.microsoft.com/office/drawing/2014/main" id="{B064FB1A-D068-843B-3CBB-A56E349DBEE0}"/>
              </a:ext>
            </a:extLst>
          </p:cNvPr>
          <p:cNvGrpSpPr/>
          <p:nvPr/>
        </p:nvGrpSpPr>
        <p:grpSpPr>
          <a:xfrm>
            <a:off x="371920" y="4354028"/>
            <a:ext cx="384544" cy="384544"/>
            <a:chOff x="0" y="0"/>
            <a:chExt cx="812800" cy="812800"/>
          </a:xfrm>
        </p:grpSpPr>
        <p:sp>
          <p:nvSpPr>
            <p:cNvPr id="13" name="Freeform 13">
              <a:extLst>
                <a:ext uri="{FF2B5EF4-FFF2-40B4-BE49-F238E27FC236}">
                  <a16:creationId xmlns:a16="http://schemas.microsoft.com/office/drawing/2014/main" id="{036914E7-6CFB-FD1A-2AC2-5D820E8417A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14" name="TextBox 14">
              <a:extLst>
                <a:ext uri="{FF2B5EF4-FFF2-40B4-BE49-F238E27FC236}">
                  <a16:creationId xmlns:a16="http://schemas.microsoft.com/office/drawing/2014/main" id="{4F44812A-327C-2C49-C741-EFA1B93B7001}"/>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15" name="Group 15">
            <a:extLst>
              <a:ext uri="{FF2B5EF4-FFF2-40B4-BE49-F238E27FC236}">
                <a16:creationId xmlns:a16="http://schemas.microsoft.com/office/drawing/2014/main" id="{3649C38E-7927-51B4-B540-1765E61954A1}"/>
              </a:ext>
            </a:extLst>
          </p:cNvPr>
          <p:cNvGrpSpPr/>
          <p:nvPr/>
        </p:nvGrpSpPr>
        <p:grpSpPr>
          <a:xfrm>
            <a:off x="371920" y="6738452"/>
            <a:ext cx="384544" cy="384544"/>
            <a:chOff x="0" y="0"/>
            <a:chExt cx="812800" cy="812800"/>
          </a:xfrm>
        </p:grpSpPr>
        <p:sp>
          <p:nvSpPr>
            <p:cNvPr id="16" name="Freeform 16">
              <a:extLst>
                <a:ext uri="{FF2B5EF4-FFF2-40B4-BE49-F238E27FC236}">
                  <a16:creationId xmlns:a16="http://schemas.microsoft.com/office/drawing/2014/main" id="{748F4397-13B7-C688-CF8A-8CA413F8800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17" name="TextBox 17">
              <a:extLst>
                <a:ext uri="{FF2B5EF4-FFF2-40B4-BE49-F238E27FC236}">
                  <a16:creationId xmlns:a16="http://schemas.microsoft.com/office/drawing/2014/main" id="{17EEF658-6E5F-9464-3D68-3A17DB0BE526}"/>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18" name="Group 18">
            <a:extLst>
              <a:ext uri="{FF2B5EF4-FFF2-40B4-BE49-F238E27FC236}">
                <a16:creationId xmlns:a16="http://schemas.microsoft.com/office/drawing/2014/main" id="{D40CA3E9-72BB-C2C2-EB42-58D28BE20605}"/>
              </a:ext>
            </a:extLst>
          </p:cNvPr>
          <p:cNvGrpSpPr/>
          <p:nvPr/>
        </p:nvGrpSpPr>
        <p:grpSpPr>
          <a:xfrm>
            <a:off x="371920" y="779579"/>
            <a:ext cx="384544" cy="384544"/>
            <a:chOff x="0" y="0"/>
            <a:chExt cx="812800" cy="812800"/>
          </a:xfrm>
        </p:grpSpPr>
        <p:sp>
          <p:nvSpPr>
            <p:cNvPr id="19" name="Freeform 19">
              <a:extLst>
                <a:ext uri="{FF2B5EF4-FFF2-40B4-BE49-F238E27FC236}">
                  <a16:creationId xmlns:a16="http://schemas.microsoft.com/office/drawing/2014/main" id="{88037A42-5810-8285-913E-BAB76AADC97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20" name="TextBox 20">
              <a:extLst>
                <a:ext uri="{FF2B5EF4-FFF2-40B4-BE49-F238E27FC236}">
                  <a16:creationId xmlns:a16="http://schemas.microsoft.com/office/drawing/2014/main" id="{23550F3B-619F-5528-9B0E-A31448DC67EB}"/>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21" name="Group 21">
            <a:extLst>
              <a:ext uri="{FF2B5EF4-FFF2-40B4-BE49-F238E27FC236}">
                <a16:creationId xmlns:a16="http://schemas.microsoft.com/office/drawing/2014/main" id="{8ADA623E-9499-3DAB-745B-C28B0613B5DB}"/>
              </a:ext>
            </a:extLst>
          </p:cNvPr>
          <p:cNvGrpSpPr/>
          <p:nvPr/>
        </p:nvGrpSpPr>
        <p:grpSpPr>
          <a:xfrm>
            <a:off x="371920" y="5544283"/>
            <a:ext cx="384544" cy="384544"/>
            <a:chOff x="0" y="0"/>
            <a:chExt cx="812800" cy="812800"/>
          </a:xfrm>
        </p:grpSpPr>
        <p:sp>
          <p:nvSpPr>
            <p:cNvPr id="22" name="Freeform 22">
              <a:extLst>
                <a:ext uri="{FF2B5EF4-FFF2-40B4-BE49-F238E27FC236}">
                  <a16:creationId xmlns:a16="http://schemas.microsoft.com/office/drawing/2014/main" id="{EED9DB1D-D389-8B8A-E347-D9FC959348C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23" name="TextBox 23">
              <a:extLst>
                <a:ext uri="{FF2B5EF4-FFF2-40B4-BE49-F238E27FC236}">
                  <a16:creationId xmlns:a16="http://schemas.microsoft.com/office/drawing/2014/main" id="{89CD571C-0E13-FD7B-72EE-55C1D448E52E}"/>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24" name="Group 24">
            <a:extLst>
              <a:ext uri="{FF2B5EF4-FFF2-40B4-BE49-F238E27FC236}">
                <a16:creationId xmlns:a16="http://schemas.microsoft.com/office/drawing/2014/main" id="{3D0AB39C-CD60-F2D2-F9AA-D12F7B4D5D6A}"/>
              </a:ext>
            </a:extLst>
          </p:cNvPr>
          <p:cNvGrpSpPr/>
          <p:nvPr/>
        </p:nvGrpSpPr>
        <p:grpSpPr>
          <a:xfrm>
            <a:off x="371920" y="7928708"/>
            <a:ext cx="384544" cy="384544"/>
            <a:chOff x="0" y="0"/>
            <a:chExt cx="812800" cy="812800"/>
          </a:xfrm>
        </p:grpSpPr>
        <p:sp>
          <p:nvSpPr>
            <p:cNvPr id="25" name="Freeform 25">
              <a:extLst>
                <a:ext uri="{FF2B5EF4-FFF2-40B4-BE49-F238E27FC236}">
                  <a16:creationId xmlns:a16="http://schemas.microsoft.com/office/drawing/2014/main" id="{98F17180-1E99-4571-3F95-A534E961BCA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26" name="TextBox 26">
              <a:extLst>
                <a:ext uri="{FF2B5EF4-FFF2-40B4-BE49-F238E27FC236}">
                  <a16:creationId xmlns:a16="http://schemas.microsoft.com/office/drawing/2014/main" id="{9B7932FD-C33D-77C5-C10E-500493D233D9}"/>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27" name="Group 27">
            <a:extLst>
              <a:ext uri="{FF2B5EF4-FFF2-40B4-BE49-F238E27FC236}">
                <a16:creationId xmlns:a16="http://schemas.microsoft.com/office/drawing/2014/main" id="{7E6E5ED2-A934-44FC-AF27-ACD9410237CC}"/>
              </a:ext>
            </a:extLst>
          </p:cNvPr>
          <p:cNvGrpSpPr/>
          <p:nvPr/>
        </p:nvGrpSpPr>
        <p:grpSpPr>
          <a:xfrm>
            <a:off x="371920" y="9122877"/>
            <a:ext cx="384544" cy="384544"/>
            <a:chOff x="0" y="0"/>
            <a:chExt cx="812800" cy="812800"/>
          </a:xfrm>
        </p:grpSpPr>
        <p:sp>
          <p:nvSpPr>
            <p:cNvPr id="28" name="Freeform 28">
              <a:extLst>
                <a:ext uri="{FF2B5EF4-FFF2-40B4-BE49-F238E27FC236}">
                  <a16:creationId xmlns:a16="http://schemas.microsoft.com/office/drawing/2014/main" id="{E84E744A-8E6D-52A2-E3F0-2EF13FEF0F7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29" name="TextBox 29">
              <a:extLst>
                <a:ext uri="{FF2B5EF4-FFF2-40B4-BE49-F238E27FC236}">
                  <a16:creationId xmlns:a16="http://schemas.microsoft.com/office/drawing/2014/main" id="{978CFADC-603C-295D-4CB1-08B906D31F1E}"/>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30" name="Group 30">
            <a:extLst>
              <a:ext uri="{FF2B5EF4-FFF2-40B4-BE49-F238E27FC236}">
                <a16:creationId xmlns:a16="http://schemas.microsoft.com/office/drawing/2014/main" id="{9DFFAAD4-D109-CB5C-429B-BF5BE483EB9E}"/>
              </a:ext>
            </a:extLst>
          </p:cNvPr>
          <p:cNvGrpSpPr/>
          <p:nvPr/>
        </p:nvGrpSpPr>
        <p:grpSpPr>
          <a:xfrm>
            <a:off x="371920" y="1971462"/>
            <a:ext cx="384544" cy="384544"/>
            <a:chOff x="0" y="0"/>
            <a:chExt cx="812800" cy="812800"/>
          </a:xfrm>
        </p:grpSpPr>
        <p:sp>
          <p:nvSpPr>
            <p:cNvPr id="31" name="Freeform 31">
              <a:extLst>
                <a:ext uri="{FF2B5EF4-FFF2-40B4-BE49-F238E27FC236}">
                  <a16:creationId xmlns:a16="http://schemas.microsoft.com/office/drawing/2014/main" id="{420109CD-5D8B-2950-BD9F-904FDE18869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32" name="TextBox 32">
              <a:extLst>
                <a:ext uri="{FF2B5EF4-FFF2-40B4-BE49-F238E27FC236}">
                  <a16:creationId xmlns:a16="http://schemas.microsoft.com/office/drawing/2014/main" id="{407DD108-9344-BEDD-9E8C-0D41B1254969}"/>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33" name="Group 33">
            <a:extLst>
              <a:ext uri="{FF2B5EF4-FFF2-40B4-BE49-F238E27FC236}">
                <a16:creationId xmlns:a16="http://schemas.microsoft.com/office/drawing/2014/main" id="{1EB5400A-D816-CFBB-A7A5-C7ED28E7049A}"/>
              </a:ext>
            </a:extLst>
          </p:cNvPr>
          <p:cNvGrpSpPr/>
          <p:nvPr/>
        </p:nvGrpSpPr>
        <p:grpSpPr>
          <a:xfrm>
            <a:off x="371920" y="3163345"/>
            <a:ext cx="384544" cy="384544"/>
            <a:chOff x="0" y="0"/>
            <a:chExt cx="812800" cy="812800"/>
          </a:xfrm>
        </p:grpSpPr>
        <p:sp>
          <p:nvSpPr>
            <p:cNvPr id="34" name="Freeform 34">
              <a:extLst>
                <a:ext uri="{FF2B5EF4-FFF2-40B4-BE49-F238E27FC236}">
                  <a16:creationId xmlns:a16="http://schemas.microsoft.com/office/drawing/2014/main" id="{239321DE-519A-1334-9D10-A5547EF966E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35" name="TextBox 35">
              <a:extLst>
                <a:ext uri="{FF2B5EF4-FFF2-40B4-BE49-F238E27FC236}">
                  <a16:creationId xmlns:a16="http://schemas.microsoft.com/office/drawing/2014/main" id="{DFBB22D7-18A1-C000-C921-BE7778F89288}"/>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36" name="Group 36">
            <a:extLst>
              <a:ext uri="{FF2B5EF4-FFF2-40B4-BE49-F238E27FC236}">
                <a16:creationId xmlns:a16="http://schemas.microsoft.com/office/drawing/2014/main" id="{3CEAA7BC-61B8-AFC3-1079-305911091FAB}"/>
              </a:ext>
            </a:extLst>
          </p:cNvPr>
          <p:cNvGrpSpPr/>
          <p:nvPr/>
        </p:nvGrpSpPr>
        <p:grpSpPr>
          <a:xfrm rot="5400000">
            <a:off x="16368316" y="1063521"/>
            <a:ext cx="1191883" cy="1815883"/>
            <a:chOff x="0" y="0"/>
            <a:chExt cx="660400" cy="1006147"/>
          </a:xfrm>
        </p:grpSpPr>
        <p:sp>
          <p:nvSpPr>
            <p:cNvPr id="37" name="Freeform 37">
              <a:extLst>
                <a:ext uri="{FF2B5EF4-FFF2-40B4-BE49-F238E27FC236}">
                  <a16:creationId xmlns:a16="http://schemas.microsoft.com/office/drawing/2014/main" id="{EA2758B6-D60E-65EA-2F2C-B894B3949448}"/>
                </a:ext>
              </a:extLst>
            </p:cNvPr>
            <p:cNvSpPr/>
            <p:nvPr/>
          </p:nvSpPr>
          <p:spPr>
            <a:xfrm>
              <a:off x="0" y="0"/>
              <a:ext cx="660400" cy="1006147"/>
            </a:xfrm>
            <a:custGeom>
              <a:avLst/>
              <a:gdLst/>
              <a:ahLst/>
              <a:cxnLst/>
              <a:rect l="l" t="t" r="r" b="b"/>
              <a:pathLst>
                <a:path w="660400" h="1006147">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32797"/>
                  </a:cubicBezTo>
                  <a:lnTo>
                    <a:pt x="660400" y="1006147"/>
                  </a:lnTo>
                  <a:lnTo>
                    <a:pt x="0" y="1006147"/>
                  </a:lnTo>
                  <a:lnTo>
                    <a:pt x="0" y="333296"/>
                  </a:lnTo>
                  <a:cubicBezTo>
                    <a:pt x="1782" y="185660"/>
                    <a:pt x="93019" y="64045"/>
                    <a:pt x="220252" y="19070"/>
                  </a:cubicBezTo>
                  <a:close/>
                </a:path>
              </a:pathLst>
            </a:custGeom>
            <a:solidFill>
              <a:srgbClr val="F0AECA"/>
            </a:solidFill>
          </p:spPr>
          <p:txBody>
            <a:bodyPr/>
            <a:lstStyle/>
            <a:p>
              <a:endParaRPr lang="en-VN"/>
            </a:p>
          </p:txBody>
        </p:sp>
        <p:sp>
          <p:nvSpPr>
            <p:cNvPr id="38" name="TextBox 38">
              <a:extLst>
                <a:ext uri="{FF2B5EF4-FFF2-40B4-BE49-F238E27FC236}">
                  <a16:creationId xmlns:a16="http://schemas.microsoft.com/office/drawing/2014/main" id="{0ED6FCCC-B474-7B50-F941-58F23DC979E9}"/>
                </a:ext>
              </a:extLst>
            </p:cNvPr>
            <p:cNvSpPr txBox="1"/>
            <p:nvPr/>
          </p:nvSpPr>
          <p:spPr>
            <a:xfrm>
              <a:off x="0" y="50800"/>
              <a:ext cx="660400" cy="955347"/>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C40D3525-BFA4-41CD-5121-7DEFB1B87FAC}"/>
              </a:ext>
            </a:extLst>
          </p:cNvPr>
          <p:cNvGrpSpPr/>
          <p:nvPr/>
        </p:nvGrpSpPr>
        <p:grpSpPr>
          <a:xfrm rot="5400000">
            <a:off x="16157117" y="3615183"/>
            <a:ext cx="1191883" cy="1393484"/>
            <a:chOff x="0" y="0"/>
            <a:chExt cx="660400" cy="772103"/>
          </a:xfrm>
        </p:grpSpPr>
        <p:sp>
          <p:nvSpPr>
            <p:cNvPr id="40" name="Freeform 40">
              <a:extLst>
                <a:ext uri="{FF2B5EF4-FFF2-40B4-BE49-F238E27FC236}">
                  <a16:creationId xmlns:a16="http://schemas.microsoft.com/office/drawing/2014/main" id="{29EE3AD3-C37A-5A42-DD26-A1AE2AC999E6}"/>
                </a:ext>
              </a:extLst>
            </p:cNvPr>
            <p:cNvSpPr/>
            <p:nvPr/>
          </p:nvSpPr>
          <p:spPr>
            <a:xfrm>
              <a:off x="0" y="0"/>
              <a:ext cx="660400" cy="772103"/>
            </a:xfrm>
            <a:custGeom>
              <a:avLst/>
              <a:gdLst/>
              <a:ahLst/>
              <a:cxnLst/>
              <a:rect l="l" t="t" r="r" b="b"/>
              <a:pathLst>
                <a:path w="660400" h="772103">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7598"/>
                  </a:cubicBezTo>
                  <a:lnTo>
                    <a:pt x="660400" y="772103"/>
                  </a:lnTo>
                  <a:lnTo>
                    <a:pt x="0" y="772103"/>
                  </a:lnTo>
                  <a:lnTo>
                    <a:pt x="0" y="327928"/>
                  </a:lnTo>
                  <a:cubicBezTo>
                    <a:pt x="1782" y="185660"/>
                    <a:pt x="93019" y="64045"/>
                    <a:pt x="220252" y="19070"/>
                  </a:cubicBezTo>
                  <a:close/>
                </a:path>
              </a:pathLst>
            </a:custGeom>
            <a:solidFill>
              <a:srgbClr val="F6D897"/>
            </a:solidFill>
          </p:spPr>
          <p:txBody>
            <a:bodyPr/>
            <a:lstStyle/>
            <a:p>
              <a:endParaRPr lang="en-VN"/>
            </a:p>
          </p:txBody>
        </p:sp>
        <p:sp>
          <p:nvSpPr>
            <p:cNvPr id="41" name="TextBox 41">
              <a:extLst>
                <a:ext uri="{FF2B5EF4-FFF2-40B4-BE49-F238E27FC236}">
                  <a16:creationId xmlns:a16="http://schemas.microsoft.com/office/drawing/2014/main" id="{237C5C9F-0890-31B6-DD27-7E659A2737CB}"/>
                </a:ext>
              </a:extLst>
            </p:cNvPr>
            <p:cNvSpPr txBox="1"/>
            <p:nvPr/>
          </p:nvSpPr>
          <p:spPr>
            <a:xfrm>
              <a:off x="0" y="50800"/>
              <a:ext cx="660400" cy="721303"/>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3197887E-D3CE-2D28-5FC6-0C787FC89B38}"/>
              </a:ext>
            </a:extLst>
          </p:cNvPr>
          <p:cNvGrpSpPr/>
          <p:nvPr/>
        </p:nvGrpSpPr>
        <p:grpSpPr>
          <a:xfrm rot="5400000">
            <a:off x="16157117" y="5959591"/>
            <a:ext cx="1191883" cy="1393484"/>
            <a:chOff x="0" y="0"/>
            <a:chExt cx="660400" cy="772103"/>
          </a:xfrm>
        </p:grpSpPr>
        <p:sp>
          <p:nvSpPr>
            <p:cNvPr id="43" name="Freeform 43">
              <a:extLst>
                <a:ext uri="{FF2B5EF4-FFF2-40B4-BE49-F238E27FC236}">
                  <a16:creationId xmlns:a16="http://schemas.microsoft.com/office/drawing/2014/main" id="{7AC7A202-B4EF-25D6-E57D-8537D4B9A92C}"/>
                </a:ext>
              </a:extLst>
            </p:cNvPr>
            <p:cNvSpPr/>
            <p:nvPr/>
          </p:nvSpPr>
          <p:spPr>
            <a:xfrm>
              <a:off x="0" y="0"/>
              <a:ext cx="660400" cy="772103"/>
            </a:xfrm>
            <a:custGeom>
              <a:avLst/>
              <a:gdLst/>
              <a:ahLst/>
              <a:cxnLst/>
              <a:rect l="l" t="t" r="r" b="b"/>
              <a:pathLst>
                <a:path w="660400" h="772103">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7598"/>
                  </a:cubicBezTo>
                  <a:lnTo>
                    <a:pt x="660400" y="772103"/>
                  </a:lnTo>
                  <a:lnTo>
                    <a:pt x="0" y="772103"/>
                  </a:lnTo>
                  <a:lnTo>
                    <a:pt x="0" y="327928"/>
                  </a:lnTo>
                  <a:cubicBezTo>
                    <a:pt x="1782" y="185660"/>
                    <a:pt x="93019" y="64045"/>
                    <a:pt x="220252" y="19070"/>
                  </a:cubicBezTo>
                  <a:close/>
                </a:path>
              </a:pathLst>
            </a:custGeom>
            <a:solidFill>
              <a:srgbClr val="BFDFB6"/>
            </a:solidFill>
          </p:spPr>
          <p:txBody>
            <a:bodyPr/>
            <a:lstStyle/>
            <a:p>
              <a:endParaRPr lang="en-VN"/>
            </a:p>
          </p:txBody>
        </p:sp>
        <p:sp>
          <p:nvSpPr>
            <p:cNvPr id="44" name="TextBox 44">
              <a:extLst>
                <a:ext uri="{FF2B5EF4-FFF2-40B4-BE49-F238E27FC236}">
                  <a16:creationId xmlns:a16="http://schemas.microsoft.com/office/drawing/2014/main" id="{E195C8BA-BADF-30B7-0A79-056A710D5C10}"/>
                </a:ext>
              </a:extLst>
            </p:cNvPr>
            <p:cNvSpPr txBox="1"/>
            <p:nvPr/>
          </p:nvSpPr>
          <p:spPr>
            <a:xfrm>
              <a:off x="0" y="50800"/>
              <a:ext cx="660400" cy="721303"/>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14268327-84C4-84EF-8E5B-62CD6E032C53}"/>
              </a:ext>
            </a:extLst>
          </p:cNvPr>
          <p:cNvGrpSpPr/>
          <p:nvPr/>
        </p:nvGrpSpPr>
        <p:grpSpPr>
          <a:xfrm rot="5400000">
            <a:off x="16157117" y="8303999"/>
            <a:ext cx="1191883" cy="1393484"/>
            <a:chOff x="0" y="0"/>
            <a:chExt cx="660400" cy="772103"/>
          </a:xfrm>
        </p:grpSpPr>
        <p:sp>
          <p:nvSpPr>
            <p:cNvPr id="46" name="Freeform 46">
              <a:extLst>
                <a:ext uri="{FF2B5EF4-FFF2-40B4-BE49-F238E27FC236}">
                  <a16:creationId xmlns:a16="http://schemas.microsoft.com/office/drawing/2014/main" id="{43C9620E-5494-C764-BFA1-B3CE550D4207}"/>
                </a:ext>
              </a:extLst>
            </p:cNvPr>
            <p:cNvSpPr/>
            <p:nvPr/>
          </p:nvSpPr>
          <p:spPr>
            <a:xfrm>
              <a:off x="0" y="0"/>
              <a:ext cx="660400" cy="772103"/>
            </a:xfrm>
            <a:custGeom>
              <a:avLst/>
              <a:gdLst/>
              <a:ahLst/>
              <a:cxnLst/>
              <a:rect l="l" t="t" r="r" b="b"/>
              <a:pathLst>
                <a:path w="660400" h="772103">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7598"/>
                  </a:cubicBezTo>
                  <a:lnTo>
                    <a:pt x="660400" y="772103"/>
                  </a:lnTo>
                  <a:lnTo>
                    <a:pt x="0" y="772103"/>
                  </a:lnTo>
                  <a:lnTo>
                    <a:pt x="0" y="327928"/>
                  </a:lnTo>
                  <a:cubicBezTo>
                    <a:pt x="1782" y="185660"/>
                    <a:pt x="93019" y="64045"/>
                    <a:pt x="220252" y="19070"/>
                  </a:cubicBezTo>
                  <a:close/>
                </a:path>
              </a:pathLst>
            </a:custGeom>
            <a:solidFill>
              <a:srgbClr val="D4DFE8"/>
            </a:solidFill>
          </p:spPr>
          <p:txBody>
            <a:bodyPr/>
            <a:lstStyle/>
            <a:p>
              <a:endParaRPr lang="en-VN"/>
            </a:p>
          </p:txBody>
        </p:sp>
        <p:sp>
          <p:nvSpPr>
            <p:cNvPr id="47" name="TextBox 47">
              <a:extLst>
                <a:ext uri="{FF2B5EF4-FFF2-40B4-BE49-F238E27FC236}">
                  <a16:creationId xmlns:a16="http://schemas.microsoft.com/office/drawing/2014/main" id="{DC2D022F-FFD9-95F1-F921-47C63CC46B0E}"/>
                </a:ext>
              </a:extLst>
            </p:cNvPr>
            <p:cNvSpPr txBox="1"/>
            <p:nvPr/>
          </p:nvSpPr>
          <p:spPr>
            <a:xfrm>
              <a:off x="0" y="50800"/>
              <a:ext cx="660400" cy="721303"/>
            </a:xfrm>
            <a:prstGeom prst="rect">
              <a:avLst/>
            </a:prstGeom>
          </p:spPr>
          <p:txBody>
            <a:bodyPr lIns="50800" tIns="50800" rIns="50800" bIns="50800" rtlCol="0" anchor="ctr"/>
            <a:lstStyle/>
            <a:p>
              <a:pPr algn="ctr">
                <a:lnSpc>
                  <a:spcPts val="2659"/>
                </a:lnSpc>
              </a:pPr>
              <a:endParaRPr/>
            </a:p>
          </p:txBody>
        </p:sp>
      </p:grpSp>
      <p:sp>
        <p:nvSpPr>
          <p:cNvPr id="48" name="Freeform 48">
            <a:extLst>
              <a:ext uri="{FF2B5EF4-FFF2-40B4-BE49-F238E27FC236}">
                <a16:creationId xmlns:a16="http://schemas.microsoft.com/office/drawing/2014/main" id="{CE1FE60E-1740-7DAE-F813-6A70BE3E1EEC}"/>
              </a:ext>
            </a:extLst>
          </p:cNvPr>
          <p:cNvSpPr/>
          <p:nvPr/>
        </p:nvSpPr>
        <p:spPr>
          <a:xfrm rot="-5400000">
            <a:off x="9861845" y="5122401"/>
            <a:ext cx="13235531" cy="843765"/>
          </a:xfrm>
          <a:custGeom>
            <a:avLst/>
            <a:gdLst/>
            <a:ahLst/>
            <a:cxnLst/>
            <a:rect l="l" t="t" r="r" b="b"/>
            <a:pathLst>
              <a:path w="13235531" h="843765">
                <a:moveTo>
                  <a:pt x="0" y="0"/>
                </a:moveTo>
                <a:lnTo>
                  <a:pt x="13235531" y="0"/>
                </a:lnTo>
                <a:lnTo>
                  <a:pt x="13235531" y="843765"/>
                </a:lnTo>
                <a:lnTo>
                  <a:pt x="0" y="843765"/>
                </a:lnTo>
                <a:lnTo>
                  <a:pt x="0" y="0"/>
                </a:lnTo>
                <a:close/>
              </a:path>
            </a:pathLst>
          </a:custGeom>
          <a:blipFill>
            <a:blip r:embed="rId3">
              <a:alphaModFix amt="28000"/>
            </a:blip>
            <a:stretch>
              <a:fillRect/>
            </a:stretch>
          </a:blipFill>
        </p:spPr>
        <p:txBody>
          <a:bodyPr/>
          <a:lstStyle/>
          <a:p>
            <a:endParaRPr lang="en-VN"/>
          </a:p>
        </p:txBody>
      </p:sp>
      <p:sp>
        <p:nvSpPr>
          <p:cNvPr id="49" name="Freeform 49">
            <a:extLst>
              <a:ext uri="{FF2B5EF4-FFF2-40B4-BE49-F238E27FC236}">
                <a16:creationId xmlns:a16="http://schemas.microsoft.com/office/drawing/2014/main" id="{CA4C9877-E580-0F03-ED68-AE64F04263E5}"/>
              </a:ext>
            </a:extLst>
          </p:cNvPr>
          <p:cNvSpPr/>
          <p:nvPr/>
        </p:nvSpPr>
        <p:spPr>
          <a:xfrm>
            <a:off x="16241213" y="8697417"/>
            <a:ext cx="937733" cy="617732"/>
          </a:xfrm>
          <a:custGeom>
            <a:avLst/>
            <a:gdLst/>
            <a:ahLst/>
            <a:cxnLst/>
            <a:rect l="l" t="t" r="r" b="b"/>
            <a:pathLst>
              <a:path w="937733" h="617732">
                <a:moveTo>
                  <a:pt x="0" y="0"/>
                </a:moveTo>
                <a:lnTo>
                  <a:pt x="937733" y="0"/>
                </a:lnTo>
                <a:lnTo>
                  <a:pt x="937733" y="617732"/>
                </a:lnTo>
                <a:lnTo>
                  <a:pt x="0" y="6177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VN"/>
          </a:p>
        </p:txBody>
      </p:sp>
      <p:sp>
        <p:nvSpPr>
          <p:cNvPr id="50" name="Freeform 50">
            <a:extLst>
              <a:ext uri="{FF2B5EF4-FFF2-40B4-BE49-F238E27FC236}">
                <a16:creationId xmlns:a16="http://schemas.microsoft.com/office/drawing/2014/main" id="{562347A6-94FA-CAA5-75EE-A1CDDD114563}"/>
              </a:ext>
            </a:extLst>
          </p:cNvPr>
          <p:cNvSpPr/>
          <p:nvPr/>
        </p:nvSpPr>
        <p:spPr>
          <a:xfrm>
            <a:off x="16397480" y="6269996"/>
            <a:ext cx="781466" cy="772675"/>
          </a:xfrm>
          <a:custGeom>
            <a:avLst/>
            <a:gdLst/>
            <a:ahLst/>
            <a:cxnLst/>
            <a:rect l="l" t="t" r="r" b="b"/>
            <a:pathLst>
              <a:path w="781466" h="772675">
                <a:moveTo>
                  <a:pt x="0" y="0"/>
                </a:moveTo>
                <a:lnTo>
                  <a:pt x="781466" y="0"/>
                </a:lnTo>
                <a:lnTo>
                  <a:pt x="781466" y="772674"/>
                </a:lnTo>
                <a:lnTo>
                  <a:pt x="0" y="77267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51" name="Freeform 51">
            <a:extLst>
              <a:ext uri="{FF2B5EF4-FFF2-40B4-BE49-F238E27FC236}">
                <a16:creationId xmlns:a16="http://schemas.microsoft.com/office/drawing/2014/main" id="{92A89EFE-6E21-D8AF-AB6C-C7BB062FACF4}"/>
              </a:ext>
            </a:extLst>
          </p:cNvPr>
          <p:cNvSpPr/>
          <p:nvPr/>
        </p:nvSpPr>
        <p:spPr>
          <a:xfrm>
            <a:off x="16403613" y="1533127"/>
            <a:ext cx="855687" cy="782953"/>
          </a:xfrm>
          <a:custGeom>
            <a:avLst/>
            <a:gdLst/>
            <a:ahLst/>
            <a:cxnLst/>
            <a:rect l="l" t="t" r="r" b="b"/>
            <a:pathLst>
              <a:path w="855687" h="782953">
                <a:moveTo>
                  <a:pt x="0" y="0"/>
                </a:moveTo>
                <a:lnTo>
                  <a:pt x="855687" y="0"/>
                </a:lnTo>
                <a:lnTo>
                  <a:pt x="855687" y="782953"/>
                </a:lnTo>
                <a:lnTo>
                  <a:pt x="0" y="78295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VN"/>
          </a:p>
        </p:txBody>
      </p:sp>
      <p:sp>
        <p:nvSpPr>
          <p:cNvPr id="52" name="Freeform 52">
            <a:extLst>
              <a:ext uri="{FF2B5EF4-FFF2-40B4-BE49-F238E27FC236}">
                <a16:creationId xmlns:a16="http://schemas.microsoft.com/office/drawing/2014/main" id="{6975774F-5DB8-6510-C8CA-E4D070740943}"/>
              </a:ext>
            </a:extLst>
          </p:cNvPr>
          <p:cNvSpPr/>
          <p:nvPr/>
        </p:nvSpPr>
        <p:spPr>
          <a:xfrm>
            <a:off x="16241213" y="4004341"/>
            <a:ext cx="937733" cy="672823"/>
          </a:xfrm>
          <a:custGeom>
            <a:avLst/>
            <a:gdLst/>
            <a:ahLst/>
            <a:cxnLst/>
            <a:rect l="l" t="t" r="r" b="b"/>
            <a:pathLst>
              <a:path w="937733" h="672823">
                <a:moveTo>
                  <a:pt x="0" y="0"/>
                </a:moveTo>
                <a:lnTo>
                  <a:pt x="937733" y="0"/>
                </a:lnTo>
                <a:lnTo>
                  <a:pt x="937733" y="672823"/>
                </a:lnTo>
                <a:lnTo>
                  <a:pt x="0" y="672823"/>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VN"/>
          </a:p>
        </p:txBody>
      </p:sp>
      <p:sp>
        <p:nvSpPr>
          <p:cNvPr id="62" name="TextBox 61">
            <a:extLst>
              <a:ext uri="{FF2B5EF4-FFF2-40B4-BE49-F238E27FC236}">
                <a16:creationId xmlns:a16="http://schemas.microsoft.com/office/drawing/2014/main" id="{F8DF7A7C-2657-4750-7AFC-58C8B0A9AEF7}"/>
              </a:ext>
            </a:extLst>
          </p:cNvPr>
          <p:cNvSpPr txBox="1"/>
          <p:nvPr/>
        </p:nvSpPr>
        <p:spPr>
          <a:xfrm>
            <a:off x="1552903" y="310767"/>
            <a:ext cx="14182334" cy="9604809"/>
          </a:xfrm>
          <a:prstGeom prst="rect">
            <a:avLst/>
          </a:prstGeom>
          <a:noFill/>
        </p:spPr>
        <p:txBody>
          <a:bodyPr wrap="square">
            <a:spAutoFit/>
          </a:bodyPr>
          <a:lstStyle/>
          <a:p>
            <a:pPr algn="ctr">
              <a:lnSpc>
                <a:spcPct val="150000"/>
              </a:lnSpc>
              <a:spcBef>
                <a:spcPts val="600"/>
              </a:spcBef>
              <a:spcAft>
                <a:spcPts val="600"/>
              </a:spcAft>
              <a:buNone/>
            </a:pPr>
            <a:r>
              <a:rPr lang="vi-VN" sz="5000" b="1">
                <a:solidFill>
                  <a:schemeClr val="accent2"/>
                </a:solidFill>
                <a:latin typeface="American Typewriter" panose="02090604020004020304" pitchFamily="18" charset="77"/>
              </a:rPr>
              <a:t>CÁC CÁCH THÀNH LẬP CỤM DANH TỪ</a:t>
            </a:r>
          </a:p>
          <a:p>
            <a:pPr algn="ctr">
              <a:lnSpc>
                <a:spcPct val="150000"/>
              </a:lnSpc>
              <a:spcBef>
                <a:spcPts val="600"/>
              </a:spcBef>
              <a:spcAft>
                <a:spcPts val="600"/>
              </a:spcAft>
            </a:pPr>
            <a:r>
              <a:rPr lang="vi-VN" sz="5000" b="1">
                <a:solidFill>
                  <a:srgbClr val="00B050"/>
                </a:solidFill>
                <a:latin typeface="American Typewriter" panose="02090604020004020304" pitchFamily="18" charset="77"/>
              </a:rPr>
              <a:t>TỪ CHỈ ĐỊNH + DANH TỪ</a:t>
            </a:r>
          </a:p>
          <a:p>
            <a:pPr algn="just">
              <a:lnSpc>
                <a:spcPct val="150000"/>
              </a:lnSpc>
              <a:spcBef>
                <a:spcPts val="600"/>
              </a:spcBef>
              <a:spcAft>
                <a:spcPts val="600"/>
              </a:spcAft>
            </a:pPr>
            <a:r>
              <a:rPr lang="vi-VN" sz="3700">
                <a:latin typeface="American Typewriter" panose="02090604020004020304" pitchFamily="18" charset="77"/>
              </a:rPr>
              <a:t>→ Từ chỉ định (</a:t>
            </a:r>
            <a:r>
              <a:rPr lang="vi-VN" sz="3700" b="1">
                <a:latin typeface="American Typewriter" panose="02090604020004020304" pitchFamily="18" charset="77"/>
              </a:rPr>
              <a:t>this, these, that, those</a:t>
            </a:r>
            <a:r>
              <a:rPr lang="vi-VN" sz="3700">
                <a:latin typeface="American Typewriter" panose="02090604020004020304" pitchFamily="18" charset="77"/>
              </a:rPr>
              <a:t>) giúp xác định rõ danh từ đang được nói đến ở gần hay xa trong không gian hoặc thời gian.</a:t>
            </a:r>
          </a:p>
          <a:p>
            <a:pPr algn="just">
              <a:lnSpc>
                <a:spcPct val="150000"/>
              </a:lnSpc>
              <a:spcBef>
                <a:spcPts val="600"/>
              </a:spcBef>
              <a:spcAft>
                <a:spcPts val="600"/>
              </a:spcAft>
            </a:pPr>
            <a:r>
              <a:rPr lang="vi-VN" sz="3700">
                <a:latin typeface="American Typewriter" panose="02090604020004020304" pitchFamily="18" charset="77"/>
              </a:rPr>
              <a:t>→ </a:t>
            </a:r>
            <a:r>
              <a:rPr lang="en-US" sz="3700">
                <a:latin typeface="American Typewriter" panose="02090604020004020304" pitchFamily="18" charset="77"/>
              </a:rPr>
              <a:t>My teacher gave me</a:t>
            </a:r>
            <a:r>
              <a:rPr lang="en-US" sz="3700" b="1">
                <a:latin typeface="American Typewriter" panose="02090604020004020304" pitchFamily="18" charset="77"/>
              </a:rPr>
              <a:t> a book </a:t>
            </a:r>
            <a:r>
              <a:rPr lang="en-US" sz="3700">
                <a:latin typeface="American Typewriter" panose="02090604020004020304" pitchFamily="18" charset="77"/>
              </a:rPr>
              <a:t>about effective learning strategies. </a:t>
            </a:r>
            <a:r>
              <a:rPr lang="en-US" sz="3700" b="1">
                <a:latin typeface="American Typewriter" panose="02090604020004020304" pitchFamily="18" charset="77"/>
              </a:rPr>
              <a:t>This book</a:t>
            </a:r>
            <a:r>
              <a:rPr lang="en-US" sz="3700">
                <a:latin typeface="American Typewriter" panose="02090604020004020304" pitchFamily="18" charset="77"/>
              </a:rPr>
              <a:t> provides practical tips that I can apply in my daily study routine. I also borrowed </a:t>
            </a:r>
            <a:r>
              <a:rPr lang="en-US" sz="3700" b="1">
                <a:solidFill>
                  <a:srgbClr val="FF0000"/>
                </a:solidFill>
                <a:latin typeface="American Typewriter" panose="02090604020004020304" pitchFamily="18" charset="77"/>
              </a:rPr>
              <a:t>some other </a:t>
            </a:r>
            <a:r>
              <a:rPr lang="en-US" sz="3700">
                <a:latin typeface="American Typewriter" panose="02090604020004020304" pitchFamily="18" charset="77"/>
              </a:rPr>
              <a:t>books about time management. </a:t>
            </a:r>
            <a:r>
              <a:rPr lang="en-US" sz="3700" b="1">
                <a:solidFill>
                  <a:srgbClr val="FF0000"/>
                </a:solidFill>
                <a:latin typeface="American Typewriter" panose="02090604020004020304" pitchFamily="18" charset="77"/>
              </a:rPr>
              <a:t>Those books</a:t>
            </a:r>
            <a:r>
              <a:rPr lang="en-US" sz="3700">
                <a:solidFill>
                  <a:srgbClr val="FF0000"/>
                </a:solidFill>
                <a:latin typeface="American Typewriter" panose="02090604020004020304" pitchFamily="18" charset="77"/>
              </a:rPr>
              <a:t> </a:t>
            </a:r>
            <a:r>
              <a:rPr lang="en-US" sz="3700">
                <a:latin typeface="American Typewriter" panose="02090604020004020304" pitchFamily="18" charset="77"/>
              </a:rPr>
              <a:t>are very useful for improving my productivity.</a:t>
            </a:r>
            <a:r>
              <a:rPr lang="en-VN" sz="3700">
                <a:effectLst/>
                <a:latin typeface="American Typewriter" panose="02090604020004020304" pitchFamily="18" charset="77"/>
              </a:rPr>
              <a:t> </a:t>
            </a:r>
            <a:endParaRPr lang="en-US" sz="3700">
              <a:latin typeface="American Typewriter" panose="02090604020004020304" pitchFamily="18" charset="77"/>
              <a:ea typeface="Calibri" panose="020F0502020204030204" pitchFamily="34" charset="0"/>
              <a:cs typeface="Times New Roman" panose="02020603050405020304" pitchFamily="18" charset="0"/>
            </a:endParaRPr>
          </a:p>
        </p:txBody>
      </p:sp>
      <p:sp>
        <p:nvSpPr>
          <p:cNvPr id="3" name="Rounded Rectangle 2">
            <a:extLst>
              <a:ext uri="{FF2B5EF4-FFF2-40B4-BE49-F238E27FC236}">
                <a16:creationId xmlns:a16="http://schemas.microsoft.com/office/drawing/2014/main" id="{3336D5B9-AF56-E0C3-4DDA-DEE58059959F}"/>
              </a:ext>
            </a:extLst>
          </p:cNvPr>
          <p:cNvSpPr/>
          <p:nvPr/>
        </p:nvSpPr>
        <p:spPr>
          <a:xfrm>
            <a:off x="4038600" y="1562100"/>
            <a:ext cx="9144000" cy="1400573"/>
          </a:xfrm>
          <a:prstGeom prst="roundRect">
            <a:avLst/>
          </a:prstGeom>
          <a:noFill/>
          <a:ln w="57150">
            <a:solidFill>
              <a:schemeClr val="accent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4019111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2">
                                            <p:txEl>
                                              <p:pRg st="0" end="0"/>
                                            </p:txEl>
                                          </p:spTgt>
                                        </p:tgtEl>
                                        <p:attrNameLst>
                                          <p:attrName>style.visibility</p:attrName>
                                        </p:attrNameLst>
                                      </p:cBhvr>
                                      <p:to>
                                        <p:strVal val="visible"/>
                                      </p:to>
                                    </p:set>
                                    <p:anim calcmode="lin" valueType="num">
                                      <p:cBhvr additive="base">
                                        <p:cTn id="7" dur="500" fill="hold"/>
                                        <p:tgtEl>
                                          <p:spTgt spid="6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2">
                                            <p:txEl>
                                              <p:pRg st="1" end="1"/>
                                            </p:txEl>
                                          </p:spTgt>
                                        </p:tgtEl>
                                        <p:attrNameLst>
                                          <p:attrName>style.visibility</p:attrName>
                                        </p:attrNameLst>
                                      </p:cBhvr>
                                      <p:to>
                                        <p:strVal val="visible"/>
                                      </p:to>
                                    </p:set>
                                    <p:anim calcmode="lin" valueType="num">
                                      <p:cBhvr additive="base">
                                        <p:cTn id="19" dur="500" fill="hold"/>
                                        <p:tgtEl>
                                          <p:spTgt spid="62">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2">
                                            <p:txEl>
                                              <p:pRg st="2" end="2"/>
                                            </p:txEl>
                                          </p:spTgt>
                                        </p:tgtEl>
                                        <p:attrNameLst>
                                          <p:attrName>style.visibility</p:attrName>
                                        </p:attrNameLst>
                                      </p:cBhvr>
                                      <p:to>
                                        <p:strVal val="visible"/>
                                      </p:to>
                                    </p:set>
                                    <p:anim calcmode="lin" valueType="num">
                                      <p:cBhvr additive="base">
                                        <p:cTn id="25" dur="500" fill="hold"/>
                                        <p:tgtEl>
                                          <p:spTgt spid="62">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2">
                                            <p:txEl>
                                              <p:pRg st="3" end="3"/>
                                            </p:txEl>
                                          </p:spTgt>
                                        </p:tgtEl>
                                        <p:attrNameLst>
                                          <p:attrName>style.visibility</p:attrName>
                                        </p:attrNameLst>
                                      </p:cBhvr>
                                      <p:to>
                                        <p:strVal val="visible"/>
                                      </p:to>
                                    </p:set>
                                    <p:anim calcmode="lin" valueType="num">
                                      <p:cBhvr additive="base">
                                        <p:cTn id="31" dur="500" fill="hold"/>
                                        <p:tgtEl>
                                          <p:spTgt spid="62">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0408D-03D8-A7FB-1F53-2775DC75AF4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64571F9-3BC1-6F9F-252A-3F9FBA150E2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1527" r="-2747" b="-10285"/>
            </a:stretch>
          </a:blipFill>
        </p:spPr>
        <p:txBody>
          <a:bodyPr/>
          <a:lstStyle/>
          <a:p>
            <a:endParaRPr lang="en-VN"/>
          </a:p>
        </p:txBody>
      </p:sp>
      <p:grpSp>
        <p:nvGrpSpPr>
          <p:cNvPr id="6" name="Group 6">
            <a:extLst>
              <a:ext uri="{FF2B5EF4-FFF2-40B4-BE49-F238E27FC236}">
                <a16:creationId xmlns:a16="http://schemas.microsoft.com/office/drawing/2014/main" id="{406A9BE2-6654-175F-F65A-6997281FC674}"/>
              </a:ext>
            </a:extLst>
          </p:cNvPr>
          <p:cNvGrpSpPr/>
          <p:nvPr/>
        </p:nvGrpSpPr>
        <p:grpSpPr>
          <a:xfrm>
            <a:off x="-1403650" y="-514350"/>
            <a:ext cx="2616801" cy="11504153"/>
            <a:chOff x="0" y="0"/>
            <a:chExt cx="689199" cy="3029900"/>
          </a:xfrm>
        </p:grpSpPr>
        <p:sp>
          <p:nvSpPr>
            <p:cNvPr id="7" name="Freeform 7">
              <a:extLst>
                <a:ext uri="{FF2B5EF4-FFF2-40B4-BE49-F238E27FC236}">
                  <a16:creationId xmlns:a16="http://schemas.microsoft.com/office/drawing/2014/main" id="{E2781923-1459-66AB-8E75-511B5C8BB75C}"/>
                </a:ext>
              </a:extLst>
            </p:cNvPr>
            <p:cNvSpPr/>
            <p:nvPr/>
          </p:nvSpPr>
          <p:spPr>
            <a:xfrm>
              <a:off x="0" y="0"/>
              <a:ext cx="689199" cy="3029900"/>
            </a:xfrm>
            <a:custGeom>
              <a:avLst/>
              <a:gdLst/>
              <a:ahLst/>
              <a:cxnLst/>
              <a:rect l="l" t="t" r="r" b="b"/>
              <a:pathLst>
                <a:path w="689199" h="3029900">
                  <a:moveTo>
                    <a:pt x="0" y="0"/>
                  </a:moveTo>
                  <a:lnTo>
                    <a:pt x="689199" y="0"/>
                  </a:lnTo>
                  <a:lnTo>
                    <a:pt x="689199" y="3029900"/>
                  </a:lnTo>
                  <a:lnTo>
                    <a:pt x="0" y="3029900"/>
                  </a:lnTo>
                  <a:close/>
                </a:path>
              </a:pathLst>
            </a:custGeom>
            <a:solidFill>
              <a:srgbClr val="D4DFE8"/>
            </a:solidFill>
            <a:ln w="19050" cap="sq">
              <a:solidFill>
                <a:srgbClr val="ACC8DC"/>
              </a:solidFill>
              <a:prstDash val="solid"/>
              <a:miter/>
            </a:ln>
          </p:spPr>
          <p:txBody>
            <a:bodyPr/>
            <a:lstStyle/>
            <a:p>
              <a:endParaRPr lang="en-VN"/>
            </a:p>
          </p:txBody>
        </p:sp>
        <p:sp>
          <p:nvSpPr>
            <p:cNvPr id="8" name="TextBox 8">
              <a:extLst>
                <a:ext uri="{FF2B5EF4-FFF2-40B4-BE49-F238E27FC236}">
                  <a16:creationId xmlns:a16="http://schemas.microsoft.com/office/drawing/2014/main" id="{F83E3F27-5808-1B7B-46F4-4A692E9F23EA}"/>
                </a:ext>
              </a:extLst>
            </p:cNvPr>
            <p:cNvSpPr txBox="1"/>
            <p:nvPr/>
          </p:nvSpPr>
          <p:spPr>
            <a:xfrm>
              <a:off x="0" y="-76200"/>
              <a:ext cx="689199" cy="3106100"/>
            </a:xfrm>
            <a:prstGeom prst="rect">
              <a:avLst/>
            </a:prstGeom>
          </p:spPr>
          <p:txBody>
            <a:bodyPr lIns="50800" tIns="50800" rIns="50800" bIns="50800" rtlCol="0" anchor="ctr"/>
            <a:lstStyle/>
            <a:p>
              <a:pPr algn="ctr">
                <a:lnSpc>
                  <a:spcPts val="2659"/>
                </a:lnSpc>
              </a:pPr>
              <a:endParaRPr/>
            </a:p>
          </p:txBody>
        </p:sp>
      </p:grpSp>
      <p:grpSp>
        <p:nvGrpSpPr>
          <p:cNvPr id="9" name="Group 9">
            <a:extLst>
              <a:ext uri="{FF2B5EF4-FFF2-40B4-BE49-F238E27FC236}">
                <a16:creationId xmlns:a16="http://schemas.microsoft.com/office/drawing/2014/main" id="{8EE2766F-2C24-E8BC-DF2B-37AFD6147715}"/>
              </a:ext>
            </a:extLst>
          </p:cNvPr>
          <p:cNvGrpSpPr/>
          <p:nvPr/>
        </p:nvGrpSpPr>
        <p:grpSpPr>
          <a:xfrm>
            <a:off x="16056316" y="-514350"/>
            <a:ext cx="3048146" cy="11504153"/>
            <a:chOff x="0" y="0"/>
            <a:chExt cx="802804" cy="3029900"/>
          </a:xfrm>
        </p:grpSpPr>
        <p:sp>
          <p:nvSpPr>
            <p:cNvPr id="10" name="Freeform 10">
              <a:extLst>
                <a:ext uri="{FF2B5EF4-FFF2-40B4-BE49-F238E27FC236}">
                  <a16:creationId xmlns:a16="http://schemas.microsoft.com/office/drawing/2014/main" id="{1BF55D69-8CF0-1334-86ED-A15FA620BEE1}"/>
                </a:ext>
              </a:extLst>
            </p:cNvPr>
            <p:cNvSpPr/>
            <p:nvPr/>
          </p:nvSpPr>
          <p:spPr>
            <a:xfrm>
              <a:off x="0" y="0"/>
              <a:ext cx="802804" cy="3029900"/>
            </a:xfrm>
            <a:custGeom>
              <a:avLst/>
              <a:gdLst/>
              <a:ahLst/>
              <a:cxnLst/>
              <a:rect l="l" t="t" r="r" b="b"/>
              <a:pathLst>
                <a:path w="802804" h="3029900">
                  <a:moveTo>
                    <a:pt x="0" y="0"/>
                  </a:moveTo>
                  <a:lnTo>
                    <a:pt x="802804" y="0"/>
                  </a:lnTo>
                  <a:lnTo>
                    <a:pt x="802804" y="3029900"/>
                  </a:lnTo>
                  <a:lnTo>
                    <a:pt x="0" y="3029900"/>
                  </a:lnTo>
                  <a:close/>
                </a:path>
              </a:pathLst>
            </a:custGeom>
            <a:solidFill>
              <a:srgbClr val="F5F5F5"/>
            </a:solidFill>
            <a:ln cap="sq">
              <a:noFill/>
              <a:prstDash val="solid"/>
              <a:miter/>
            </a:ln>
          </p:spPr>
          <p:txBody>
            <a:bodyPr/>
            <a:lstStyle/>
            <a:p>
              <a:endParaRPr lang="en-VN"/>
            </a:p>
          </p:txBody>
        </p:sp>
        <p:sp>
          <p:nvSpPr>
            <p:cNvPr id="11" name="TextBox 11">
              <a:extLst>
                <a:ext uri="{FF2B5EF4-FFF2-40B4-BE49-F238E27FC236}">
                  <a16:creationId xmlns:a16="http://schemas.microsoft.com/office/drawing/2014/main" id="{E96383B2-F1DE-3B20-4A60-B99C2A4396E6}"/>
                </a:ext>
              </a:extLst>
            </p:cNvPr>
            <p:cNvSpPr txBox="1"/>
            <p:nvPr/>
          </p:nvSpPr>
          <p:spPr>
            <a:xfrm>
              <a:off x="0" y="-76200"/>
              <a:ext cx="802804" cy="3106100"/>
            </a:xfrm>
            <a:prstGeom prst="rect">
              <a:avLst/>
            </a:prstGeom>
          </p:spPr>
          <p:txBody>
            <a:bodyPr lIns="50800" tIns="50800" rIns="50800" bIns="50800" rtlCol="0" anchor="ctr"/>
            <a:lstStyle/>
            <a:p>
              <a:pPr algn="ctr">
                <a:lnSpc>
                  <a:spcPts val="2659"/>
                </a:lnSpc>
              </a:pPr>
              <a:endParaRPr/>
            </a:p>
          </p:txBody>
        </p:sp>
      </p:grpSp>
      <p:grpSp>
        <p:nvGrpSpPr>
          <p:cNvPr id="12" name="Group 12">
            <a:extLst>
              <a:ext uri="{FF2B5EF4-FFF2-40B4-BE49-F238E27FC236}">
                <a16:creationId xmlns:a16="http://schemas.microsoft.com/office/drawing/2014/main" id="{11979450-E947-A79A-EFD2-589BC540B7C4}"/>
              </a:ext>
            </a:extLst>
          </p:cNvPr>
          <p:cNvGrpSpPr/>
          <p:nvPr/>
        </p:nvGrpSpPr>
        <p:grpSpPr>
          <a:xfrm>
            <a:off x="371920" y="4354028"/>
            <a:ext cx="384544" cy="384544"/>
            <a:chOff x="0" y="0"/>
            <a:chExt cx="812800" cy="812800"/>
          </a:xfrm>
        </p:grpSpPr>
        <p:sp>
          <p:nvSpPr>
            <p:cNvPr id="13" name="Freeform 13">
              <a:extLst>
                <a:ext uri="{FF2B5EF4-FFF2-40B4-BE49-F238E27FC236}">
                  <a16:creationId xmlns:a16="http://schemas.microsoft.com/office/drawing/2014/main" id="{DEADED1C-13BE-9660-2A75-C755D39537B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14" name="TextBox 14">
              <a:extLst>
                <a:ext uri="{FF2B5EF4-FFF2-40B4-BE49-F238E27FC236}">
                  <a16:creationId xmlns:a16="http://schemas.microsoft.com/office/drawing/2014/main" id="{7E6E4B9C-4C4B-5DFF-3CEE-3D32BC8A0965}"/>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15" name="Group 15">
            <a:extLst>
              <a:ext uri="{FF2B5EF4-FFF2-40B4-BE49-F238E27FC236}">
                <a16:creationId xmlns:a16="http://schemas.microsoft.com/office/drawing/2014/main" id="{6E27B7BC-812A-B1B2-D476-372D1282A899}"/>
              </a:ext>
            </a:extLst>
          </p:cNvPr>
          <p:cNvGrpSpPr/>
          <p:nvPr/>
        </p:nvGrpSpPr>
        <p:grpSpPr>
          <a:xfrm>
            <a:off x="371920" y="6738452"/>
            <a:ext cx="384544" cy="384544"/>
            <a:chOff x="0" y="0"/>
            <a:chExt cx="812800" cy="812800"/>
          </a:xfrm>
        </p:grpSpPr>
        <p:sp>
          <p:nvSpPr>
            <p:cNvPr id="16" name="Freeform 16">
              <a:extLst>
                <a:ext uri="{FF2B5EF4-FFF2-40B4-BE49-F238E27FC236}">
                  <a16:creationId xmlns:a16="http://schemas.microsoft.com/office/drawing/2014/main" id="{59848493-7972-CE24-754C-58271D30826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17" name="TextBox 17">
              <a:extLst>
                <a:ext uri="{FF2B5EF4-FFF2-40B4-BE49-F238E27FC236}">
                  <a16:creationId xmlns:a16="http://schemas.microsoft.com/office/drawing/2014/main" id="{C8A4A3F5-975B-5125-EEA9-E01F730B6EDB}"/>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18" name="Group 18">
            <a:extLst>
              <a:ext uri="{FF2B5EF4-FFF2-40B4-BE49-F238E27FC236}">
                <a16:creationId xmlns:a16="http://schemas.microsoft.com/office/drawing/2014/main" id="{F5BB666B-C653-65A3-BA2B-51D5719D2342}"/>
              </a:ext>
            </a:extLst>
          </p:cNvPr>
          <p:cNvGrpSpPr/>
          <p:nvPr/>
        </p:nvGrpSpPr>
        <p:grpSpPr>
          <a:xfrm>
            <a:off x="371920" y="779579"/>
            <a:ext cx="384544" cy="384544"/>
            <a:chOff x="0" y="0"/>
            <a:chExt cx="812800" cy="812800"/>
          </a:xfrm>
        </p:grpSpPr>
        <p:sp>
          <p:nvSpPr>
            <p:cNvPr id="19" name="Freeform 19">
              <a:extLst>
                <a:ext uri="{FF2B5EF4-FFF2-40B4-BE49-F238E27FC236}">
                  <a16:creationId xmlns:a16="http://schemas.microsoft.com/office/drawing/2014/main" id="{FB5540BF-7E03-D24D-2A17-5EDE06D22A4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20" name="TextBox 20">
              <a:extLst>
                <a:ext uri="{FF2B5EF4-FFF2-40B4-BE49-F238E27FC236}">
                  <a16:creationId xmlns:a16="http://schemas.microsoft.com/office/drawing/2014/main" id="{20E486D1-A257-9C1E-7132-AAA9C0EE59D8}"/>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21" name="Group 21">
            <a:extLst>
              <a:ext uri="{FF2B5EF4-FFF2-40B4-BE49-F238E27FC236}">
                <a16:creationId xmlns:a16="http://schemas.microsoft.com/office/drawing/2014/main" id="{AAB2AF65-08DE-49B2-8343-0F04B9148C7F}"/>
              </a:ext>
            </a:extLst>
          </p:cNvPr>
          <p:cNvGrpSpPr/>
          <p:nvPr/>
        </p:nvGrpSpPr>
        <p:grpSpPr>
          <a:xfrm>
            <a:off x="371920" y="5544283"/>
            <a:ext cx="384544" cy="384544"/>
            <a:chOff x="0" y="0"/>
            <a:chExt cx="812800" cy="812800"/>
          </a:xfrm>
        </p:grpSpPr>
        <p:sp>
          <p:nvSpPr>
            <p:cNvPr id="22" name="Freeform 22">
              <a:extLst>
                <a:ext uri="{FF2B5EF4-FFF2-40B4-BE49-F238E27FC236}">
                  <a16:creationId xmlns:a16="http://schemas.microsoft.com/office/drawing/2014/main" id="{D16DC4D4-B56F-1801-C59C-37E3E844464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23" name="TextBox 23">
              <a:extLst>
                <a:ext uri="{FF2B5EF4-FFF2-40B4-BE49-F238E27FC236}">
                  <a16:creationId xmlns:a16="http://schemas.microsoft.com/office/drawing/2014/main" id="{8BC7AB10-662C-F2BB-7E4E-FB82860A86AB}"/>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24" name="Group 24">
            <a:extLst>
              <a:ext uri="{FF2B5EF4-FFF2-40B4-BE49-F238E27FC236}">
                <a16:creationId xmlns:a16="http://schemas.microsoft.com/office/drawing/2014/main" id="{B9CDDD50-B77F-9B65-1C32-347AA59178FB}"/>
              </a:ext>
            </a:extLst>
          </p:cNvPr>
          <p:cNvGrpSpPr/>
          <p:nvPr/>
        </p:nvGrpSpPr>
        <p:grpSpPr>
          <a:xfrm>
            <a:off x="371920" y="7928708"/>
            <a:ext cx="384544" cy="384544"/>
            <a:chOff x="0" y="0"/>
            <a:chExt cx="812800" cy="812800"/>
          </a:xfrm>
        </p:grpSpPr>
        <p:sp>
          <p:nvSpPr>
            <p:cNvPr id="25" name="Freeform 25">
              <a:extLst>
                <a:ext uri="{FF2B5EF4-FFF2-40B4-BE49-F238E27FC236}">
                  <a16:creationId xmlns:a16="http://schemas.microsoft.com/office/drawing/2014/main" id="{10ACC029-053C-E071-3F7C-6562C3DDA7A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26" name="TextBox 26">
              <a:extLst>
                <a:ext uri="{FF2B5EF4-FFF2-40B4-BE49-F238E27FC236}">
                  <a16:creationId xmlns:a16="http://schemas.microsoft.com/office/drawing/2014/main" id="{929DBEF5-EC7E-EB62-B33B-06200EFDFEEC}"/>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27" name="Group 27">
            <a:extLst>
              <a:ext uri="{FF2B5EF4-FFF2-40B4-BE49-F238E27FC236}">
                <a16:creationId xmlns:a16="http://schemas.microsoft.com/office/drawing/2014/main" id="{FAEC114F-2F20-E636-0324-C30492FCEAB1}"/>
              </a:ext>
            </a:extLst>
          </p:cNvPr>
          <p:cNvGrpSpPr/>
          <p:nvPr/>
        </p:nvGrpSpPr>
        <p:grpSpPr>
          <a:xfrm>
            <a:off x="371920" y="9122877"/>
            <a:ext cx="384544" cy="384544"/>
            <a:chOff x="0" y="0"/>
            <a:chExt cx="812800" cy="812800"/>
          </a:xfrm>
        </p:grpSpPr>
        <p:sp>
          <p:nvSpPr>
            <p:cNvPr id="28" name="Freeform 28">
              <a:extLst>
                <a:ext uri="{FF2B5EF4-FFF2-40B4-BE49-F238E27FC236}">
                  <a16:creationId xmlns:a16="http://schemas.microsoft.com/office/drawing/2014/main" id="{D05DCA0D-F955-E03C-9669-CF64C7C3DAE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29" name="TextBox 29">
              <a:extLst>
                <a:ext uri="{FF2B5EF4-FFF2-40B4-BE49-F238E27FC236}">
                  <a16:creationId xmlns:a16="http://schemas.microsoft.com/office/drawing/2014/main" id="{02BF99E9-E7E7-E402-ACC6-37F661E2F793}"/>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30" name="Group 30">
            <a:extLst>
              <a:ext uri="{FF2B5EF4-FFF2-40B4-BE49-F238E27FC236}">
                <a16:creationId xmlns:a16="http://schemas.microsoft.com/office/drawing/2014/main" id="{ACA41AF7-F2E3-2AB6-5F9A-52FCF5C5F142}"/>
              </a:ext>
            </a:extLst>
          </p:cNvPr>
          <p:cNvGrpSpPr/>
          <p:nvPr/>
        </p:nvGrpSpPr>
        <p:grpSpPr>
          <a:xfrm>
            <a:off x="371920" y="1971462"/>
            <a:ext cx="384544" cy="384544"/>
            <a:chOff x="0" y="0"/>
            <a:chExt cx="812800" cy="812800"/>
          </a:xfrm>
        </p:grpSpPr>
        <p:sp>
          <p:nvSpPr>
            <p:cNvPr id="31" name="Freeform 31">
              <a:extLst>
                <a:ext uri="{FF2B5EF4-FFF2-40B4-BE49-F238E27FC236}">
                  <a16:creationId xmlns:a16="http://schemas.microsoft.com/office/drawing/2014/main" id="{5F19E203-C972-FCE5-5A52-BA46C829667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32" name="TextBox 32">
              <a:extLst>
                <a:ext uri="{FF2B5EF4-FFF2-40B4-BE49-F238E27FC236}">
                  <a16:creationId xmlns:a16="http://schemas.microsoft.com/office/drawing/2014/main" id="{64F2107A-ABAB-A9F4-C5C9-E5BE61F1F808}"/>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33" name="Group 33">
            <a:extLst>
              <a:ext uri="{FF2B5EF4-FFF2-40B4-BE49-F238E27FC236}">
                <a16:creationId xmlns:a16="http://schemas.microsoft.com/office/drawing/2014/main" id="{9F372DDD-D10C-94BA-A149-EE53CD1AFFAA}"/>
              </a:ext>
            </a:extLst>
          </p:cNvPr>
          <p:cNvGrpSpPr/>
          <p:nvPr/>
        </p:nvGrpSpPr>
        <p:grpSpPr>
          <a:xfrm>
            <a:off x="371920" y="3163345"/>
            <a:ext cx="384544" cy="384544"/>
            <a:chOff x="0" y="0"/>
            <a:chExt cx="812800" cy="812800"/>
          </a:xfrm>
        </p:grpSpPr>
        <p:sp>
          <p:nvSpPr>
            <p:cNvPr id="34" name="Freeform 34">
              <a:extLst>
                <a:ext uri="{FF2B5EF4-FFF2-40B4-BE49-F238E27FC236}">
                  <a16:creationId xmlns:a16="http://schemas.microsoft.com/office/drawing/2014/main" id="{A573A318-5861-4630-6FA1-6F7B9F8B1C0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35" name="TextBox 35">
              <a:extLst>
                <a:ext uri="{FF2B5EF4-FFF2-40B4-BE49-F238E27FC236}">
                  <a16:creationId xmlns:a16="http://schemas.microsoft.com/office/drawing/2014/main" id="{BFA4FAD8-243D-3E70-5596-7AA855C57D5A}"/>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36" name="Group 36">
            <a:extLst>
              <a:ext uri="{FF2B5EF4-FFF2-40B4-BE49-F238E27FC236}">
                <a16:creationId xmlns:a16="http://schemas.microsoft.com/office/drawing/2014/main" id="{D332491B-0C46-A941-6A2D-34C9E9E9A762}"/>
              </a:ext>
            </a:extLst>
          </p:cNvPr>
          <p:cNvGrpSpPr/>
          <p:nvPr/>
        </p:nvGrpSpPr>
        <p:grpSpPr>
          <a:xfrm rot="5400000">
            <a:off x="16368316" y="1063521"/>
            <a:ext cx="1191883" cy="1815883"/>
            <a:chOff x="0" y="0"/>
            <a:chExt cx="660400" cy="1006147"/>
          </a:xfrm>
        </p:grpSpPr>
        <p:sp>
          <p:nvSpPr>
            <p:cNvPr id="37" name="Freeform 37">
              <a:extLst>
                <a:ext uri="{FF2B5EF4-FFF2-40B4-BE49-F238E27FC236}">
                  <a16:creationId xmlns:a16="http://schemas.microsoft.com/office/drawing/2014/main" id="{6CB32592-9EED-3BF9-7871-7FABC63A3F11}"/>
                </a:ext>
              </a:extLst>
            </p:cNvPr>
            <p:cNvSpPr/>
            <p:nvPr/>
          </p:nvSpPr>
          <p:spPr>
            <a:xfrm>
              <a:off x="0" y="0"/>
              <a:ext cx="660400" cy="1006147"/>
            </a:xfrm>
            <a:custGeom>
              <a:avLst/>
              <a:gdLst/>
              <a:ahLst/>
              <a:cxnLst/>
              <a:rect l="l" t="t" r="r" b="b"/>
              <a:pathLst>
                <a:path w="660400" h="1006147">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32797"/>
                  </a:cubicBezTo>
                  <a:lnTo>
                    <a:pt x="660400" y="1006147"/>
                  </a:lnTo>
                  <a:lnTo>
                    <a:pt x="0" y="1006147"/>
                  </a:lnTo>
                  <a:lnTo>
                    <a:pt x="0" y="333296"/>
                  </a:lnTo>
                  <a:cubicBezTo>
                    <a:pt x="1782" y="185660"/>
                    <a:pt x="93019" y="64045"/>
                    <a:pt x="220252" y="19070"/>
                  </a:cubicBezTo>
                  <a:close/>
                </a:path>
              </a:pathLst>
            </a:custGeom>
            <a:solidFill>
              <a:srgbClr val="F0AECA"/>
            </a:solidFill>
          </p:spPr>
          <p:txBody>
            <a:bodyPr/>
            <a:lstStyle/>
            <a:p>
              <a:endParaRPr lang="en-VN"/>
            </a:p>
          </p:txBody>
        </p:sp>
        <p:sp>
          <p:nvSpPr>
            <p:cNvPr id="38" name="TextBox 38">
              <a:extLst>
                <a:ext uri="{FF2B5EF4-FFF2-40B4-BE49-F238E27FC236}">
                  <a16:creationId xmlns:a16="http://schemas.microsoft.com/office/drawing/2014/main" id="{D7DEC67A-09C0-5A7E-98C8-2C4254D3704E}"/>
                </a:ext>
              </a:extLst>
            </p:cNvPr>
            <p:cNvSpPr txBox="1"/>
            <p:nvPr/>
          </p:nvSpPr>
          <p:spPr>
            <a:xfrm>
              <a:off x="0" y="50800"/>
              <a:ext cx="660400" cy="955347"/>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71B9E9CC-8EB0-7477-4FF0-D3488401B571}"/>
              </a:ext>
            </a:extLst>
          </p:cNvPr>
          <p:cNvGrpSpPr/>
          <p:nvPr/>
        </p:nvGrpSpPr>
        <p:grpSpPr>
          <a:xfrm rot="5400000">
            <a:off x="16157117" y="3615183"/>
            <a:ext cx="1191883" cy="1393484"/>
            <a:chOff x="0" y="0"/>
            <a:chExt cx="660400" cy="772103"/>
          </a:xfrm>
        </p:grpSpPr>
        <p:sp>
          <p:nvSpPr>
            <p:cNvPr id="40" name="Freeform 40">
              <a:extLst>
                <a:ext uri="{FF2B5EF4-FFF2-40B4-BE49-F238E27FC236}">
                  <a16:creationId xmlns:a16="http://schemas.microsoft.com/office/drawing/2014/main" id="{E3189468-34F7-CAEF-AE53-233EDDD65596}"/>
                </a:ext>
              </a:extLst>
            </p:cNvPr>
            <p:cNvSpPr/>
            <p:nvPr/>
          </p:nvSpPr>
          <p:spPr>
            <a:xfrm>
              <a:off x="0" y="0"/>
              <a:ext cx="660400" cy="772103"/>
            </a:xfrm>
            <a:custGeom>
              <a:avLst/>
              <a:gdLst/>
              <a:ahLst/>
              <a:cxnLst/>
              <a:rect l="l" t="t" r="r" b="b"/>
              <a:pathLst>
                <a:path w="660400" h="772103">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7598"/>
                  </a:cubicBezTo>
                  <a:lnTo>
                    <a:pt x="660400" y="772103"/>
                  </a:lnTo>
                  <a:lnTo>
                    <a:pt x="0" y="772103"/>
                  </a:lnTo>
                  <a:lnTo>
                    <a:pt x="0" y="327928"/>
                  </a:lnTo>
                  <a:cubicBezTo>
                    <a:pt x="1782" y="185660"/>
                    <a:pt x="93019" y="64045"/>
                    <a:pt x="220252" y="19070"/>
                  </a:cubicBezTo>
                  <a:close/>
                </a:path>
              </a:pathLst>
            </a:custGeom>
            <a:solidFill>
              <a:srgbClr val="F6D897"/>
            </a:solidFill>
          </p:spPr>
          <p:txBody>
            <a:bodyPr/>
            <a:lstStyle/>
            <a:p>
              <a:endParaRPr lang="en-VN"/>
            </a:p>
          </p:txBody>
        </p:sp>
        <p:sp>
          <p:nvSpPr>
            <p:cNvPr id="41" name="TextBox 41">
              <a:extLst>
                <a:ext uri="{FF2B5EF4-FFF2-40B4-BE49-F238E27FC236}">
                  <a16:creationId xmlns:a16="http://schemas.microsoft.com/office/drawing/2014/main" id="{D58C98C6-7934-4BF1-E191-C532FA7E4BD2}"/>
                </a:ext>
              </a:extLst>
            </p:cNvPr>
            <p:cNvSpPr txBox="1"/>
            <p:nvPr/>
          </p:nvSpPr>
          <p:spPr>
            <a:xfrm>
              <a:off x="0" y="50800"/>
              <a:ext cx="660400" cy="721303"/>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B74EF7FC-3781-118A-E081-FD2D174C042B}"/>
              </a:ext>
            </a:extLst>
          </p:cNvPr>
          <p:cNvGrpSpPr/>
          <p:nvPr/>
        </p:nvGrpSpPr>
        <p:grpSpPr>
          <a:xfrm rot="5400000">
            <a:off x="16157117" y="5959591"/>
            <a:ext cx="1191883" cy="1393484"/>
            <a:chOff x="0" y="0"/>
            <a:chExt cx="660400" cy="772103"/>
          </a:xfrm>
        </p:grpSpPr>
        <p:sp>
          <p:nvSpPr>
            <p:cNvPr id="43" name="Freeform 43">
              <a:extLst>
                <a:ext uri="{FF2B5EF4-FFF2-40B4-BE49-F238E27FC236}">
                  <a16:creationId xmlns:a16="http://schemas.microsoft.com/office/drawing/2014/main" id="{0878924A-5EF3-EA02-09EC-5D693C8593CC}"/>
                </a:ext>
              </a:extLst>
            </p:cNvPr>
            <p:cNvSpPr/>
            <p:nvPr/>
          </p:nvSpPr>
          <p:spPr>
            <a:xfrm>
              <a:off x="0" y="0"/>
              <a:ext cx="660400" cy="772103"/>
            </a:xfrm>
            <a:custGeom>
              <a:avLst/>
              <a:gdLst/>
              <a:ahLst/>
              <a:cxnLst/>
              <a:rect l="l" t="t" r="r" b="b"/>
              <a:pathLst>
                <a:path w="660400" h="772103">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7598"/>
                  </a:cubicBezTo>
                  <a:lnTo>
                    <a:pt x="660400" y="772103"/>
                  </a:lnTo>
                  <a:lnTo>
                    <a:pt x="0" y="772103"/>
                  </a:lnTo>
                  <a:lnTo>
                    <a:pt x="0" y="327928"/>
                  </a:lnTo>
                  <a:cubicBezTo>
                    <a:pt x="1782" y="185660"/>
                    <a:pt x="93019" y="64045"/>
                    <a:pt x="220252" y="19070"/>
                  </a:cubicBezTo>
                  <a:close/>
                </a:path>
              </a:pathLst>
            </a:custGeom>
            <a:solidFill>
              <a:srgbClr val="BFDFB6"/>
            </a:solidFill>
          </p:spPr>
          <p:txBody>
            <a:bodyPr/>
            <a:lstStyle/>
            <a:p>
              <a:endParaRPr lang="en-VN"/>
            </a:p>
          </p:txBody>
        </p:sp>
        <p:sp>
          <p:nvSpPr>
            <p:cNvPr id="44" name="TextBox 44">
              <a:extLst>
                <a:ext uri="{FF2B5EF4-FFF2-40B4-BE49-F238E27FC236}">
                  <a16:creationId xmlns:a16="http://schemas.microsoft.com/office/drawing/2014/main" id="{665B0F41-4DC1-5517-254F-C8E60956F6D7}"/>
                </a:ext>
              </a:extLst>
            </p:cNvPr>
            <p:cNvSpPr txBox="1"/>
            <p:nvPr/>
          </p:nvSpPr>
          <p:spPr>
            <a:xfrm>
              <a:off x="0" y="50800"/>
              <a:ext cx="660400" cy="721303"/>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EC3A46D7-6D18-A106-4338-1897B78B8EFD}"/>
              </a:ext>
            </a:extLst>
          </p:cNvPr>
          <p:cNvGrpSpPr/>
          <p:nvPr/>
        </p:nvGrpSpPr>
        <p:grpSpPr>
          <a:xfrm rot="5400000">
            <a:off x="16157117" y="8303999"/>
            <a:ext cx="1191883" cy="1393484"/>
            <a:chOff x="0" y="0"/>
            <a:chExt cx="660400" cy="772103"/>
          </a:xfrm>
        </p:grpSpPr>
        <p:sp>
          <p:nvSpPr>
            <p:cNvPr id="46" name="Freeform 46">
              <a:extLst>
                <a:ext uri="{FF2B5EF4-FFF2-40B4-BE49-F238E27FC236}">
                  <a16:creationId xmlns:a16="http://schemas.microsoft.com/office/drawing/2014/main" id="{ED1CA01E-CD3D-96BB-FC3E-E1A691241F0A}"/>
                </a:ext>
              </a:extLst>
            </p:cNvPr>
            <p:cNvSpPr/>
            <p:nvPr/>
          </p:nvSpPr>
          <p:spPr>
            <a:xfrm>
              <a:off x="0" y="0"/>
              <a:ext cx="660400" cy="772103"/>
            </a:xfrm>
            <a:custGeom>
              <a:avLst/>
              <a:gdLst/>
              <a:ahLst/>
              <a:cxnLst/>
              <a:rect l="l" t="t" r="r" b="b"/>
              <a:pathLst>
                <a:path w="660400" h="772103">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7598"/>
                  </a:cubicBezTo>
                  <a:lnTo>
                    <a:pt x="660400" y="772103"/>
                  </a:lnTo>
                  <a:lnTo>
                    <a:pt x="0" y="772103"/>
                  </a:lnTo>
                  <a:lnTo>
                    <a:pt x="0" y="327928"/>
                  </a:lnTo>
                  <a:cubicBezTo>
                    <a:pt x="1782" y="185660"/>
                    <a:pt x="93019" y="64045"/>
                    <a:pt x="220252" y="19070"/>
                  </a:cubicBezTo>
                  <a:close/>
                </a:path>
              </a:pathLst>
            </a:custGeom>
            <a:solidFill>
              <a:srgbClr val="D4DFE8"/>
            </a:solidFill>
          </p:spPr>
          <p:txBody>
            <a:bodyPr/>
            <a:lstStyle/>
            <a:p>
              <a:endParaRPr lang="en-VN"/>
            </a:p>
          </p:txBody>
        </p:sp>
        <p:sp>
          <p:nvSpPr>
            <p:cNvPr id="47" name="TextBox 47">
              <a:extLst>
                <a:ext uri="{FF2B5EF4-FFF2-40B4-BE49-F238E27FC236}">
                  <a16:creationId xmlns:a16="http://schemas.microsoft.com/office/drawing/2014/main" id="{A3216ED7-D173-13A9-DE4B-7E7C990D5D01}"/>
                </a:ext>
              </a:extLst>
            </p:cNvPr>
            <p:cNvSpPr txBox="1"/>
            <p:nvPr/>
          </p:nvSpPr>
          <p:spPr>
            <a:xfrm>
              <a:off x="0" y="50800"/>
              <a:ext cx="660400" cy="721303"/>
            </a:xfrm>
            <a:prstGeom prst="rect">
              <a:avLst/>
            </a:prstGeom>
          </p:spPr>
          <p:txBody>
            <a:bodyPr lIns="50800" tIns="50800" rIns="50800" bIns="50800" rtlCol="0" anchor="ctr"/>
            <a:lstStyle/>
            <a:p>
              <a:pPr algn="ctr">
                <a:lnSpc>
                  <a:spcPts val="2659"/>
                </a:lnSpc>
              </a:pPr>
              <a:endParaRPr/>
            </a:p>
          </p:txBody>
        </p:sp>
      </p:grpSp>
      <p:sp>
        <p:nvSpPr>
          <p:cNvPr id="48" name="Freeform 48">
            <a:extLst>
              <a:ext uri="{FF2B5EF4-FFF2-40B4-BE49-F238E27FC236}">
                <a16:creationId xmlns:a16="http://schemas.microsoft.com/office/drawing/2014/main" id="{6938218D-3313-CB21-167B-24945679D3B6}"/>
              </a:ext>
            </a:extLst>
          </p:cNvPr>
          <p:cNvSpPr/>
          <p:nvPr/>
        </p:nvSpPr>
        <p:spPr>
          <a:xfrm rot="-5400000">
            <a:off x="9861845" y="5122401"/>
            <a:ext cx="13235531" cy="843765"/>
          </a:xfrm>
          <a:custGeom>
            <a:avLst/>
            <a:gdLst/>
            <a:ahLst/>
            <a:cxnLst/>
            <a:rect l="l" t="t" r="r" b="b"/>
            <a:pathLst>
              <a:path w="13235531" h="843765">
                <a:moveTo>
                  <a:pt x="0" y="0"/>
                </a:moveTo>
                <a:lnTo>
                  <a:pt x="13235531" y="0"/>
                </a:lnTo>
                <a:lnTo>
                  <a:pt x="13235531" y="843765"/>
                </a:lnTo>
                <a:lnTo>
                  <a:pt x="0" y="843765"/>
                </a:lnTo>
                <a:lnTo>
                  <a:pt x="0" y="0"/>
                </a:lnTo>
                <a:close/>
              </a:path>
            </a:pathLst>
          </a:custGeom>
          <a:blipFill>
            <a:blip r:embed="rId3">
              <a:alphaModFix amt="28000"/>
            </a:blip>
            <a:stretch>
              <a:fillRect/>
            </a:stretch>
          </a:blipFill>
        </p:spPr>
        <p:txBody>
          <a:bodyPr/>
          <a:lstStyle/>
          <a:p>
            <a:endParaRPr lang="en-VN"/>
          </a:p>
        </p:txBody>
      </p:sp>
      <p:sp>
        <p:nvSpPr>
          <p:cNvPr id="49" name="Freeform 49">
            <a:extLst>
              <a:ext uri="{FF2B5EF4-FFF2-40B4-BE49-F238E27FC236}">
                <a16:creationId xmlns:a16="http://schemas.microsoft.com/office/drawing/2014/main" id="{A3C68544-922D-3927-65FF-5E209EF1D824}"/>
              </a:ext>
            </a:extLst>
          </p:cNvPr>
          <p:cNvSpPr/>
          <p:nvPr/>
        </p:nvSpPr>
        <p:spPr>
          <a:xfrm>
            <a:off x="16241213" y="8697417"/>
            <a:ext cx="937733" cy="617732"/>
          </a:xfrm>
          <a:custGeom>
            <a:avLst/>
            <a:gdLst/>
            <a:ahLst/>
            <a:cxnLst/>
            <a:rect l="l" t="t" r="r" b="b"/>
            <a:pathLst>
              <a:path w="937733" h="617732">
                <a:moveTo>
                  <a:pt x="0" y="0"/>
                </a:moveTo>
                <a:lnTo>
                  <a:pt x="937733" y="0"/>
                </a:lnTo>
                <a:lnTo>
                  <a:pt x="937733" y="617732"/>
                </a:lnTo>
                <a:lnTo>
                  <a:pt x="0" y="6177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VN"/>
          </a:p>
        </p:txBody>
      </p:sp>
      <p:sp>
        <p:nvSpPr>
          <p:cNvPr id="50" name="Freeform 50">
            <a:extLst>
              <a:ext uri="{FF2B5EF4-FFF2-40B4-BE49-F238E27FC236}">
                <a16:creationId xmlns:a16="http://schemas.microsoft.com/office/drawing/2014/main" id="{65E9FBA4-D4E1-8AE7-4072-B32C0B6C9E53}"/>
              </a:ext>
            </a:extLst>
          </p:cNvPr>
          <p:cNvSpPr/>
          <p:nvPr/>
        </p:nvSpPr>
        <p:spPr>
          <a:xfrm>
            <a:off x="16397480" y="6269996"/>
            <a:ext cx="781466" cy="772675"/>
          </a:xfrm>
          <a:custGeom>
            <a:avLst/>
            <a:gdLst/>
            <a:ahLst/>
            <a:cxnLst/>
            <a:rect l="l" t="t" r="r" b="b"/>
            <a:pathLst>
              <a:path w="781466" h="772675">
                <a:moveTo>
                  <a:pt x="0" y="0"/>
                </a:moveTo>
                <a:lnTo>
                  <a:pt x="781466" y="0"/>
                </a:lnTo>
                <a:lnTo>
                  <a:pt x="781466" y="772674"/>
                </a:lnTo>
                <a:lnTo>
                  <a:pt x="0" y="77267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51" name="Freeform 51">
            <a:extLst>
              <a:ext uri="{FF2B5EF4-FFF2-40B4-BE49-F238E27FC236}">
                <a16:creationId xmlns:a16="http://schemas.microsoft.com/office/drawing/2014/main" id="{1592C374-A758-3D0C-2A51-03B61CA81309}"/>
              </a:ext>
            </a:extLst>
          </p:cNvPr>
          <p:cNvSpPr/>
          <p:nvPr/>
        </p:nvSpPr>
        <p:spPr>
          <a:xfrm>
            <a:off x="16403613" y="1533127"/>
            <a:ext cx="855687" cy="782953"/>
          </a:xfrm>
          <a:custGeom>
            <a:avLst/>
            <a:gdLst/>
            <a:ahLst/>
            <a:cxnLst/>
            <a:rect l="l" t="t" r="r" b="b"/>
            <a:pathLst>
              <a:path w="855687" h="782953">
                <a:moveTo>
                  <a:pt x="0" y="0"/>
                </a:moveTo>
                <a:lnTo>
                  <a:pt x="855687" y="0"/>
                </a:lnTo>
                <a:lnTo>
                  <a:pt x="855687" y="782953"/>
                </a:lnTo>
                <a:lnTo>
                  <a:pt x="0" y="78295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VN"/>
          </a:p>
        </p:txBody>
      </p:sp>
      <p:sp>
        <p:nvSpPr>
          <p:cNvPr id="52" name="Freeform 52">
            <a:extLst>
              <a:ext uri="{FF2B5EF4-FFF2-40B4-BE49-F238E27FC236}">
                <a16:creationId xmlns:a16="http://schemas.microsoft.com/office/drawing/2014/main" id="{7C39AA91-A41D-5AFF-D9E2-215D7CFD2E66}"/>
              </a:ext>
            </a:extLst>
          </p:cNvPr>
          <p:cNvSpPr/>
          <p:nvPr/>
        </p:nvSpPr>
        <p:spPr>
          <a:xfrm>
            <a:off x="16241213" y="4004341"/>
            <a:ext cx="937733" cy="672823"/>
          </a:xfrm>
          <a:custGeom>
            <a:avLst/>
            <a:gdLst/>
            <a:ahLst/>
            <a:cxnLst/>
            <a:rect l="l" t="t" r="r" b="b"/>
            <a:pathLst>
              <a:path w="937733" h="672823">
                <a:moveTo>
                  <a:pt x="0" y="0"/>
                </a:moveTo>
                <a:lnTo>
                  <a:pt x="937733" y="0"/>
                </a:lnTo>
                <a:lnTo>
                  <a:pt x="937733" y="672823"/>
                </a:lnTo>
                <a:lnTo>
                  <a:pt x="0" y="672823"/>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VN"/>
          </a:p>
        </p:txBody>
      </p:sp>
      <p:sp>
        <p:nvSpPr>
          <p:cNvPr id="62" name="TextBox 61">
            <a:extLst>
              <a:ext uri="{FF2B5EF4-FFF2-40B4-BE49-F238E27FC236}">
                <a16:creationId xmlns:a16="http://schemas.microsoft.com/office/drawing/2014/main" id="{6C37DAF9-FD4E-608C-EBF9-A314B1BEC01E}"/>
              </a:ext>
            </a:extLst>
          </p:cNvPr>
          <p:cNvSpPr txBox="1"/>
          <p:nvPr/>
        </p:nvSpPr>
        <p:spPr>
          <a:xfrm>
            <a:off x="1552903" y="495300"/>
            <a:ext cx="14182334" cy="9257278"/>
          </a:xfrm>
          <a:prstGeom prst="rect">
            <a:avLst/>
          </a:prstGeom>
          <a:noFill/>
        </p:spPr>
        <p:txBody>
          <a:bodyPr wrap="square">
            <a:spAutoFit/>
          </a:bodyPr>
          <a:lstStyle/>
          <a:p>
            <a:pPr algn="ctr">
              <a:lnSpc>
                <a:spcPct val="150000"/>
              </a:lnSpc>
              <a:spcBef>
                <a:spcPts val="600"/>
              </a:spcBef>
              <a:spcAft>
                <a:spcPts val="600"/>
              </a:spcAft>
              <a:buNone/>
            </a:pPr>
            <a:r>
              <a:rPr lang="vi-VN" sz="5000" b="1">
                <a:solidFill>
                  <a:schemeClr val="accent2"/>
                </a:solidFill>
                <a:latin typeface="American Typewriter" panose="02090604020004020304" pitchFamily="18" charset="77"/>
              </a:rPr>
              <a:t>CÁC CÁCH THÀNH LẬP CỤM DANH TỪ</a:t>
            </a:r>
          </a:p>
          <a:p>
            <a:pPr algn="ctr">
              <a:lnSpc>
                <a:spcPct val="150000"/>
              </a:lnSpc>
              <a:spcBef>
                <a:spcPts val="600"/>
              </a:spcBef>
              <a:spcAft>
                <a:spcPts val="600"/>
              </a:spcAft>
            </a:pPr>
            <a:r>
              <a:rPr lang="vi-VN" sz="5000" b="1">
                <a:solidFill>
                  <a:srgbClr val="00B050"/>
                </a:solidFill>
                <a:latin typeface="American Typewriter" panose="02090604020004020304" pitchFamily="18" charset="77"/>
              </a:rPr>
              <a:t>TÍNH TỪ SỞ HỮU + DANH TỪ</a:t>
            </a:r>
          </a:p>
          <a:p>
            <a:pPr algn="just">
              <a:lnSpc>
                <a:spcPct val="150000"/>
              </a:lnSpc>
              <a:spcBef>
                <a:spcPts val="600"/>
              </a:spcBef>
              <a:spcAft>
                <a:spcPts val="600"/>
              </a:spcAft>
            </a:pPr>
            <a:r>
              <a:rPr lang="vi-VN" sz="4700">
                <a:latin typeface="American Typewriter" panose="02090604020004020304" pitchFamily="18" charset="77"/>
              </a:rPr>
              <a:t>→ Tính từ sở hữu (</a:t>
            </a:r>
            <a:r>
              <a:rPr lang="vi-VN" sz="4700" b="1">
                <a:latin typeface="American Typewriter" panose="02090604020004020304" pitchFamily="18" charset="77"/>
              </a:rPr>
              <a:t>my, your, his, her, our, their</a:t>
            </a:r>
            <a:r>
              <a:rPr lang="vi-VN" sz="4700">
                <a:latin typeface="American Typewriter" panose="02090604020004020304" pitchFamily="18" charset="77"/>
              </a:rPr>
              <a:t>) dùng để chỉ quyền sở hữu đối với danh từ.</a:t>
            </a:r>
          </a:p>
          <a:p>
            <a:pPr algn="just">
              <a:lnSpc>
                <a:spcPct val="150000"/>
              </a:lnSpc>
              <a:spcBef>
                <a:spcPts val="600"/>
              </a:spcBef>
              <a:spcAft>
                <a:spcPts val="600"/>
              </a:spcAft>
            </a:pPr>
            <a:r>
              <a:rPr lang="vi-VN" sz="4700">
                <a:latin typeface="American Typewriter" panose="02090604020004020304" pitchFamily="18" charset="77"/>
              </a:rPr>
              <a:t>→ </a:t>
            </a:r>
            <a:r>
              <a:rPr lang="en-US" sz="4700" b="1">
                <a:latin typeface="American Typewriter" panose="02090604020004020304" pitchFamily="18" charset="77"/>
                <a:ea typeface="Calibri" panose="020F0502020204030204" pitchFamily="34" charset="0"/>
                <a:cs typeface="Times New Roman" panose="02020603050405020304" pitchFamily="18" charset="0"/>
              </a:rPr>
              <a:t>My classmates </a:t>
            </a:r>
            <a:r>
              <a:rPr lang="en-US" sz="4700">
                <a:latin typeface="American Typewriter" panose="02090604020004020304" pitchFamily="18" charset="77"/>
                <a:ea typeface="Calibri" panose="020F0502020204030204" pitchFamily="34" charset="0"/>
                <a:cs typeface="Times New Roman" panose="02020603050405020304" pitchFamily="18" charset="0"/>
              </a:rPr>
              <a:t>and I are working on a group project. Each member has </a:t>
            </a:r>
            <a:r>
              <a:rPr lang="en-US" sz="4700" b="1">
                <a:latin typeface="American Typewriter" panose="02090604020004020304" pitchFamily="18" charset="77"/>
                <a:ea typeface="Calibri" panose="020F0502020204030204" pitchFamily="34" charset="0"/>
                <a:cs typeface="Times New Roman" panose="02020603050405020304" pitchFamily="18" charset="0"/>
              </a:rPr>
              <a:t>their own part </a:t>
            </a:r>
            <a:r>
              <a:rPr lang="en-US" sz="4700">
                <a:latin typeface="American Typewriter" panose="02090604020004020304" pitchFamily="18" charset="77"/>
                <a:ea typeface="Calibri" panose="020F0502020204030204" pitchFamily="34" charset="0"/>
                <a:cs typeface="Times New Roman" panose="02020603050405020304" pitchFamily="18" charset="0"/>
              </a:rPr>
              <a:t>to complete. </a:t>
            </a:r>
            <a:r>
              <a:rPr lang="en-US" sz="4700" b="1">
                <a:latin typeface="American Typewriter" panose="02090604020004020304" pitchFamily="18" charset="77"/>
                <a:ea typeface="Calibri" panose="020F0502020204030204" pitchFamily="34" charset="0"/>
                <a:cs typeface="Times New Roman" panose="02020603050405020304" pitchFamily="18" charset="0"/>
              </a:rPr>
              <a:t>Our teacher </a:t>
            </a:r>
            <a:r>
              <a:rPr lang="en-US" sz="4700">
                <a:latin typeface="American Typewriter" panose="02090604020004020304" pitchFamily="18" charset="77"/>
                <a:ea typeface="Calibri" panose="020F0502020204030204" pitchFamily="34" charset="0"/>
                <a:cs typeface="Times New Roman" panose="02020603050405020304" pitchFamily="18" charset="0"/>
              </a:rPr>
              <a:t>checks </a:t>
            </a:r>
            <a:r>
              <a:rPr lang="en-US" sz="4700" b="1">
                <a:latin typeface="American Typewriter" panose="02090604020004020304" pitchFamily="18" charset="77"/>
                <a:ea typeface="Calibri" panose="020F0502020204030204" pitchFamily="34" charset="0"/>
                <a:cs typeface="Times New Roman" panose="02020603050405020304" pitchFamily="18" charset="0"/>
              </a:rPr>
              <a:t>our progress </a:t>
            </a:r>
            <a:r>
              <a:rPr lang="en-US" sz="4700">
                <a:latin typeface="American Typewriter" panose="02090604020004020304" pitchFamily="18" charset="77"/>
                <a:ea typeface="Calibri" panose="020F0502020204030204" pitchFamily="34" charset="0"/>
                <a:cs typeface="Times New Roman" panose="02020603050405020304" pitchFamily="18" charset="0"/>
              </a:rPr>
              <a:t>every week and gives helpful feedback.</a:t>
            </a:r>
          </a:p>
        </p:txBody>
      </p:sp>
      <p:sp>
        <p:nvSpPr>
          <p:cNvPr id="3" name="Rounded Rectangle 2">
            <a:extLst>
              <a:ext uri="{FF2B5EF4-FFF2-40B4-BE49-F238E27FC236}">
                <a16:creationId xmlns:a16="http://schemas.microsoft.com/office/drawing/2014/main" id="{8341D671-5575-2CA5-4624-B8AD010C12DD}"/>
              </a:ext>
            </a:extLst>
          </p:cNvPr>
          <p:cNvSpPr/>
          <p:nvPr/>
        </p:nvSpPr>
        <p:spPr>
          <a:xfrm>
            <a:off x="3429000" y="1761727"/>
            <a:ext cx="10424346" cy="1400573"/>
          </a:xfrm>
          <a:prstGeom prst="roundRect">
            <a:avLst/>
          </a:prstGeom>
          <a:noFill/>
          <a:ln w="57150">
            <a:solidFill>
              <a:schemeClr val="accent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538141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2">
                                            <p:txEl>
                                              <p:pRg st="0" end="0"/>
                                            </p:txEl>
                                          </p:spTgt>
                                        </p:tgtEl>
                                        <p:attrNameLst>
                                          <p:attrName>style.visibility</p:attrName>
                                        </p:attrNameLst>
                                      </p:cBhvr>
                                      <p:to>
                                        <p:strVal val="visible"/>
                                      </p:to>
                                    </p:set>
                                    <p:anim calcmode="lin" valueType="num">
                                      <p:cBhvr additive="base">
                                        <p:cTn id="7" dur="500" fill="hold"/>
                                        <p:tgtEl>
                                          <p:spTgt spid="6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2">
                                            <p:txEl>
                                              <p:pRg st="1" end="1"/>
                                            </p:txEl>
                                          </p:spTgt>
                                        </p:tgtEl>
                                        <p:attrNameLst>
                                          <p:attrName>style.visibility</p:attrName>
                                        </p:attrNameLst>
                                      </p:cBhvr>
                                      <p:to>
                                        <p:strVal val="visible"/>
                                      </p:to>
                                    </p:set>
                                    <p:anim calcmode="lin" valueType="num">
                                      <p:cBhvr additive="base">
                                        <p:cTn id="19" dur="500" fill="hold"/>
                                        <p:tgtEl>
                                          <p:spTgt spid="62">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2">
                                            <p:txEl>
                                              <p:pRg st="2" end="2"/>
                                            </p:txEl>
                                          </p:spTgt>
                                        </p:tgtEl>
                                        <p:attrNameLst>
                                          <p:attrName>style.visibility</p:attrName>
                                        </p:attrNameLst>
                                      </p:cBhvr>
                                      <p:to>
                                        <p:strVal val="visible"/>
                                      </p:to>
                                    </p:set>
                                    <p:anim calcmode="lin" valueType="num">
                                      <p:cBhvr additive="base">
                                        <p:cTn id="25" dur="500" fill="hold"/>
                                        <p:tgtEl>
                                          <p:spTgt spid="62">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2">
                                            <p:txEl>
                                              <p:pRg st="3" end="3"/>
                                            </p:txEl>
                                          </p:spTgt>
                                        </p:tgtEl>
                                        <p:attrNameLst>
                                          <p:attrName>style.visibility</p:attrName>
                                        </p:attrNameLst>
                                      </p:cBhvr>
                                      <p:to>
                                        <p:strVal val="visible"/>
                                      </p:to>
                                    </p:set>
                                    <p:anim calcmode="lin" valueType="num">
                                      <p:cBhvr additive="base">
                                        <p:cTn id="31" dur="500" fill="hold"/>
                                        <p:tgtEl>
                                          <p:spTgt spid="62">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E785F-66BD-5FC2-EEE4-87C569C6FE1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1F83C07-02D8-BB24-4189-0BDEC86785A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1527" r="-2747" b="-10285"/>
            </a:stretch>
          </a:blipFill>
        </p:spPr>
        <p:txBody>
          <a:bodyPr/>
          <a:lstStyle/>
          <a:p>
            <a:endParaRPr lang="en-VN"/>
          </a:p>
        </p:txBody>
      </p:sp>
      <p:grpSp>
        <p:nvGrpSpPr>
          <p:cNvPr id="6" name="Group 6">
            <a:extLst>
              <a:ext uri="{FF2B5EF4-FFF2-40B4-BE49-F238E27FC236}">
                <a16:creationId xmlns:a16="http://schemas.microsoft.com/office/drawing/2014/main" id="{78132664-3812-B532-69DF-04D60C6ED69F}"/>
              </a:ext>
            </a:extLst>
          </p:cNvPr>
          <p:cNvGrpSpPr/>
          <p:nvPr/>
        </p:nvGrpSpPr>
        <p:grpSpPr>
          <a:xfrm>
            <a:off x="-1403650" y="-514350"/>
            <a:ext cx="2616801" cy="11504153"/>
            <a:chOff x="0" y="0"/>
            <a:chExt cx="689199" cy="3029900"/>
          </a:xfrm>
        </p:grpSpPr>
        <p:sp>
          <p:nvSpPr>
            <p:cNvPr id="7" name="Freeform 7">
              <a:extLst>
                <a:ext uri="{FF2B5EF4-FFF2-40B4-BE49-F238E27FC236}">
                  <a16:creationId xmlns:a16="http://schemas.microsoft.com/office/drawing/2014/main" id="{85E5A4F3-F473-E7E6-EA89-A8886240D436}"/>
                </a:ext>
              </a:extLst>
            </p:cNvPr>
            <p:cNvSpPr/>
            <p:nvPr/>
          </p:nvSpPr>
          <p:spPr>
            <a:xfrm>
              <a:off x="0" y="0"/>
              <a:ext cx="689199" cy="3029900"/>
            </a:xfrm>
            <a:custGeom>
              <a:avLst/>
              <a:gdLst/>
              <a:ahLst/>
              <a:cxnLst/>
              <a:rect l="l" t="t" r="r" b="b"/>
              <a:pathLst>
                <a:path w="689199" h="3029900">
                  <a:moveTo>
                    <a:pt x="0" y="0"/>
                  </a:moveTo>
                  <a:lnTo>
                    <a:pt x="689199" y="0"/>
                  </a:lnTo>
                  <a:lnTo>
                    <a:pt x="689199" y="3029900"/>
                  </a:lnTo>
                  <a:lnTo>
                    <a:pt x="0" y="3029900"/>
                  </a:lnTo>
                  <a:close/>
                </a:path>
              </a:pathLst>
            </a:custGeom>
            <a:solidFill>
              <a:srgbClr val="D4DFE8"/>
            </a:solidFill>
            <a:ln w="19050" cap="sq">
              <a:solidFill>
                <a:srgbClr val="ACC8DC"/>
              </a:solidFill>
              <a:prstDash val="solid"/>
              <a:miter/>
            </a:ln>
          </p:spPr>
          <p:txBody>
            <a:bodyPr/>
            <a:lstStyle/>
            <a:p>
              <a:endParaRPr lang="en-VN"/>
            </a:p>
          </p:txBody>
        </p:sp>
        <p:sp>
          <p:nvSpPr>
            <p:cNvPr id="8" name="TextBox 8">
              <a:extLst>
                <a:ext uri="{FF2B5EF4-FFF2-40B4-BE49-F238E27FC236}">
                  <a16:creationId xmlns:a16="http://schemas.microsoft.com/office/drawing/2014/main" id="{9CCD0152-1E90-E8B7-03CC-F2EC64CB9879}"/>
                </a:ext>
              </a:extLst>
            </p:cNvPr>
            <p:cNvSpPr txBox="1"/>
            <p:nvPr/>
          </p:nvSpPr>
          <p:spPr>
            <a:xfrm>
              <a:off x="0" y="-76200"/>
              <a:ext cx="689199" cy="3106100"/>
            </a:xfrm>
            <a:prstGeom prst="rect">
              <a:avLst/>
            </a:prstGeom>
          </p:spPr>
          <p:txBody>
            <a:bodyPr lIns="50800" tIns="50800" rIns="50800" bIns="50800" rtlCol="0" anchor="ctr"/>
            <a:lstStyle/>
            <a:p>
              <a:pPr algn="ctr">
                <a:lnSpc>
                  <a:spcPts val="2659"/>
                </a:lnSpc>
              </a:pPr>
              <a:endParaRPr/>
            </a:p>
          </p:txBody>
        </p:sp>
      </p:grpSp>
      <p:grpSp>
        <p:nvGrpSpPr>
          <p:cNvPr id="9" name="Group 9">
            <a:extLst>
              <a:ext uri="{FF2B5EF4-FFF2-40B4-BE49-F238E27FC236}">
                <a16:creationId xmlns:a16="http://schemas.microsoft.com/office/drawing/2014/main" id="{6A23998A-966B-0362-C77B-1E8FCDD62CA4}"/>
              </a:ext>
            </a:extLst>
          </p:cNvPr>
          <p:cNvGrpSpPr/>
          <p:nvPr/>
        </p:nvGrpSpPr>
        <p:grpSpPr>
          <a:xfrm>
            <a:off x="16056316" y="-514350"/>
            <a:ext cx="3048146" cy="11504153"/>
            <a:chOff x="0" y="0"/>
            <a:chExt cx="802804" cy="3029900"/>
          </a:xfrm>
        </p:grpSpPr>
        <p:sp>
          <p:nvSpPr>
            <p:cNvPr id="10" name="Freeform 10">
              <a:extLst>
                <a:ext uri="{FF2B5EF4-FFF2-40B4-BE49-F238E27FC236}">
                  <a16:creationId xmlns:a16="http://schemas.microsoft.com/office/drawing/2014/main" id="{C0F06542-101B-1188-8F37-3982E439B282}"/>
                </a:ext>
              </a:extLst>
            </p:cNvPr>
            <p:cNvSpPr/>
            <p:nvPr/>
          </p:nvSpPr>
          <p:spPr>
            <a:xfrm>
              <a:off x="0" y="0"/>
              <a:ext cx="802804" cy="3029900"/>
            </a:xfrm>
            <a:custGeom>
              <a:avLst/>
              <a:gdLst/>
              <a:ahLst/>
              <a:cxnLst/>
              <a:rect l="l" t="t" r="r" b="b"/>
              <a:pathLst>
                <a:path w="802804" h="3029900">
                  <a:moveTo>
                    <a:pt x="0" y="0"/>
                  </a:moveTo>
                  <a:lnTo>
                    <a:pt x="802804" y="0"/>
                  </a:lnTo>
                  <a:lnTo>
                    <a:pt x="802804" y="3029900"/>
                  </a:lnTo>
                  <a:lnTo>
                    <a:pt x="0" y="3029900"/>
                  </a:lnTo>
                  <a:close/>
                </a:path>
              </a:pathLst>
            </a:custGeom>
            <a:solidFill>
              <a:srgbClr val="F5F5F5"/>
            </a:solidFill>
            <a:ln cap="sq">
              <a:noFill/>
              <a:prstDash val="solid"/>
              <a:miter/>
            </a:ln>
          </p:spPr>
          <p:txBody>
            <a:bodyPr/>
            <a:lstStyle/>
            <a:p>
              <a:endParaRPr lang="en-VN"/>
            </a:p>
          </p:txBody>
        </p:sp>
        <p:sp>
          <p:nvSpPr>
            <p:cNvPr id="11" name="TextBox 11">
              <a:extLst>
                <a:ext uri="{FF2B5EF4-FFF2-40B4-BE49-F238E27FC236}">
                  <a16:creationId xmlns:a16="http://schemas.microsoft.com/office/drawing/2014/main" id="{7145FC0A-3D7F-4DC2-E1D5-E27A147185C0}"/>
                </a:ext>
              </a:extLst>
            </p:cNvPr>
            <p:cNvSpPr txBox="1"/>
            <p:nvPr/>
          </p:nvSpPr>
          <p:spPr>
            <a:xfrm>
              <a:off x="0" y="-76200"/>
              <a:ext cx="802804" cy="3106100"/>
            </a:xfrm>
            <a:prstGeom prst="rect">
              <a:avLst/>
            </a:prstGeom>
          </p:spPr>
          <p:txBody>
            <a:bodyPr lIns="50800" tIns="50800" rIns="50800" bIns="50800" rtlCol="0" anchor="ctr"/>
            <a:lstStyle/>
            <a:p>
              <a:pPr algn="ctr">
                <a:lnSpc>
                  <a:spcPts val="2659"/>
                </a:lnSpc>
              </a:pPr>
              <a:endParaRPr/>
            </a:p>
          </p:txBody>
        </p:sp>
      </p:grpSp>
      <p:grpSp>
        <p:nvGrpSpPr>
          <p:cNvPr id="12" name="Group 12">
            <a:extLst>
              <a:ext uri="{FF2B5EF4-FFF2-40B4-BE49-F238E27FC236}">
                <a16:creationId xmlns:a16="http://schemas.microsoft.com/office/drawing/2014/main" id="{201F0343-EA52-ACA8-9010-B15EDBDF96AB}"/>
              </a:ext>
            </a:extLst>
          </p:cNvPr>
          <p:cNvGrpSpPr/>
          <p:nvPr/>
        </p:nvGrpSpPr>
        <p:grpSpPr>
          <a:xfrm>
            <a:off x="371920" y="4354028"/>
            <a:ext cx="384544" cy="384544"/>
            <a:chOff x="0" y="0"/>
            <a:chExt cx="812800" cy="812800"/>
          </a:xfrm>
        </p:grpSpPr>
        <p:sp>
          <p:nvSpPr>
            <p:cNvPr id="13" name="Freeform 13">
              <a:extLst>
                <a:ext uri="{FF2B5EF4-FFF2-40B4-BE49-F238E27FC236}">
                  <a16:creationId xmlns:a16="http://schemas.microsoft.com/office/drawing/2014/main" id="{D471D8C2-98B8-C517-DDA6-2E09924887E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14" name="TextBox 14">
              <a:extLst>
                <a:ext uri="{FF2B5EF4-FFF2-40B4-BE49-F238E27FC236}">
                  <a16:creationId xmlns:a16="http://schemas.microsoft.com/office/drawing/2014/main" id="{4A3F1D92-4D44-129B-1F2A-1591FF30D171}"/>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15" name="Group 15">
            <a:extLst>
              <a:ext uri="{FF2B5EF4-FFF2-40B4-BE49-F238E27FC236}">
                <a16:creationId xmlns:a16="http://schemas.microsoft.com/office/drawing/2014/main" id="{5F08A9A0-2DB4-A39A-0740-EE7C5DB4B3CF}"/>
              </a:ext>
            </a:extLst>
          </p:cNvPr>
          <p:cNvGrpSpPr/>
          <p:nvPr/>
        </p:nvGrpSpPr>
        <p:grpSpPr>
          <a:xfrm>
            <a:off x="371920" y="6738452"/>
            <a:ext cx="384544" cy="384544"/>
            <a:chOff x="0" y="0"/>
            <a:chExt cx="812800" cy="812800"/>
          </a:xfrm>
        </p:grpSpPr>
        <p:sp>
          <p:nvSpPr>
            <p:cNvPr id="16" name="Freeform 16">
              <a:extLst>
                <a:ext uri="{FF2B5EF4-FFF2-40B4-BE49-F238E27FC236}">
                  <a16:creationId xmlns:a16="http://schemas.microsoft.com/office/drawing/2014/main" id="{D1E9678E-8D2B-5DC1-8546-49330A72E2F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17" name="TextBox 17">
              <a:extLst>
                <a:ext uri="{FF2B5EF4-FFF2-40B4-BE49-F238E27FC236}">
                  <a16:creationId xmlns:a16="http://schemas.microsoft.com/office/drawing/2014/main" id="{CFD00324-55D2-3EF2-6B4A-B51C0B009975}"/>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18" name="Group 18">
            <a:extLst>
              <a:ext uri="{FF2B5EF4-FFF2-40B4-BE49-F238E27FC236}">
                <a16:creationId xmlns:a16="http://schemas.microsoft.com/office/drawing/2014/main" id="{4846A80F-B93D-D30D-84E0-33BDB299C368}"/>
              </a:ext>
            </a:extLst>
          </p:cNvPr>
          <p:cNvGrpSpPr/>
          <p:nvPr/>
        </p:nvGrpSpPr>
        <p:grpSpPr>
          <a:xfrm>
            <a:off x="371920" y="779579"/>
            <a:ext cx="384544" cy="384544"/>
            <a:chOff x="0" y="0"/>
            <a:chExt cx="812800" cy="812800"/>
          </a:xfrm>
        </p:grpSpPr>
        <p:sp>
          <p:nvSpPr>
            <p:cNvPr id="19" name="Freeform 19">
              <a:extLst>
                <a:ext uri="{FF2B5EF4-FFF2-40B4-BE49-F238E27FC236}">
                  <a16:creationId xmlns:a16="http://schemas.microsoft.com/office/drawing/2014/main" id="{F34F786E-451C-FAD0-D2AA-05A47BC473D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20" name="TextBox 20">
              <a:extLst>
                <a:ext uri="{FF2B5EF4-FFF2-40B4-BE49-F238E27FC236}">
                  <a16:creationId xmlns:a16="http://schemas.microsoft.com/office/drawing/2014/main" id="{640B7C46-D246-9539-E7F0-9B91622F9FAA}"/>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21" name="Group 21">
            <a:extLst>
              <a:ext uri="{FF2B5EF4-FFF2-40B4-BE49-F238E27FC236}">
                <a16:creationId xmlns:a16="http://schemas.microsoft.com/office/drawing/2014/main" id="{1B280A02-C1CD-81D2-2E63-050BE8AF0B37}"/>
              </a:ext>
            </a:extLst>
          </p:cNvPr>
          <p:cNvGrpSpPr/>
          <p:nvPr/>
        </p:nvGrpSpPr>
        <p:grpSpPr>
          <a:xfrm>
            <a:off x="371920" y="5544283"/>
            <a:ext cx="384544" cy="384544"/>
            <a:chOff x="0" y="0"/>
            <a:chExt cx="812800" cy="812800"/>
          </a:xfrm>
        </p:grpSpPr>
        <p:sp>
          <p:nvSpPr>
            <p:cNvPr id="22" name="Freeform 22">
              <a:extLst>
                <a:ext uri="{FF2B5EF4-FFF2-40B4-BE49-F238E27FC236}">
                  <a16:creationId xmlns:a16="http://schemas.microsoft.com/office/drawing/2014/main" id="{5460D3AD-BAF5-4643-510E-2779CCDB1BF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23" name="TextBox 23">
              <a:extLst>
                <a:ext uri="{FF2B5EF4-FFF2-40B4-BE49-F238E27FC236}">
                  <a16:creationId xmlns:a16="http://schemas.microsoft.com/office/drawing/2014/main" id="{CECF667C-A83F-F544-FA67-C129C1DF278A}"/>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24" name="Group 24">
            <a:extLst>
              <a:ext uri="{FF2B5EF4-FFF2-40B4-BE49-F238E27FC236}">
                <a16:creationId xmlns:a16="http://schemas.microsoft.com/office/drawing/2014/main" id="{D58BEBF6-AD2B-5586-59AA-04E7E01E0A6C}"/>
              </a:ext>
            </a:extLst>
          </p:cNvPr>
          <p:cNvGrpSpPr/>
          <p:nvPr/>
        </p:nvGrpSpPr>
        <p:grpSpPr>
          <a:xfrm>
            <a:off x="371920" y="7928708"/>
            <a:ext cx="384544" cy="384544"/>
            <a:chOff x="0" y="0"/>
            <a:chExt cx="812800" cy="812800"/>
          </a:xfrm>
        </p:grpSpPr>
        <p:sp>
          <p:nvSpPr>
            <p:cNvPr id="25" name="Freeform 25">
              <a:extLst>
                <a:ext uri="{FF2B5EF4-FFF2-40B4-BE49-F238E27FC236}">
                  <a16:creationId xmlns:a16="http://schemas.microsoft.com/office/drawing/2014/main" id="{A2354AE3-9036-47D9-588A-471AA7FE62F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26" name="TextBox 26">
              <a:extLst>
                <a:ext uri="{FF2B5EF4-FFF2-40B4-BE49-F238E27FC236}">
                  <a16:creationId xmlns:a16="http://schemas.microsoft.com/office/drawing/2014/main" id="{37500C16-6804-5D49-E07E-1C3999D1FF1F}"/>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27" name="Group 27">
            <a:extLst>
              <a:ext uri="{FF2B5EF4-FFF2-40B4-BE49-F238E27FC236}">
                <a16:creationId xmlns:a16="http://schemas.microsoft.com/office/drawing/2014/main" id="{239CA611-0C03-7107-2866-65F3EEDCE17B}"/>
              </a:ext>
            </a:extLst>
          </p:cNvPr>
          <p:cNvGrpSpPr/>
          <p:nvPr/>
        </p:nvGrpSpPr>
        <p:grpSpPr>
          <a:xfrm>
            <a:off x="371920" y="9122877"/>
            <a:ext cx="384544" cy="384544"/>
            <a:chOff x="0" y="0"/>
            <a:chExt cx="812800" cy="812800"/>
          </a:xfrm>
        </p:grpSpPr>
        <p:sp>
          <p:nvSpPr>
            <p:cNvPr id="28" name="Freeform 28">
              <a:extLst>
                <a:ext uri="{FF2B5EF4-FFF2-40B4-BE49-F238E27FC236}">
                  <a16:creationId xmlns:a16="http://schemas.microsoft.com/office/drawing/2014/main" id="{2819341A-FB50-025E-06DB-50E0CADAAE2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29" name="TextBox 29">
              <a:extLst>
                <a:ext uri="{FF2B5EF4-FFF2-40B4-BE49-F238E27FC236}">
                  <a16:creationId xmlns:a16="http://schemas.microsoft.com/office/drawing/2014/main" id="{828D296B-70FE-5F70-CC02-011F2DF0BD27}"/>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30" name="Group 30">
            <a:extLst>
              <a:ext uri="{FF2B5EF4-FFF2-40B4-BE49-F238E27FC236}">
                <a16:creationId xmlns:a16="http://schemas.microsoft.com/office/drawing/2014/main" id="{6F3422BD-5958-D244-E1E2-B5EEAF99889F}"/>
              </a:ext>
            </a:extLst>
          </p:cNvPr>
          <p:cNvGrpSpPr/>
          <p:nvPr/>
        </p:nvGrpSpPr>
        <p:grpSpPr>
          <a:xfrm>
            <a:off x="371920" y="1971462"/>
            <a:ext cx="384544" cy="384544"/>
            <a:chOff x="0" y="0"/>
            <a:chExt cx="812800" cy="812800"/>
          </a:xfrm>
        </p:grpSpPr>
        <p:sp>
          <p:nvSpPr>
            <p:cNvPr id="31" name="Freeform 31">
              <a:extLst>
                <a:ext uri="{FF2B5EF4-FFF2-40B4-BE49-F238E27FC236}">
                  <a16:creationId xmlns:a16="http://schemas.microsoft.com/office/drawing/2014/main" id="{CB3FDFEF-DBEA-3158-92DC-DEB3721EF17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32" name="TextBox 32">
              <a:extLst>
                <a:ext uri="{FF2B5EF4-FFF2-40B4-BE49-F238E27FC236}">
                  <a16:creationId xmlns:a16="http://schemas.microsoft.com/office/drawing/2014/main" id="{04473C80-3ADD-C61B-CDF8-3D424718C938}"/>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33" name="Group 33">
            <a:extLst>
              <a:ext uri="{FF2B5EF4-FFF2-40B4-BE49-F238E27FC236}">
                <a16:creationId xmlns:a16="http://schemas.microsoft.com/office/drawing/2014/main" id="{CFEC3164-E6E6-2D62-3F7A-C36A1CB905FE}"/>
              </a:ext>
            </a:extLst>
          </p:cNvPr>
          <p:cNvGrpSpPr/>
          <p:nvPr/>
        </p:nvGrpSpPr>
        <p:grpSpPr>
          <a:xfrm>
            <a:off x="371920" y="3163345"/>
            <a:ext cx="384544" cy="384544"/>
            <a:chOff x="0" y="0"/>
            <a:chExt cx="812800" cy="812800"/>
          </a:xfrm>
        </p:grpSpPr>
        <p:sp>
          <p:nvSpPr>
            <p:cNvPr id="34" name="Freeform 34">
              <a:extLst>
                <a:ext uri="{FF2B5EF4-FFF2-40B4-BE49-F238E27FC236}">
                  <a16:creationId xmlns:a16="http://schemas.microsoft.com/office/drawing/2014/main" id="{956071A3-BE6C-4591-DFAD-F7F9C2129B8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35" name="TextBox 35">
              <a:extLst>
                <a:ext uri="{FF2B5EF4-FFF2-40B4-BE49-F238E27FC236}">
                  <a16:creationId xmlns:a16="http://schemas.microsoft.com/office/drawing/2014/main" id="{1E07CCBB-340B-61F8-6360-52FC12745B6A}"/>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36" name="Group 36">
            <a:extLst>
              <a:ext uri="{FF2B5EF4-FFF2-40B4-BE49-F238E27FC236}">
                <a16:creationId xmlns:a16="http://schemas.microsoft.com/office/drawing/2014/main" id="{B21C5525-4F83-16E9-945A-61BBC0935067}"/>
              </a:ext>
            </a:extLst>
          </p:cNvPr>
          <p:cNvGrpSpPr/>
          <p:nvPr/>
        </p:nvGrpSpPr>
        <p:grpSpPr>
          <a:xfrm rot="5400000">
            <a:off x="16368316" y="1063521"/>
            <a:ext cx="1191883" cy="1815883"/>
            <a:chOff x="0" y="0"/>
            <a:chExt cx="660400" cy="1006147"/>
          </a:xfrm>
        </p:grpSpPr>
        <p:sp>
          <p:nvSpPr>
            <p:cNvPr id="37" name="Freeform 37">
              <a:extLst>
                <a:ext uri="{FF2B5EF4-FFF2-40B4-BE49-F238E27FC236}">
                  <a16:creationId xmlns:a16="http://schemas.microsoft.com/office/drawing/2014/main" id="{DAE774FC-82C4-0FE3-33AA-5BD87BED86F0}"/>
                </a:ext>
              </a:extLst>
            </p:cNvPr>
            <p:cNvSpPr/>
            <p:nvPr/>
          </p:nvSpPr>
          <p:spPr>
            <a:xfrm>
              <a:off x="0" y="0"/>
              <a:ext cx="660400" cy="1006147"/>
            </a:xfrm>
            <a:custGeom>
              <a:avLst/>
              <a:gdLst/>
              <a:ahLst/>
              <a:cxnLst/>
              <a:rect l="l" t="t" r="r" b="b"/>
              <a:pathLst>
                <a:path w="660400" h="1006147">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32797"/>
                  </a:cubicBezTo>
                  <a:lnTo>
                    <a:pt x="660400" y="1006147"/>
                  </a:lnTo>
                  <a:lnTo>
                    <a:pt x="0" y="1006147"/>
                  </a:lnTo>
                  <a:lnTo>
                    <a:pt x="0" y="333296"/>
                  </a:lnTo>
                  <a:cubicBezTo>
                    <a:pt x="1782" y="185660"/>
                    <a:pt x="93019" y="64045"/>
                    <a:pt x="220252" y="19070"/>
                  </a:cubicBezTo>
                  <a:close/>
                </a:path>
              </a:pathLst>
            </a:custGeom>
            <a:solidFill>
              <a:srgbClr val="F0AECA"/>
            </a:solidFill>
          </p:spPr>
          <p:txBody>
            <a:bodyPr/>
            <a:lstStyle/>
            <a:p>
              <a:endParaRPr lang="en-VN"/>
            </a:p>
          </p:txBody>
        </p:sp>
        <p:sp>
          <p:nvSpPr>
            <p:cNvPr id="38" name="TextBox 38">
              <a:extLst>
                <a:ext uri="{FF2B5EF4-FFF2-40B4-BE49-F238E27FC236}">
                  <a16:creationId xmlns:a16="http://schemas.microsoft.com/office/drawing/2014/main" id="{3BD7B7A8-FA84-3D6E-9AA9-826421200E45}"/>
                </a:ext>
              </a:extLst>
            </p:cNvPr>
            <p:cNvSpPr txBox="1"/>
            <p:nvPr/>
          </p:nvSpPr>
          <p:spPr>
            <a:xfrm>
              <a:off x="0" y="50800"/>
              <a:ext cx="660400" cy="955347"/>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84BAB752-2995-E066-B0A6-5E704304C40B}"/>
              </a:ext>
            </a:extLst>
          </p:cNvPr>
          <p:cNvGrpSpPr/>
          <p:nvPr/>
        </p:nvGrpSpPr>
        <p:grpSpPr>
          <a:xfrm rot="5400000">
            <a:off x="16157117" y="3615183"/>
            <a:ext cx="1191883" cy="1393484"/>
            <a:chOff x="0" y="0"/>
            <a:chExt cx="660400" cy="772103"/>
          </a:xfrm>
        </p:grpSpPr>
        <p:sp>
          <p:nvSpPr>
            <p:cNvPr id="40" name="Freeform 40">
              <a:extLst>
                <a:ext uri="{FF2B5EF4-FFF2-40B4-BE49-F238E27FC236}">
                  <a16:creationId xmlns:a16="http://schemas.microsoft.com/office/drawing/2014/main" id="{C579C5CD-4FF6-8E35-E36D-4C5380A45524}"/>
                </a:ext>
              </a:extLst>
            </p:cNvPr>
            <p:cNvSpPr/>
            <p:nvPr/>
          </p:nvSpPr>
          <p:spPr>
            <a:xfrm>
              <a:off x="0" y="0"/>
              <a:ext cx="660400" cy="772103"/>
            </a:xfrm>
            <a:custGeom>
              <a:avLst/>
              <a:gdLst/>
              <a:ahLst/>
              <a:cxnLst/>
              <a:rect l="l" t="t" r="r" b="b"/>
              <a:pathLst>
                <a:path w="660400" h="772103">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7598"/>
                  </a:cubicBezTo>
                  <a:lnTo>
                    <a:pt x="660400" y="772103"/>
                  </a:lnTo>
                  <a:lnTo>
                    <a:pt x="0" y="772103"/>
                  </a:lnTo>
                  <a:lnTo>
                    <a:pt x="0" y="327928"/>
                  </a:lnTo>
                  <a:cubicBezTo>
                    <a:pt x="1782" y="185660"/>
                    <a:pt x="93019" y="64045"/>
                    <a:pt x="220252" y="19070"/>
                  </a:cubicBezTo>
                  <a:close/>
                </a:path>
              </a:pathLst>
            </a:custGeom>
            <a:solidFill>
              <a:srgbClr val="F6D897"/>
            </a:solidFill>
          </p:spPr>
          <p:txBody>
            <a:bodyPr/>
            <a:lstStyle/>
            <a:p>
              <a:endParaRPr lang="en-VN"/>
            </a:p>
          </p:txBody>
        </p:sp>
        <p:sp>
          <p:nvSpPr>
            <p:cNvPr id="41" name="TextBox 41">
              <a:extLst>
                <a:ext uri="{FF2B5EF4-FFF2-40B4-BE49-F238E27FC236}">
                  <a16:creationId xmlns:a16="http://schemas.microsoft.com/office/drawing/2014/main" id="{98220ED6-EFD0-F1FF-43E7-AE6E43777EBF}"/>
                </a:ext>
              </a:extLst>
            </p:cNvPr>
            <p:cNvSpPr txBox="1"/>
            <p:nvPr/>
          </p:nvSpPr>
          <p:spPr>
            <a:xfrm>
              <a:off x="0" y="50800"/>
              <a:ext cx="660400" cy="721303"/>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E3872E62-9B93-B7A0-6F5C-62FA56B980AD}"/>
              </a:ext>
            </a:extLst>
          </p:cNvPr>
          <p:cNvGrpSpPr/>
          <p:nvPr/>
        </p:nvGrpSpPr>
        <p:grpSpPr>
          <a:xfrm rot="5400000">
            <a:off x="16157117" y="5959591"/>
            <a:ext cx="1191883" cy="1393484"/>
            <a:chOff x="0" y="0"/>
            <a:chExt cx="660400" cy="772103"/>
          </a:xfrm>
        </p:grpSpPr>
        <p:sp>
          <p:nvSpPr>
            <p:cNvPr id="43" name="Freeform 43">
              <a:extLst>
                <a:ext uri="{FF2B5EF4-FFF2-40B4-BE49-F238E27FC236}">
                  <a16:creationId xmlns:a16="http://schemas.microsoft.com/office/drawing/2014/main" id="{C1FE5DFD-FF1C-7203-E71E-5D6C645EE908}"/>
                </a:ext>
              </a:extLst>
            </p:cNvPr>
            <p:cNvSpPr/>
            <p:nvPr/>
          </p:nvSpPr>
          <p:spPr>
            <a:xfrm>
              <a:off x="0" y="0"/>
              <a:ext cx="660400" cy="772103"/>
            </a:xfrm>
            <a:custGeom>
              <a:avLst/>
              <a:gdLst/>
              <a:ahLst/>
              <a:cxnLst/>
              <a:rect l="l" t="t" r="r" b="b"/>
              <a:pathLst>
                <a:path w="660400" h="772103">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7598"/>
                  </a:cubicBezTo>
                  <a:lnTo>
                    <a:pt x="660400" y="772103"/>
                  </a:lnTo>
                  <a:lnTo>
                    <a:pt x="0" y="772103"/>
                  </a:lnTo>
                  <a:lnTo>
                    <a:pt x="0" y="327928"/>
                  </a:lnTo>
                  <a:cubicBezTo>
                    <a:pt x="1782" y="185660"/>
                    <a:pt x="93019" y="64045"/>
                    <a:pt x="220252" y="19070"/>
                  </a:cubicBezTo>
                  <a:close/>
                </a:path>
              </a:pathLst>
            </a:custGeom>
            <a:solidFill>
              <a:srgbClr val="BFDFB6"/>
            </a:solidFill>
          </p:spPr>
          <p:txBody>
            <a:bodyPr/>
            <a:lstStyle/>
            <a:p>
              <a:endParaRPr lang="en-VN"/>
            </a:p>
          </p:txBody>
        </p:sp>
        <p:sp>
          <p:nvSpPr>
            <p:cNvPr id="44" name="TextBox 44">
              <a:extLst>
                <a:ext uri="{FF2B5EF4-FFF2-40B4-BE49-F238E27FC236}">
                  <a16:creationId xmlns:a16="http://schemas.microsoft.com/office/drawing/2014/main" id="{EBF09026-EE1A-CCC5-CA17-132DF9FC4C9D}"/>
                </a:ext>
              </a:extLst>
            </p:cNvPr>
            <p:cNvSpPr txBox="1"/>
            <p:nvPr/>
          </p:nvSpPr>
          <p:spPr>
            <a:xfrm>
              <a:off x="0" y="50800"/>
              <a:ext cx="660400" cy="721303"/>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09E91B7F-9843-5998-C188-046DB9174547}"/>
              </a:ext>
            </a:extLst>
          </p:cNvPr>
          <p:cNvGrpSpPr/>
          <p:nvPr/>
        </p:nvGrpSpPr>
        <p:grpSpPr>
          <a:xfrm rot="5400000">
            <a:off x="16157117" y="8303999"/>
            <a:ext cx="1191883" cy="1393484"/>
            <a:chOff x="0" y="0"/>
            <a:chExt cx="660400" cy="772103"/>
          </a:xfrm>
        </p:grpSpPr>
        <p:sp>
          <p:nvSpPr>
            <p:cNvPr id="46" name="Freeform 46">
              <a:extLst>
                <a:ext uri="{FF2B5EF4-FFF2-40B4-BE49-F238E27FC236}">
                  <a16:creationId xmlns:a16="http://schemas.microsoft.com/office/drawing/2014/main" id="{08B66E94-1EDF-4C75-AC39-9BA781FD2D47}"/>
                </a:ext>
              </a:extLst>
            </p:cNvPr>
            <p:cNvSpPr/>
            <p:nvPr/>
          </p:nvSpPr>
          <p:spPr>
            <a:xfrm>
              <a:off x="0" y="0"/>
              <a:ext cx="660400" cy="772103"/>
            </a:xfrm>
            <a:custGeom>
              <a:avLst/>
              <a:gdLst/>
              <a:ahLst/>
              <a:cxnLst/>
              <a:rect l="l" t="t" r="r" b="b"/>
              <a:pathLst>
                <a:path w="660400" h="772103">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7598"/>
                  </a:cubicBezTo>
                  <a:lnTo>
                    <a:pt x="660400" y="772103"/>
                  </a:lnTo>
                  <a:lnTo>
                    <a:pt x="0" y="772103"/>
                  </a:lnTo>
                  <a:lnTo>
                    <a:pt x="0" y="327928"/>
                  </a:lnTo>
                  <a:cubicBezTo>
                    <a:pt x="1782" y="185660"/>
                    <a:pt x="93019" y="64045"/>
                    <a:pt x="220252" y="19070"/>
                  </a:cubicBezTo>
                  <a:close/>
                </a:path>
              </a:pathLst>
            </a:custGeom>
            <a:solidFill>
              <a:srgbClr val="D4DFE8"/>
            </a:solidFill>
          </p:spPr>
          <p:txBody>
            <a:bodyPr/>
            <a:lstStyle/>
            <a:p>
              <a:endParaRPr lang="en-VN"/>
            </a:p>
          </p:txBody>
        </p:sp>
        <p:sp>
          <p:nvSpPr>
            <p:cNvPr id="47" name="TextBox 47">
              <a:extLst>
                <a:ext uri="{FF2B5EF4-FFF2-40B4-BE49-F238E27FC236}">
                  <a16:creationId xmlns:a16="http://schemas.microsoft.com/office/drawing/2014/main" id="{DC07251C-F778-FE00-7CBA-584E7D1FFA40}"/>
                </a:ext>
              </a:extLst>
            </p:cNvPr>
            <p:cNvSpPr txBox="1"/>
            <p:nvPr/>
          </p:nvSpPr>
          <p:spPr>
            <a:xfrm>
              <a:off x="0" y="50800"/>
              <a:ext cx="660400" cy="721303"/>
            </a:xfrm>
            <a:prstGeom prst="rect">
              <a:avLst/>
            </a:prstGeom>
          </p:spPr>
          <p:txBody>
            <a:bodyPr lIns="50800" tIns="50800" rIns="50800" bIns="50800" rtlCol="0" anchor="ctr"/>
            <a:lstStyle/>
            <a:p>
              <a:pPr algn="ctr">
                <a:lnSpc>
                  <a:spcPts val="2659"/>
                </a:lnSpc>
              </a:pPr>
              <a:endParaRPr/>
            </a:p>
          </p:txBody>
        </p:sp>
      </p:grpSp>
      <p:sp>
        <p:nvSpPr>
          <p:cNvPr id="48" name="Freeform 48">
            <a:extLst>
              <a:ext uri="{FF2B5EF4-FFF2-40B4-BE49-F238E27FC236}">
                <a16:creationId xmlns:a16="http://schemas.microsoft.com/office/drawing/2014/main" id="{49B8FBF9-62A5-1999-EEBD-2DD4C8D03EF1}"/>
              </a:ext>
            </a:extLst>
          </p:cNvPr>
          <p:cNvSpPr/>
          <p:nvPr/>
        </p:nvSpPr>
        <p:spPr>
          <a:xfrm rot="-5400000">
            <a:off x="9861845" y="5122401"/>
            <a:ext cx="13235531" cy="843765"/>
          </a:xfrm>
          <a:custGeom>
            <a:avLst/>
            <a:gdLst/>
            <a:ahLst/>
            <a:cxnLst/>
            <a:rect l="l" t="t" r="r" b="b"/>
            <a:pathLst>
              <a:path w="13235531" h="843765">
                <a:moveTo>
                  <a:pt x="0" y="0"/>
                </a:moveTo>
                <a:lnTo>
                  <a:pt x="13235531" y="0"/>
                </a:lnTo>
                <a:lnTo>
                  <a:pt x="13235531" y="843765"/>
                </a:lnTo>
                <a:lnTo>
                  <a:pt x="0" y="843765"/>
                </a:lnTo>
                <a:lnTo>
                  <a:pt x="0" y="0"/>
                </a:lnTo>
                <a:close/>
              </a:path>
            </a:pathLst>
          </a:custGeom>
          <a:blipFill>
            <a:blip r:embed="rId3">
              <a:alphaModFix amt="28000"/>
            </a:blip>
            <a:stretch>
              <a:fillRect/>
            </a:stretch>
          </a:blipFill>
        </p:spPr>
        <p:txBody>
          <a:bodyPr/>
          <a:lstStyle/>
          <a:p>
            <a:endParaRPr lang="en-VN"/>
          </a:p>
        </p:txBody>
      </p:sp>
      <p:sp>
        <p:nvSpPr>
          <p:cNvPr id="49" name="Freeform 49">
            <a:extLst>
              <a:ext uri="{FF2B5EF4-FFF2-40B4-BE49-F238E27FC236}">
                <a16:creationId xmlns:a16="http://schemas.microsoft.com/office/drawing/2014/main" id="{98303764-BE8B-70D6-55AF-5D7EE450E063}"/>
              </a:ext>
            </a:extLst>
          </p:cNvPr>
          <p:cNvSpPr/>
          <p:nvPr/>
        </p:nvSpPr>
        <p:spPr>
          <a:xfrm>
            <a:off x="16241213" y="8697417"/>
            <a:ext cx="937733" cy="617732"/>
          </a:xfrm>
          <a:custGeom>
            <a:avLst/>
            <a:gdLst/>
            <a:ahLst/>
            <a:cxnLst/>
            <a:rect l="l" t="t" r="r" b="b"/>
            <a:pathLst>
              <a:path w="937733" h="617732">
                <a:moveTo>
                  <a:pt x="0" y="0"/>
                </a:moveTo>
                <a:lnTo>
                  <a:pt x="937733" y="0"/>
                </a:lnTo>
                <a:lnTo>
                  <a:pt x="937733" y="617732"/>
                </a:lnTo>
                <a:lnTo>
                  <a:pt x="0" y="6177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VN"/>
          </a:p>
        </p:txBody>
      </p:sp>
      <p:sp>
        <p:nvSpPr>
          <p:cNvPr id="50" name="Freeform 50">
            <a:extLst>
              <a:ext uri="{FF2B5EF4-FFF2-40B4-BE49-F238E27FC236}">
                <a16:creationId xmlns:a16="http://schemas.microsoft.com/office/drawing/2014/main" id="{10432889-B2A5-9150-06AD-ABAD306BEDF8}"/>
              </a:ext>
            </a:extLst>
          </p:cNvPr>
          <p:cNvSpPr/>
          <p:nvPr/>
        </p:nvSpPr>
        <p:spPr>
          <a:xfrm>
            <a:off x="16397480" y="6269996"/>
            <a:ext cx="781466" cy="772675"/>
          </a:xfrm>
          <a:custGeom>
            <a:avLst/>
            <a:gdLst/>
            <a:ahLst/>
            <a:cxnLst/>
            <a:rect l="l" t="t" r="r" b="b"/>
            <a:pathLst>
              <a:path w="781466" h="772675">
                <a:moveTo>
                  <a:pt x="0" y="0"/>
                </a:moveTo>
                <a:lnTo>
                  <a:pt x="781466" y="0"/>
                </a:lnTo>
                <a:lnTo>
                  <a:pt x="781466" y="772674"/>
                </a:lnTo>
                <a:lnTo>
                  <a:pt x="0" y="77267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51" name="Freeform 51">
            <a:extLst>
              <a:ext uri="{FF2B5EF4-FFF2-40B4-BE49-F238E27FC236}">
                <a16:creationId xmlns:a16="http://schemas.microsoft.com/office/drawing/2014/main" id="{2531912E-D298-E357-5053-DBB29B8808FE}"/>
              </a:ext>
            </a:extLst>
          </p:cNvPr>
          <p:cNvSpPr/>
          <p:nvPr/>
        </p:nvSpPr>
        <p:spPr>
          <a:xfrm>
            <a:off x="16403613" y="1533127"/>
            <a:ext cx="855687" cy="782953"/>
          </a:xfrm>
          <a:custGeom>
            <a:avLst/>
            <a:gdLst/>
            <a:ahLst/>
            <a:cxnLst/>
            <a:rect l="l" t="t" r="r" b="b"/>
            <a:pathLst>
              <a:path w="855687" h="782953">
                <a:moveTo>
                  <a:pt x="0" y="0"/>
                </a:moveTo>
                <a:lnTo>
                  <a:pt x="855687" y="0"/>
                </a:lnTo>
                <a:lnTo>
                  <a:pt x="855687" y="782953"/>
                </a:lnTo>
                <a:lnTo>
                  <a:pt x="0" y="78295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VN"/>
          </a:p>
        </p:txBody>
      </p:sp>
      <p:sp>
        <p:nvSpPr>
          <p:cNvPr id="52" name="Freeform 52">
            <a:extLst>
              <a:ext uri="{FF2B5EF4-FFF2-40B4-BE49-F238E27FC236}">
                <a16:creationId xmlns:a16="http://schemas.microsoft.com/office/drawing/2014/main" id="{5B2CA24E-E54E-B100-1F15-7389C5D87EDD}"/>
              </a:ext>
            </a:extLst>
          </p:cNvPr>
          <p:cNvSpPr/>
          <p:nvPr/>
        </p:nvSpPr>
        <p:spPr>
          <a:xfrm>
            <a:off x="16241213" y="4004341"/>
            <a:ext cx="937733" cy="672823"/>
          </a:xfrm>
          <a:custGeom>
            <a:avLst/>
            <a:gdLst/>
            <a:ahLst/>
            <a:cxnLst/>
            <a:rect l="l" t="t" r="r" b="b"/>
            <a:pathLst>
              <a:path w="937733" h="672823">
                <a:moveTo>
                  <a:pt x="0" y="0"/>
                </a:moveTo>
                <a:lnTo>
                  <a:pt x="937733" y="0"/>
                </a:lnTo>
                <a:lnTo>
                  <a:pt x="937733" y="672823"/>
                </a:lnTo>
                <a:lnTo>
                  <a:pt x="0" y="672823"/>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VN"/>
          </a:p>
        </p:txBody>
      </p:sp>
      <p:sp>
        <p:nvSpPr>
          <p:cNvPr id="62" name="TextBox 61">
            <a:extLst>
              <a:ext uri="{FF2B5EF4-FFF2-40B4-BE49-F238E27FC236}">
                <a16:creationId xmlns:a16="http://schemas.microsoft.com/office/drawing/2014/main" id="{D7E3A2EE-6B96-9774-CF14-B0F7CE14086F}"/>
              </a:ext>
            </a:extLst>
          </p:cNvPr>
          <p:cNvSpPr txBox="1"/>
          <p:nvPr/>
        </p:nvSpPr>
        <p:spPr>
          <a:xfrm>
            <a:off x="1552903" y="310767"/>
            <a:ext cx="14182334" cy="9665466"/>
          </a:xfrm>
          <a:prstGeom prst="rect">
            <a:avLst/>
          </a:prstGeom>
          <a:noFill/>
        </p:spPr>
        <p:txBody>
          <a:bodyPr wrap="square">
            <a:spAutoFit/>
          </a:bodyPr>
          <a:lstStyle/>
          <a:p>
            <a:pPr algn="ctr">
              <a:lnSpc>
                <a:spcPct val="150000"/>
              </a:lnSpc>
              <a:spcBef>
                <a:spcPts val="600"/>
              </a:spcBef>
              <a:spcAft>
                <a:spcPts val="600"/>
              </a:spcAft>
              <a:buNone/>
            </a:pPr>
            <a:r>
              <a:rPr lang="vi-VN" sz="5000" b="1">
                <a:solidFill>
                  <a:schemeClr val="accent2"/>
                </a:solidFill>
                <a:latin typeface="American Typewriter" panose="02090604020004020304" pitchFamily="18" charset="77"/>
              </a:rPr>
              <a:t>CÁC CÁCH THÀNH LẬP CỤM DANH TỪ</a:t>
            </a:r>
          </a:p>
          <a:p>
            <a:pPr algn="ctr">
              <a:lnSpc>
                <a:spcPct val="150000"/>
              </a:lnSpc>
              <a:spcBef>
                <a:spcPts val="600"/>
              </a:spcBef>
              <a:spcAft>
                <a:spcPts val="600"/>
              </a:spcAft>
            </a:pPr>
            <a:r>
              <a:rPr lang="vi-VN" sz="5000" b="1">
                <a:solidFill>
                  <a:srgbClr val="00B050"/>
                </a:solidFill>
                <a:latin typeface="American Typewriter" panose="02090604020004020304" pitchFamily="18" charset="77"/>
              </a:rPr>
              <a:t>DANH TỪ + DANH TỪ (N1 + N2)</a:t>
            </a:r>
          </a:p>
          <a:p>
            <a:pPr algn="just">
              <a:lnSpc>
                <a:spcPct val="150000"/>
              </a:lnSpc>
              <a:spcBef>
                <a:spcPts val="600"/>
              </a:spcBef>
              <a:spcAft>
                <a:spcPts val="600"/>
              </a:spcAft>
            </a:pPr>
            <a:r>
              <a:rPr lang="vi-VN" sz="5000">
                <a:latin typeface="American Typewriter" panose="02090604020004020304" pitchFamily="18" charset="77"/>
              </a:rPr>
              <a:t>→ Danh từ thứ nhất bổ nghĩa cho </a:t>
            </a:r>
            <a:r>
              <a:rPr lang="vi-VN" sz="5000" b="1">
                <a:latin typeface="American Typewriter" panose="02090604020004020304" pitchFamily="18" charset="77"/>
              </a:rPr>
              <a:t>danh từ chính phía sau</a:t>
            </a:r>
            <a:r>
              <a:rPr lang="vi-VN" sz="5000">
                <a:latin typeface="American Typewriter" panose="02090604020004020304" pitchFamily="18" charset="77"/>
              </a:rPr>
              <a:t>, tạo thành một ý nghĩa cụ thể hơn.</a:t>
            </a:r>
          </a:p>
          <a:p>
            <a:pPr algn="just">
              <a:lnSpc>
                <a:spcPct val="150000"/>
              </a:lnSpc>
              <a:spcBef>
                <a:spcPts val="600"/>
              </a:spcBef>
              <a:spcAft>
                <a:spcPts val="600"/>
              </a:spcAft>
            </a:pPr>
            <a:r>
              <a:rPr lang="vi-VN" sz="5000">
                <a:latin typeface="American Typewriter" panose="02090604020004020304" pitchFamily="18" charset="77"/>
              </a:rPr>
              <a:t>→ </a:t>
            </a:r>
            <a:r>
              <a:rPr lang="hy-AM" sz="5000">
                <a:latin typeface="American Typewriter" panose="02090604020004020304" pitchFamily="18" charset="77"/>
              </a:rPr>
              <a:t>A </a:t>
            </a:r>
            <a:r>
              <a:rPr lang="hy-AM" sz="5000" b="1">
                <a:latin typeface="American Typewriter" panose="02090604020004020304" pitchFamily="18" charset="77"/>
              </a:rPr>
              <a:t>university student </a:t>
            </a:r>
            <a:r>
              <a:rPr lang="hy-AM" sz="5000">
                <a:latin typeface="American Typewriter" panose="02090604020004020304" pitchFamily="18" charset="77"/>
              </a:rPr>
              <a:t>needs to manage both academic pressure and social life effectively.</a:t>
            </a:r>
            <a:r>
              <a:rPr lang="en-VN" sz="5000">
                <a:latin typeface="American Typewriter" panose="02090604020004020304" pitchFamily="18" charset="77"/>
              </a:rPr>
              <a:t> </a:t>
            </a:r>
            <a:endParaRPr lang="en-US" sz="5000">
              <a:latin typeface="American Typewriter" panose="02090604020004020304" pitchFamily="18" charset="77"/>
            </a:endParaRPr>
          </a:p>
        </p:txBody>
      </p:sp>
      <p:sp>
        <p:nvSpPr>
          <p:cNvPr id="3" name="Rounded Rectangle 2">
            <a:extLst>
              <a:ext uri="{FF2B5EF4-FFF2-40B4-BE49-F238E27FC236}">
                <a16:creationId xmlns:a16="http://schemas.microsoft.com/office/drawing/2014/main" id="{67CCF117-C420-23D7-F9E8-F3A31528FF31}"/>
              </a:ext>
            </a:extLst>
          </p:cNvPr>
          <p:cNvSpPr/>
          <p:nvPr/>
        </p:nvSpPr>
        <p:spPr>
          <a:xfrm>
            <a:off x="2971800" y="1562100"/>
            <a:ext cx="11201400" cy="1400573"/>
          </a:xfrm>
          <a:prstGeom prst="roundRect">
            <a:avLst/>
          </a:prstGeom>
          <a:noFill/>
          <a:ln w="57150">
            <a:solidFill>
              <a:schemeClr val="accent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825892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2">
                                            <p:txEl>
                                              <p:pRg st="0" end="0"/>
                                            </p:txEl>
                                          </p:spTgt>
                                        </p:tgtEl>
                                        <p:attrNameLst>
                                          <p:attrName>style.visibility</p:attrName>
                                        </p:attrNameLst>
                                      </p:cBhvr>
                                      <p:to>
                                        <p:strVal val="visible"/>
                                      </p:to>
                                    </p:set>
                                    <p:anim calcmode="lin" valueType="num">
                                      <p:cBhvr additive="base">
                                        <p:cTn id="7" dur="500" fill="hold"/>
                                        <p:tgtEl>
                                          <p:spTgt spid="6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2">
                                            <p:txEl>
                                              <p:pRg st="1" end="1"/>
                                            </p:txEl>
                                          </p:spTgt>
                                        </p:tgtEl>
                                        <p:attrNameLst>
                                          <p:attrName>style.visibility</p:attrName>
                                        </p:attrNameLst>
                                      </p:cBhvr>
                                      <p:to>
                                        <p:strVal val="visible"/>
                                      </p:to>
                                    </p:set>
                                    <p:anim calcmode="lin" valueType="num">
                                      <p:cBhvr additive="base">
                                        <p:cTn id="19" dur="500" fill="hold"/>
                                        <p:tgtEl>
                                          <p:spTgt spid="62">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2">
                                            <p:txEl>
                                              <p:pRg st="2" end="2"/>
                                            </p:txEl>
                                          </p:spTgt>
                                        </p:tgtEl>
                                        <p:attrNameLst>
                                          <p:attrName>style.visibility</p:attrName>
                                        </p:attrNameLst>
                                      </p:cBhvr>
                                      <p:to>
                                        <p:strVal val="visible"/>
                                      </p:to>
                                    </p:set>
                                    <p:anim calcmode="lin" valueType="num">
                                      <p:cBhvr additive="base">
                                        <p:cTn id="25" dur="500" fill="hold"/>
                                        <p:tgtEl>
                                          <p:spTgt spid="62">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2">
                                            <p:txEl>
                                              <p:pRg st="3" end="3"/>
                                            </p:txEl>
                                          </p:spTgt>
                                        </p:tgtEl>
                                        <p:attrNameLst>
                                          <p:attrName>style.visibility</p:attrName>
                                        </p:attrNameLst>
                                      </p:cBhvr>
                                      <p:to>
                                        <p:strVal val="visible"/>
                                      </p:to>
                                    </p:set>
                                    <p:anim calcmode="lin" valueType="num">
                                      <p:cBhvr additive="base">
                                        <p:cTn id="31" dur="500" fill="hold"/>
                                        <p:tgtEl>
                                          <p:spTgt spid="62">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CC52E-B65A-B9AC-B983-AE30E5D753C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EBCDA70-7564-F2AD-4A0D-3DF1A579243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1527" r="-2747" b="-10285"/>
            </a:stretch>
          </a:blipFill>
        </p:spPr>
        <p:txBody>
          <a:bodyPr/>
          <a:lstStyle/>
          <a:p>
            <a:endParaRPr lang="en-VN"/>
          </a:p>
        </p:txBody>
      </p:sp>
      <p:grpSp>
        <p:nvGrpSpPr>
          <p:cNvPr id="6" name="Group 6">
            <a:extLst>
              <a:ext uri="{FF2B5EF4-FFF2-40B4-BE49-F238E27FC236}">
                <a16:creationId xmlns:a16="http://schemas.microsoft.com/office/drawing/2014/main" id="{4405BFD2-0534-3825-8AC1-4A658ECF3C37}"/>
              </a:ext>
            </a:extLst>
          </p:cNvPr>
          <p:cNvGrpSpPr/>
          <p:nvPr/>
        </p:nvGrpSpPr>
        <p:grpSpPr>
          <a:xfrm>
            <a:off x="-1403650" y="-514350"/>
            <a:ext cx="2616801" cy="11504153"/>
            <a:chOff x="0" y="0"/>
            <a:chExt cx="689199" cy="3029900"/>
          </a:xfrm>
        </p:grpSpPr>
        <p:sp>
          <p:nvSpPr>
            <p:cNvPr id="7" name="Freeform 7">
              <a:extLst>
                <a:ext uri="{FF2B5EF4-FFF2-40B4-BE49-F238E27FC236}">
                  <a16:creationId xmlns:a16="http://schemas.microsoft.com/office/drawing/2014/main" id="{C4FE00B9-B3F7-BA87-E53A-DFD841227A9E}"/>
                </a:ext>
              </a:extLst>
            </p:cNvPr>
            <p:cNvSpPr/>
            <p:nvPr/>
          </p:nvSpPr>
          <p:spPr>
            <a:xfrm>
              <a:off x="0" y="0"/>
              <a:ext cx="689199" cy="3029900"/>
            </a:xfrm>
            <a:custGeom>
              <a:avLst/>
              <a:gdLst/>
              <a:ahLst/>
              <a:cxnLst/>
              <a:rect l="l" t="t" r="r" b="b"/>
              <a:pathLst>
                <a:path w="689199" h="3029900">
                  <a:moveTo>
                    <a:pt x="0" y="0"/>
                  </a:moveTo>
                  <a:lnTo>
                    <a:pt x="689199" y="0"/>
                  </a:lnTo>
                  <a:lnTo>
                    <a:pt x="689199" y="3029900"/>
                  </a:lnTo>
                  <a:lnTo>
                    <a:pt x="0" y="3029900"/>
                  </a:lnTo>
                  <a:close/>
                </a:path>
              </a:pathLst>
            </a:custGeom>
            <a:solidFill>
              <a:srgbClr val="D4DFE8"/>
            </a:solidFill>
            <a:ln w="19050" cap="sq">
              <a:solidFill>
                <a:srgbClr val="ACC8DC"/>
              </a:solidFill>
              <a:prstDash val="solid"/>
              <a:miter/>
            </a:ln>
          </p:spPr>
          <p:txBody>
            <a:bodyPr/>
            <a:lstStyle/>
            <a:p>
              <a:endParaRPr lang="en-VN"/>
            </a:p>
          </p:txBody>
        </p:sp>
        <p:sp>
          <p:nvSpPr>
            <p:cNvPr id="8" name="TextBox 8">
              <a:extLst>
                <a:ext uri="{FF2B5EF4-FFF2-40B4-BE49-F238E27FC236}">
                  <a16:creationId xmlns:a16="http://schemas.microsoft.com/office/drawing/2014/main" id="{A793C095-E9D4-81A9-B07A-FA4A6A512920}"/>
                </a:ext>
              </a:extLst>
            </p:cNvPr>
            <p:cNvSpPr txBox="1"/>
            <p:nvPr/>
          </p:nvSpPr>
          <p:spPr>
            <a:xfrm>
              <a:off x="0" y="-76200"/>
              <a:ext cx="689199" cy="3106100"/>
            </a:xfrm>
            <a:prstGeom prst="rect">
              <a:avLst/>
            </a:prstGeom>
          </p:spPr>
          <p:txBody>
            <a:bodyPr lIns="50800" tIns="50800" rIns="50800" bIns="50800" rtlCol="0" anchor="ctr"/>
            <a:lstStyle/>
            <a:p>
              <a:pPr algn="ctr">
                <a:lnSpc>
                  <a:spcPts val="2659"/>
                </a:lnSpc>
              </a:pPr>
              <a:endParaRPr/>
            </a:p>
          </p:txBody>
        </p:sp>
      </p:grpSp>
      <p:grpSp>
        <p:nvGrpSpPr>
          <p:cNvPr id="9" name="Group 9">
            <a:extLst>
              <a:ext uri="{FF2B5EF4-FFF2-40B4-BE49-F238E27FC236}">
                <a16:creationId xmlns:a16="http://schemas.microsoft.com/office/drawing/2014/main" id="{FFE9F2F5-E031-0950-96DC-2B139BD02649}"/>
              </a:ext>
            </a:extLst>
          </p:cNvPr>
          <p:cNvGrpSpPr/>
          <p:nvPr/>
        </p:nvGrpSpPr>
        <p:grpSpPr>
          <a:xfrm>
            <a:off x="16056316" y="-514350"/>
            <a:ext cx="3048146" cy="11504153"/>
            <a:chOff x="0" y="0"/>
            <a:chExt cx="802804" cy="3029900"/>
          </a:xfrm>
        </p:grpSpPr>
        <p:sp>
          <p:nvSpPr>
            <p:cNvPr id="10" name="Freeform 10">
              <a:extLst>
                <a:ext uri="{FF2B5EF4-FFF2-40B4-BE49-F238E27FC236}">
                  <a16:creationId xmlns:a16="http://schemas.microsoft.com/office/drawing/2014/main" id="{B8C4C9EC-D9FA-40A9-5400-CE32645087CC}"/>
                </a:ext>
              </a:extLst>
            </p:cNvPr>
            <p:cNvSpPr/>
            <p:nvPr/>
          </p:nvSpPr>
          <p:spPr>
            <a:xfrm>
              <a:off x="0" y="0"/>
              <a:ext cx="802804" cy="3029900"/>
            </a:xfrm>
            <a:custGeom>
              <a:avLst/>
              <a:gdLst/>
              <a:ahLst/>
              <a:cxnLst/>
              <a:rect l="l" t="t" r="r" b="b"/>
              <a:pathLst>
                <a:path w="802804" h="3029900">
                  <a:moveTo>
                    <a:pt x="0" y="0"/>
                  </a:moveTo>
                  <a:lnTo>
                    <a:pt x="802804" y="0"/>
                  </a:lnTo>
                  <a:lnTo>
                    <a:pt x="802804" y="3029900"/>
                  </a:lnTo>
                  <a:lnTo>
                    <a:pt x="0" y="3029900"/>
                  </a:lnTo>
                  <a:close/>
                </a:path>
              </a:pathLst>
            </a:custGeom>
            <a:solidFill>
              <a:srgbClr val="F5F5F5"/>
            </a:solidFill>
            <a:ln cap="sq">
              <a:noFill/>
              <a:prstDash val="solid"/>
              <a:miter/>
            </a:ln>
          </p:spPr>
          <p:txBody>
            <a:bodyPr/>
            <a:lstStyle/>
            <a:p>
              <a:endParaRPr lang="en-VN"/>
            </a:p>
          </p:txBody>
        </p:sp>
        <p:sp>
          <p:nvSpPr>
            <p:cNvPr id="11" name="TextBox 11">
              <a:extLst>
                <a:ext uri="{FF2B5EF4-FFF2-40B4-BE49-F238E27FC236}">
                  <a16:creationId xmlns:a16="http://schemas.microsoft.com/office/drawing/2014/main" id="{7CB450A4-F949-92D8-A6D9-E2B6BABAE8BA}"/>
                </a:ext>
              </a:extLst>
            </p:cNvPr>
            <p:cNvSpPr txBox="1"/>
            <p:nvPr/>
          </p:nvSpPr>
          <p:spPr>
            <a:xfrm>
              <a:off x="0" y="-76200"/>
              <a:ext cx="802804" cy="3106100"/>
            </a:xfrm>
            <a:prstGeom prst="rect">
              <a:avLst/>
            </a:prstGeom>
          </p:spPr>
          <p:txBody>
            <a:bodyPr lIns="50800" tIns="50800" rIns="50800" bIns="50800" rtlCol="0" anchor="ctr"/>
            <a:lstStyle/>
            <a:p>
              <a:pPr algn="ctr">
                <a:lnSpc>
                  <a:spcPts val="2659"/>
                </a:lnSpc>
              </a:pPr>
              <a:endParaRPr/>
            </a:p>
          </p:txBody>
        </p:sp>
      </p:grpSp>
      <p:grpSp>
        <p:nvGrpSpPr>
          <p:cNvPr id="12" name="Group 12">
            <a:extLst>
              <a:ext uri="{FF2B5EF4-FFF2-40B4-BE49-F238E27FC236}">
                <a16:creationId xmlns:a16="http://schemas.microsoft.com/office/drawing/2014/main" id="{AAC2FE5D-343D-52B1-C611-841C63FFCCC3}"/>
              </a:ext>
            </a:extLst>
          </p:cNvPr>
          <p:cNvGrpSpPr/>
          <p:nvPr/>
        </p:nvGrpSpPr>
        <p:grpSpPr>
          <a:xfrm>
            <a:off x="371920" y="4354028"/>
            <a:ext cx="384544" cy="384544"/>
            <a:chOff x="0" y="0"/>
            <a:chExt cx="812800" cy="812800"/>
          </a:xfrm>
        </p:grpSpPr>
        <p:sp>
          <p:nvSpPr>
            <p:cNvPr id="13" name="Freeform 13">
              <a:extLst>
                <a:ext uri="{FF2B5EF4-FFF2-40B4-BE49-F238E27FC236}">
                  <a16:creationId xmlns:a16="http://schemas.microsoft.com/office/drawing/2014/main" id="{5E5E30A2-1A5D-16B0-2C9D-BB7F5C0CD71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14" name="TextBox 14">
              <a:extLst>
                <a:ext uri="{FF2B5EF4-FFF2-40B4-BE49-F238E27FC236}">
                  <a16:creationId xmlns:a16="http://schemas.microsoft.com/office/drawing/2014/main" id="{E89406C9-EFC5-C16C-CEAF-8DF302C34164}"/>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15" name="Group 15">
            <a:extLst>
              <a:ext uri="{FF2B5EF4-FFF2-40B4-BE49-F238E27FC236}">
                <a16:creationId xmlns:a16="http://schemas.microsoft.com/office/drawing/2014/main" id="{A7BB0DC5-63E3-EC2E-0DAC-2D5006FAF833}"/>
              </a:ext>
            </a:extLst>
          </p:cNvPr>
          <p:cNvGrpSpPr/>
          <p:nvPr/>
        </p:nvGrpSpPr>
        <p:grpSpPr>
          <a:xfrm>
            <a:off x="371920" y="6738452"/>
            <a:ext cx="384544" cy="384544"/>
            <a:chOff x="0" y="0"/>
            <a:chExt cx="812800" cy="812800"/>
          </a:xfrm>
        </p:grpSpPr>
        <p:sp>
          <p:nvSpPr>
            <p:cNvPr id="16" name="Freeform 16">
              <a:extLst>
                <a:ext uri="{FF2B5EF4-FFF2-40B4-BE49-F238E27FC236}">
                  <a16:creationId xmlns:a16="http://schemas.microsoft.com/office/drawing/2014/main" id="{D34546B3-8E6C-7BD2-33A0-650B8EBBB4E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17" name="TextBox 17">
              <a:extLst>
                <a:ext uri="{FF2B5EF4-FFF2-40B4-BE49-F238E27FC236}">
                  <a16:creationId xmlns:a16="http://schemas.microsoft.com/office/drawing/2014/main" id="{9BED4532-1E1C-C534-894E-AEE16315A79F}"/>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18" name="Group 18">
            <a:extLst>
              <a:ext uri="{FF2B5EF4-FFF2-40B4-BE49-F238E27FC236}">
                <a16:creationId xmlns:a16="http://schemas.microsoft.com/office/drawing/2014/main" id="{02D789B5-FAC6-6C8D-674B-AE421F0CF4FA}"/>
              </a:ext>
            </a:extLst>
          </p:cNvPr>
          <p:cNvGrpSpPr/>
          <p:nvPr/>
        </p:nvGrpSpPr>
        <p:grpSpPr>
          <a:xfrm>
            <a:off x="371920" y="779579"/>
            <a:ext cx="384544" cy="384544"/>
            <a:chOff x="0" y="0"/>
            <a:chExt cx="812800" cy="812800"/>
          </a:xfrm>
        </p:grpSpPr>
        <p:sp>
          <p:nvSpPr>
            <p:cNvPr id="19" name="Freeform 19">
              <a:extLst>
                <a:ext uri="{FF2B5EF4-FFF2-40B4-BE49-F238E27FC236}">
                  <a16:creationId xmlns:a16="http://schemas.microsoft.com/office/drawing/2014/main" id="{8CC18C86-B7C5-56D9-75E2-60877CEAE39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20" name="TextBox 20">
              <a:extLst>
                <a:ext uri="{FF2B5EF4-FFF2-40B4-BE49-F238E27FC236}">
                  <a16:creationId xmlns:a16="http://schemas.microsoft.com/office/drawing/2014/main" id="{DF8E1D4F-75B4-EC80-BEBA-5D4E88EC2738}"/>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21" name="Group 21">
            <a:extLst>
              <a:ext uri="{FF2B5EF4-FFF2-40B4-BE49-F238E27FC236}">
                <a16:creationId xmlns:a16="http://schemas.microsoft.com/office/drawing/2014/main" id="{BD235741-085B-FFCB-9386-77B9AA86039A}"/>
              </a:ext>
            </a:extLst>
          </p:cNvPr>
          <p:cNvGrpSpPr/>
          <p:nvPr/>
        </p:nvGrpSpPr>
        <p:grpSpPr>
          <a:xfrm>
            <a:off x="371920" y="5544283"/>
            <a:ext cx="384544" cy="384544"/>
            <a:chOff x="0" y="0"/>
            <a:chExt cx="812800" cy="812800"/>
          </a:xfrm>
        </p:grpSpPr>
        <p:sp>
          <p:nvSpPr>
            <p:cNvPr id="22" name="Freeform 22">
              <a:extLst>
                <a:ext uri="{FF2B5EF4-FFF2-40B4-BE49-F238E27FC236}">
                  <a16:creationId xmlns:a16="http://schemas.microsoft.com/office/drawing/2014/main" id="{CE6A20E5-9DDA-6E0E-F9DD-9A341B7D2A6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23" name="TextBox 23">
              <a:extLst>
                <a:ext uri="{FF2B5EF4-FFF2-40B4-BE49-F238E27FC236}">
                  <a16:creationId xmlns:a16="http://schemas.microsoft.com/office/drawing/2014/main" id="{2D1D46B4-4EA0-66FF-A22E-2B0F3D0A4C36}"/>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24" name="Group 24">
            <a:extLst>
              <a:ext uri="{FF2B5EF4-FFF2-40B4-BE49-F238E27FC236}">
                <a16:creationId xmlns:a16="http://schemas.microsoft.com/office/drawing/2014/main" id="{BBBC0464-80F4-D037-A189-C2D856790E37}"/>
              </a:ext>
            </a:extLst>
          </p:cNvPr>
          <p:cNvGrpSpPr/>
          <p:nvPr/>
        </p:nvGrpSpPr>
        <p:grpSpPr>
          <a:xfrm>
            <a:off x="371920" y="7928708"/>
            <a:ext cx="384544" cy="384544"/>
            <a:chOff x="0" y="0"/>
            <a:chExt cx="812800" cy="812800"/>
          </a:xfrm>
        </p:grpSpPr>
        <p:sp>
          <p:nvSpPr>
            <p:cNvPr id="25" name="Freeform 25">
              <a:extLst>
                <a:ext uri="{FF2B5EF4-FFF2-40B4-BE49-F238E27FC236}">
                  <a16:creationId xmlns:a16="http://schemas.microsoft.com/office/drawing/2014/main" id="{733544CD-0CD7-D64C-AF31-FD3E043CFFC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26" name="TextBox 26">
              <a:extLst>
                <a:ext uri="{FF2B5EF4-FFF2-40B4-BE49-F238E27FC236}">
                  <a16:creationId xmlns:a16="http://schemas.microsoft.com/office/drawing/2014/main" id="{BC62639F-FDC9-D49B-EE97-B707E70C3255}"/>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27" name="Group 27">
            <a:extLst>
              <a:ext uri="{FF2B5EF4-FFF2-40B4-BE49-F238E27FC236}">
                <a16:creationId xmlns:a16="http://schemas.microsoft.com/office/drawing/2014/main" id="{CAC38594-1A76-66FD-32C9-5D8839CDD12B}"/>
              </a:ext>
            </a:extLst>
          </p:cNvPr>
          <p:cNvGrpSpPr/>
          <p:nvPr/>
        </p:nvGrpSpPr>
        <p:grpSpPr>
          <a:xfrm>
            <a:off x="371920" y="9122877"/>
            <a:ext cx="384544" cy="384544"/>
            <a:chOff x="0" y="0"/>
            <a:chExt cx="812800" cy="812800"/>
          </a:xfrm>
        </p:grpSpPr>
        <p:sp>
          <p:nvSpPr>
            <p:cNvPr id="28" name="Freeform 28">
              <a:extLst>
                <a:ext uri="{FF2B5EF4-FFF2-40B4-BE49-F238E27FC236}">
                  <a16:creationId xmlns:a16="http://schemas.microsoft.com/office/drawing/2014/main" id="{30959130-1B0F-BAA6-1D16-DC776271F6E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29" name="TextBox 29">
              <a:extLst>
                <a:ext uri="{FF2B5EF4-FFF2-40B4-BE49-F238E27FC236}">
                  <a16:creationId xmlns:a16="http://schemas.microsoft.com/office/drawing/2014/main" id="{DFD7C2E7-9A83-2018-2AD2-5AC273D00B3F}"/>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30" name="Group 30">
            <a:extLst>
              <a:ext uri="{FF2B5EF4-FFF2-40B4-BE49-F238E27FC236}">
                <a16:creationId xmlns:a16="http://schemas.microsoft.com/office/drawing/2014/main" id="{FECB9719-A467-CCC8-83F2-8C53D8FA23B9}"/>
              </a:ext>
            </a:extLst>
          </p:cNvPr>
          <p:cNvGrpSpPr/>
          <p:nvPr/>
        </p:nvGrpSpPr>
        <p:grpSpPr>
          <a:xfrm>
            <a:off x="371920" y="1971462"/>
            <a:ext cx="384544" cy="384544"/>
            <a:chOff x="0" y="0"/>
            <a:chExt cx="812800" cy="812800"/>
          </a:xfrm>
        </p:grpSpPr>
        <p:sp>
          <p:nvSpPr>
            <p:cNvPr id="31" name="Freeform 31">
              <a:extLst>
                <a:ext uri="{FF2B5EF4-FFF2-40B4-BE49-F238E27FC236}">
                  <a16:creationId xmlns:a16="http://schemas.microsoft.com/office/drawing/2014/main" id="{B9E5E828-9980-BCFE-F9FF-7F03B366ADE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32" name="TextBox 32">
              <a:extLst>
                <a:ext uri="{FF2B5EF4-FFF2-40B4-BE49-F238E27FC236}">
                  <a16:creationId xmlns:a16="http://schemas.microsoft.com/office/drawing/2014/main" id="{0F1AE7B6-3ACB-8037-1348-D504D1FA801A}"/>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33" name="Group 33">
            <a:extLst>
              <a:ext uri="{FF2B5EF4-FFF2-40B4-BE49-F238E27FC236}">
                <a16:creationId xmlns:a16="http://schemas.microsoft.com/office/drawing/2014/main" id="{4ABAB0AD-0626-DA66-C4A6-3DD191D5E2BC}"/>
              </a:ext>
            </a:extLst>
          </p:cNvPr>
          <p:cNvGrpSpPr/>
          <p:nvPr/>
        </p:nvGrpSpPr>
        <p:grpSpPr>
          <a:xfrm>
            <a:off x="371920" y="3163345"/>
            <a:ext cx="384544" cy="384544"/>
            <a:chOff x="0" y="0"/>
            <a:chExt cx="812800" cy="812800"/>
          </a:xfrm>
        </p:grpSpPr>
        <p:sp>
          <p:nvSpPr>
            <p:cNvPr id="34" name="Freeform 34">
              <a:extLst>
                <a:ext uri="{FF2B5EF4-FFF2-40B4-BE49-F238E27FC236}">
                  <a16:creationId xmlns:a16="http://schemas.microsoft.com/office/drawing/2014/main" id="{FDDAACC7-8252-7EB2-2C20-AADBBFB6F19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35" name="TextBox 35">
              <a:extLst>
                <a:ext uri="{FF2B5EF4-FFF2-40B4-BE49-F238E27FC236}">
                  <a16:creationId xmlns:a16="http://schemas.microsoft.com/office/drawing/2014/main" id="{DB6D2505-ECED-EA74-BAD8-D454B5460D4F}"/>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36" name="Group 36">
            <a:extLst>
              <a:ext uri="{FF2B5EF4-FFF2-40B4-BE49-F238E27FC236}">
                <a16:creationId xmlns:a16="http://schemas.microsoft.com/office/drawing/2014/main" id="{4B2539FA-9113-A5C4-958A-AAF57CA52F66}"/>
              </a:ext>
            </a:extLst>
          </p:cNvPr>
          <p:cNvGrpSpPr/>
          <p:nvPr/>
        </p:nvGrpSpPr>
        <p:grpSpPr>
          <a:xfrm rot="5400000">
            <a:off x="16368316" y="1063521"/>
            <a:ext cx="1191883" cy="1815883"/>
            <a:chOff x="0" y="0"/>
            <a:chExt cx="660400" cy="1006147"/>
          </a:xfrm>
        </p:grpSpPr>
        <p:sp>
          <p:nvSpPr>
            <p:cNvPr id="37" name="Freeform 37">
              <a:extLst>
                <a:ext uri="{FF2B5EF4-FFF2-40B4-BE49-F238E27FC236}">
                  <a16:creationId xmlns:a16="http://schemas.microsoft.com/office/drawing/2014/main" id="{350934D0-5F8D-9460-DDE6-6948EF1500A2}"/>
                </a:ext>
              </a:extLst>
            </p:cNvPr>
            <p:cNvSpPr/>
            <p:nvPr/>
          </p:nvSpPr>
          <p:spPr>
            <a:xfrm>
              <a:off x="0" y="0"/>
              <a:ext cx="660400" cy="1006147"/>
            </a:xfrm>
            <a:custGeom>
              <a:avLst/>
              <a:gdLst/>
              <a:ahLst/>
              <a:cxnLst/>
              <a:rect l="l" t="t" r="r" b="b"/>
              <a:pathLst>
                <a:path w="660400" h="1006147">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32797"/>
                  </a:cubicBezTo>
                  <a:lnTo>
                    <a:pt x="660400" y="1006147"/>
                  </a:lnTo>
                  <a:lnTo>
                    <a:pt x="0" y="1006147"/>
                  </a:lnTo>
                  <a:lnTo>
                    <a:pt x="0" y="333296"/>
                  </a:lnTo>
                  <a:cubicBezTo>
                    <a:pt x="1782" y="185660"/>
                    <a:pt x="93019" y="64045"/>
                    <a:pt x="220252" y="19070"/>
                  </a:cubicBezTo>
                  <a:close/>
                </a:path>
              </a:pathLst>
            </a:custGeom>
            <a:solidFill>
              <a:srgbClr val="F0AECA"/>
            </a:solidFill>
          </p:spPr>
          <p:txBody>
            <a:bodyPr/>
            <a:lstStyle/>
            <a:p>
              <a:endParaRPr lang="en-VN"/>
            </a:p>
          </p:txBody>
        </p:sp>
        <p:sp>
          <p:nvSpPr>
            <p:cNvPr id="38" name="TextBox 38">
              <a:extLst>
                <a:ext uri="{FF2B5EF4-FFF2-40B4-BE49-F238E27FC236}">
                  <a16:creationId xmlns:a16="http://schemas.microsoft.com/office/drawing/2014/main" id="{E5FD5E98-7B23-89C2-C763-7B3554520ED2}"/>
                </a:ext>
              </a:extLst>
            </p:cNvPr>
            <p:cNvSpPr txBox="1"/>
            <p:nvPr/>
          </p:nvSpPr>
          <p:spPr>
            <a:xfrm>
              <a:off x="0" y="50800"/>
              <a:ext cx="660400" cy="955347"/>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555FDAE7-A5B1-1188-9D1E-64F407589F29}"/>
              </a:ext>
            </a:extLst>
          </p:cNvPr>
          <p:cNvGrpSpPr/>
          <p:nvPr/>
        </p:nvGrpSpPr>
        <p:grpSpPr>
          <a:xfrm rot="5400000">
            <a:off x="16157117" y="3615183"/>
            <a:ext cx="1191883" cy="1393484"/>
            <a:chOff x="0" y="0"/>
            <a:chExt cx="660400" cy="772103"/>
          </a:xfrm>
        </p:grpSpPr>
        <p:sp>
          <p:nvSpPr>
            <p:cNvPr id="40" name="Freeform 40">
              <a:extLst>
                <a:ext uri="{FF2B5EF4-FFF2-40B4-BE49-F238E27FC236}">
                  <a16:creationId xmlns:a16="http://schemas.microsoft.com/office/drawing/2014/main" id="{92D957A1-70A8-5B96-79B8-940B88EF6192}"/>
                </a:ext>
              </a:extLst>
            </p:cNvPr>
            <p:cNvSpPr/>
            <p:nvPr/>
          </p:nvSpPr>
          <p:spPr>
            <a:xfrm>
              <a:off x="0" y="0"/>
              <a:ext cx="660400" cy="772103"/>
            </a:xfrm>
            <a:custGeom>
              <a:avLst/>
              <a:gdLst/>
              <a:ahLst/>
              <a:cxnLst/>
              <a:rect l="l" t="t" r="r" b="b"/>
              <a:pathLst>
                <a:path w="660400" h="772103">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7598"/>
                  </a:cubicBezTo>
                  <a:lnTo>
                    <a:pt x="660400" y="772103"/>
                  </a:lnTo>
                  <a:lnTo>
                    <a:pt x="0" y="772103"/>
                  </a:lnTo>
                  <a:lnTo>
                    <a:pt x="0" y="327928"/>
                  </a:lnTo>
                  <a:cubicBezTo>
                    <a:pt x="1782" y="185660"/>
                    <a:pt x="93019" y="64045"/>
                    <a:pt x="220252" y="19070"/>
                  </a:cubicBezTo>
                  <a:close/>
                </a:path>
              </a:pathLst>
            </a:custGeom>
            <a:solidFill>
              <a:srgbClr val="F6D897"/>
            </a:solidFill>
          </p:spPr>
          <p:txBody>
            <a:bodyPr/>
            <a:lstStyle/>
            <a:p>
              <a:endParaRPr lang="en-VN"/>
            </a:p>
          </p:txBody>
        </p:sp>
        <p:sp>
          <p:nvSpPr>
            <p:cNvPr id="41" name="TextBox 41">
              <a:extLst>
                <a:ext uri="{FF2B5EF4-FFF2-40B4-BE49-F238E27FC236}">
                  <a16:creationId xmlns:a16="http://schemas.microsoft.com/office/drawing/2014/main" id="{18A5EC61-2548-7E38-E065-AE43D761C167}"/>
                </a:ext>
              </a:extLst>
            </p:cNvPr>
            <p:cNvSpPr txBox="1"/>
            <p:nvPr/>
          </p:nvSpPr>
          <p:spPr>
            <a:xfrm>
              <a:off x="0" y="50800"/>
              <a:ext cx="660400" cy="721303"/>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FA2F0DCD-D6CA-9BF0-C74B-4DE9C99F727E}"/>
              </a:ext>
            </a:extLst>
          </p:cNvPr>
          <p:cNvGrpSpPr/>
          <p:nvPr/>
        </p:nvGrpSpPr>
        <p:grpSpPr>
          <a:xfrm rot="5400000">
            <a:off x="16157117" y="5959591"/>
            <a:ext cx="1191883" cy="1393484"/>
            <a:chOff x="0" y="0"/>
            <a:chExt cx="660400" cy="772103"/>
          </a:xfrm>
        </p:grpSpPr>
        <p:sp>
          <p:nvSpPr>
            <p:cNvPr id="43" name="Freeform 43">
              <a:extLst>
                <a:ext uri="{FF2B5EF4-FFF2-40B4-BE49-F238E27FC236}">
                  <a16:creationId xmlns:a16="http://schemas.microsoft.com/office/drawing/2014/main" id="{FEFEC4F6-8770-D345-007E-B68E38CEC6E6}"/>
                </a:ext>
              </a:extLst>
            </p:cNvPr>
            <p:cNvSpPr/>
            <p:nvPr/>
          </p:nvSpPr>
          <p:spPr>
            <a:xfrm>
              <a:off x="0" y="0"/>
              <a:ext cx="660400" cy="772103"/>
            </a:xfrm>
            <a:custGeom>
              <a:avLst/>
              <a:gdLst/>
              <a:ahLst/>
              <a:cxnLst/>
              <a:rect l="l" t="t" r="r" b="b"/>
              <a:pathLst>
                <a:path w="660400" h="772103">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7598"/>
                  </a:cubicBezTo>
                  <a:lnTo>
                    <a:pt x="660400" y="772103"/>
                  </a:lnTo>
                  <a:lnTo>
                    <a:pt x="0" y="772103"/>
                  </a:lnTo>
                  <a:lnTo>
                    <a:pt x="0" y="327928"/>
                  </a:lnTo>
                  <a:cubicBezTo>
                    <a:pt x="1782" y="185660"/>
                    <a:pt x="93019" y="64045"/>
                    <a:pt x="220252" y="19070"/>
                  </a:cubicBezTo>
                  <a:close/>
                </a:path>
              </a:pathLst>
            </a:custGeom>
            <a:solidFill>
              <a:srgbClr val="BFDFB6"/>
            </a:solidFill>
          </p:spPr>
          <p:txBody>
            <a:bodyPr/>
            <a:lstStyle/>
            <a:p>
              <a:endParaRPr lang="en-VN"/>
            </a:p>
          </p:txBody>
        </p:sp>
        <p:sp>
          <p:nvSpPr>
            <p:cNvPr id="44" name="TextBox 44">
              <a:extLst>
                <a:ext uri="{FF2B5EF4-FFF2-40B4-BE49-F238E27FC236}">
                  <a16:creationId xmlns:a16="http://schemas.microsoft.com/office/drawing/2014/main" id="{A853F196-36C9-0D2C-AA8F-829FDCB51E40}"/>
                </a:ext>
              </a:extLst>
            </p:cNvPr>
            <p:cNvSpPr txBox="1"/>
            <p:nvPr/>
          </p:nvSpPr>
          <p:spPr>
            <a:xfrm>
              <a:off x="0" y="50800"/>
              <a:ext cx="660400" cy="721303"/>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C345A0CF-40AD-D4BB-C8ED-ACFAB6A4B000}"/>
              </a:ext>
            </a:extLst>
          </p:cNvPr>
          <p:cNvGrpSpPr/>
          <p:nvPr/>
        </p:nvGrpSpPr>
        <p:grpSpPr>
          <a:xfrm rot="5400000">
            <a:off x="16157117" y="8303999"/>
            <a:ext cx="1191883" cy="1393484"/>
            <a:chOff x="0" y="0"/>
            <a:chExt cx="660400" cy="772103"/>
          </a:xfrm>
        </p:grpSpPr>
        <p:sp>
          <p:nvSpPr>
            <p:cNvPr id="46" name="Freeform 46">
              <a:extLst>
                <a:ext uri="{FF2B5EF4-FFF2-40B4-BE49-F238E27FC236}">
                  <a16:creationId xmlns:a16="http://schemas.microsoft.com/office/drawing/2014/main" id="{A8885862-351B-67FC-AE96-B29C0D7E12EF}"/>
                </a:ext>
              </a:extLst>
            </p:cNvPr>
            <p:cNvSpPr/>
            <p:nvPr/>
          </p:nvSpPr>
          <p:spPr>
            <a:xfrm>
              <a:off x="0" y="0"/>
              <a:ext cx="660400" cy="772103"/>
            </a:xfrm>
            <a:custGeom>
              <a:avLst/>
              <a:gdLst/>
              <a:ahLst/>
              <a:cxnLst/>
              <a:rect l="l" t="t" r="r" b="b"/>
              <a:pathLst>
                <a:path w="660400" h="772103">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7598"/>
                  </a:cubicBezTo>
                  <a:lnTo>
                    <a:pt x="660400" y="772103"/>
                  </a:lnTo>
                  <a:lnTo>
                    <a:pt x="0" y="772103"/>
                  </a:lnTo>
                  <a:lnTo>
                    <a:pt x="0" y="327928"/>
                  </a:lnTo>
                  <a:cubicBezTo>
                    <a:pt x="1782" y="185660"/>
                    <a:pt x="93019" y="64045"/>
                    <a:pt x="220252" y="19070"/>
                  </a:cubicBezTo>
                  <a:close/>
                </a:path>
              </a:pathLst>
            </a:custGeom>
            <a:solidFill>
              <a:srgbClr val="D4DFE8"/>
            </a:solidFill>
          </p:spPr>
          <p:txBody>
            <a:bodyPr/>
            <a:lstStyle/>
            <a:p>
              <a:endParaRPr lang="en-VN"/>
            </a:p>
          </p:txBody>
        </p:sp>
        <p:sp>
          <p:nvSpPr>
            <p:cNvPr id="47" name="TextBox 47">
              <a:extLst>
                <a:ext uri="{FF2B5EF4-FFF2-40B4-BE49-F238E27FC236}">
                  <a16:creationId xmlns:a16="http://schemas.microsoft.com/office/drawing/2014/main" id="{627E5EA6-491E-3878-E497-CBC79E300AD3}"/>
                </a:ext>
              </a:extLst>
            </p:cNvPr>
            <p:cNvSpPr txBox="1"/>
            <p:nvPr/>
          </p:nvSpPr>
          <p:spPr>
            <a:xfrm>
              <a:off x="0" y="50800"/>
              <a:ext cx="660400" cy="721303"/>
            </a:xfrm>
            <a:prstGeom prst="rect">
              <a:avLst/>
            </a:prstGeom>
          </p:spPr>
          <p:txBody>
            <a:bodyPr lIns="50800" tIns="50800" rIns="50800" bIns="50800" rtlCol="0" anchor="ctr"/>
            <a:lstStyle/>
            <a:p>
              <a:pPr algn="ctr">
                <a:lnSpc>
                  <a:spcPts val="2659"/>
                </a:lnSpc>
              </a:pPr>
              <a:endParaRPr/>
            </a:p>
          </p:txBody>
        </p:sp>
      </p:grpSp>
      <p:sp>
        <p:nvSpPr>
          <p:cNvPr id="48" name="Freeform 48">
            <a:extLst>
              <a:ext uri="{FF2B5EF4-FFF2-40B4-BE49-F238E27FC236}">
                <a16:creationId xmlns:a16="http://schemas.microsoft.com/office/drawing/2014/main" id="{30D6CE60-CA7B-DE83-8AE9-BC769F557917}"/>
              </a:ext>
            </a:extLst>
          </p:cNvPr>
          <p:cNvSpPr/>
          <p:nvPr/>
        </p:nvSpPr>
        <p:spPr>
          <a:xfrm rot="-5400000">
            <a:off x="9861845" y="5122401"/>
            <a:ext cx="13235531" cy="843765"/>
          </a:xfrm>
          <a:custGeom>
            <a:avLst/>
            <a:gdLst/>
            <a:ahLst/>
            <a:cxnLst/>
            <a:rect l="l" t="t" r="r" b="b"/>
            <a:pathLst>
              <a:path w="13235531" h="843765">
                <a:moveTo>
                  <a:pt x="0" y="0"/>
                </a:moveTo>
                <a:lnTo>
                  <a:pt x="13235531" y="0"/>
                </a:lnTo>
                <a:lnTo>
                  <a:pt x="13235531" y="843765"/>
                </a:lnTo>
                <a:lnTo>
                  <a:pt x="0" y="843765"/>
                </a:lnTo>
                <a:lnTo>
                  <a:pt x="0" y="0"/>
                </a:lnTo>
                <a:close/>
              </a:path>
            </a:pathLst>
          </a:custGeom>
          <a:blipFill>
            <a:blip r:embed="rId3">
              <a:alphaModFix amt="28000"/>
            </a:blip>
            <a:stretch>
              <a:fillRect/>
            </a:stretch>
          </a:blipFill>
        </p:spPr>
        <p:txBody>
          <a:bodyPr/>
          <a:lstStyle/>
          <a:p>
            <a:endParaRPr lang="en-VN"/>
          </a:p>
        </p:txBody>
      </p:sp>
      <p:sp>
        <p:nvSpPr>
          <p:cNvPr id="49" name="Freeform 49">
            <a:extLst>
              <a:ext uri="{FF2B5EF4-FFF2-40B4-BE49-F238E27FC236}">
                <a16:creationId xmlns:a16="http://schemas.microsoft.com/office/drawing/2014/main" id="{AA2E3A8C-B3A7-1905-39FB-1F35E7EE1FEC}"/>
              </a:ext>
            </a:extLst>
          </p:cNvPr>
          <p:cNvSpPr/>
          <p:nvPr/>
        </p:nvSpPr>
        <p:spPr>
          <a:xfrm>
            <a:off x="16241213" y="8697417"/>
            <a:ext cx="937733" cy="617732"/>
          </a:xfrm>
          <a:custGeom>
            <a:avLst/>
            <a:gdLst/>
            <a:ahLst/>
            <a:cxnLst/>
            <a:rect l="l" t="t" r="r" b="b"/>
            <a:pathLst>
              <a:path w="937733" h="617732">
                <a:moveTo>
                  <a:pt x="0" y="0"/>
                </a:moveTo>
                <a:lnTo>
                  <a:pt x="937733" y="0"/>
                </a:lnTo>
                <a:lnTo>
                  <a:pt x="937733" y="617732"/>
                </a:lnTo>
                <a:lnTo>
                  <a:pt x="0" y="6177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VN"/>
          </a:p>
        </p:txBody>
      </p:sp>
      <p:sp>
        <p:nvSpPr>
          <p:cNvPr id="50" name="Freeform 50">
            <a:extLst>
              <a:ext uri="{FF2B5EF4-FFF2-40B4-BE49-F238E27FC236}">
                <a16:creationId xmlns:a16="http://schemas.microsoft.com/office/drawing/2014/main" id="{76879734-E0E0-D614-C70F-2BF78A88538D}"/>
              </a:ext>
            </a:extLst>
          </p:cNvPr>
          <p:cNvSpPr/>
          <p:nvPr/>
        </p:nvSpPr>
        <p:spPr>
          <a:xfrm>
            <a:off x="16397480" y="6269996"/>
            <a:ext cx="781466" cy="772675"/>
          </a:xfrm>
          <a:custGeom>
            <a:avLst/>
            <a:gdLst/>
            <a:ahLst/>
            <a:cxnLst/>
            <a:rect l="l" t="t" r="r" b="b"/>
            <a:pathLst>
              <a:path w="781466" h="772675">
                <a:moveTo>
                  <a:pt x="0" y="0"/>
                </a:moveTo>
                <a:lnTo>
                  <a:pt x="781466" y="0"/>
                </a:lnTo>
                <a:lnTo>
                  <a:pt x="781466" y="772674"/>
                </a:lnTo>
                <a:lnTo>
                  <a:pt x="0" y="77267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51" name="Freeform 51">
            <a:extLst>
              <a:ext uri="{FF2B5EF4-FFF2-40B4-BE49-F238E27FC236}">
                <a16:creationId xmlns:a16="http://schemas.microsoft.com/office/drawing/2014/main" id="{DE2783E7-9419-B0A6-767F-8FBA68D7E309}"/>
              </a:ext>
            </a:extLst>
          </p:cNvPr>
          <p:cNvSpPr/>
          <p:nvPr/>
        </p:nvSpPr>
        <p:spPr>
          <a:xfrm>
            <a:off x="16403613" y="1533127"/>
            <a:ext cx="855687" cy="782953"/>
          </a:xfrm>
          <a:custGeom>
            <a:avLst/>
            <a:gdLst/>
            <a:ahLst/>
            <a:cxnLst/>
            <a:rect l="l" t="t" r="r" b="b"/>
            <a:pathLst>
              <a:path w="855687" h="782953">
                <a:moveTo>
                  <a:pt x="0" y="0"/>
                </a:moveTo>
                <a:lnTo>
                  <a:pt x="855687" y="0"/>
                </a:lnTo>
                <a:lnTo>
                  <a:pt x="855687" y="782953"/>
                </a:lnTo>
                <a:lnTo>
                  <a:pt x="0" y="78295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VN"/>
          </a:p>
        </p:txBody>
      </p:sp>
      <p:sp>
        <p:nvSpPr>
          <p:cNvPr id="52" name="Freeform 52">
            <a:extLst>
              <a:ext uri="{FF2B5EF4-FFF2-40B4-BE49-F238E27FC236}">
                <a16:creationId xmlns:a16="http://schemas.microsoft.com/office/drawing/2014/main" id="{3F749AB9-CA18-BEAB-7428-4FC10B39CD88}"/>
              </a:ext>
            </a:extLst>
          </p:cNvPr>
          <p:cNvSpPr/>
          <p:nvPr/>
        </p:nvSpPr>
        <p:spPr>
          <a:xfrm>
            <a:off x="16241213" y="4004341"/>
            <a:ext cx="937733" cy="672823"/>
          </a:xfrm>
          <a:custGeom>
            <a:avLst/>
            <a:gdLst/>
            <a:ahLst/>
            <a:cxnLst/>
            <a:rect l="l" t="t" r="r" b="b"/>
            <a:pathLst>
              <a:path w="937733" h="672823">
                <a:moveTo>
                  <a:pt x="0" y="0"/>
                </a:moveTo>
                <a:lnTo>
                  <a:pt x="937733" y="0"/>
                </a:lnTo>
                <a:lnTo>
                  <a:pt x="937733" y="672823"/>
                </a:lnTo>
                <a:lnTo>
                  <a:pt x="0" y="672823"/>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VN"/>
          </a:p>
        </p:txBody>
      </p:sp>
      <p:sp>
        <p:nvSpPr>
          <p:cNvPr id="62" name="TextBox 61">
            <a:extLst>
              <a:ext uri="{FF2B5EF4-FFF2-40B4-BE49-F238E27FC236}">
                <a16:creationId xmlns:a16="http://schemas.microsoft.com/office/drawing/2014/main" id="{52877BAC-8C39-1001-4B0C-15B8ACC76B7D}"/>
              </a:ext>
            </a:extLst>
          </p:cNvPr>
          <p:cNvSpPr txBox="1"/>
          <p:nvPr/>
        </p:nvSpPr>
        <p:spPr>
          <a:xfrm>
            <a:off x="1552903" y="310767"/>
            <a:ext cx="14182334" cy="9665466"/>
          </a:xfrm>
          <a:prstGeom prst="rect">
            <a:avLst/>
          </a:prstGeom>
          <a:noFill/>
        </p:spPr>
        <p:txBody>
          <a:bodyPr wrap="square">
            <a:spAutoFit/>
          </a:bodyPr>
          <a:lstStyle/>
          <a:p>
            <a:pPr algn="ctr">
              <a:lnSpc>
                <a:spcPct val="150000"/>
              </a:lnSpc>
              <a:spcBef>
                <a:spcPts val="600"/>
              </a:spcBef>
              <a:spcAft>
                <a:spcPts val="600"/>
              </a:spcAft>
              <a:buNone/>
            </a:pPr>
            <a:r>
              <a:rPr lang="vi-VN" sz="5000" b="1">
                <a:solidFill>
                  <a:schemeClr val="accent2"/>
                </a:solidFill>
                <a:latin typeface="American Typewriter" panose="02090604020004020304" pitchFamily="18" charset="77"/>
              </a:rPr>
              <a:t>CÁC CÁCH THÀNH LẬP CỤM DANH TỪ</a:t>
            </a:r>
          </a:p>
          <a:p>
            <a:pPr algn="ctr">
              <a:lnSpc>
                <a:spcPct val="150000"/>
              </a:lnSpc>
              <a:spcBef>
                <a:spcPts val="600"/>
              </a:spcBef>
              <a:spcAft>
                <a:spcPts val="600"/>
              </a:spcAft>
            </a:pPr>
            <a:r>
              <a:rPr lang="vi-VN" sz="5000" b="1">
                <a:solidFill>
                  <a:srgbClr val="00B050"/>
                </a:solidFill>
                <a:latin typeface="American Typewriter" panose="02090604020004020304" pitchFamily="18" charset="77"/>
              </a:rPr>
              <a:t>DANH TỪ SỞ HỮU (N1’s + N2)</a:t>
            </a:r>
          </a:p>
          <a:p>
            <a:pPr algn="just">
              <a:lnSpc>
                <a:spcPct val="150000"/>
              </a:lnSpc>
              <a:spcBef>
                <a:spcPts val="600"/>
              </a:spcBef>
              <a:spcAft>
                <a:spcPts val="600"/>
              </a:spcAft>
            </a:pPr>
            <a:r>
              <a:rPr lang="vi-VN" sz="5000">
                <a:latin typeface="American Typewriter" panose="02090604020004020304" pitchFamily="18" charset="77"/>
              </a:rPr>
              <a:t>→ Danh từ thứ nhất ở dạng sở hữu (‘s) để thể hiện </a:t>
            </a:r>
            <a:r>
              <a:rPr lang="vi-VN" sz="5000" b="1">
                <a:latin typeface="American Typewriter" panose="02090604020004020304" pitchFamily="18" charset="77"/>
              </a:rPr>
              <a:t>quyền sở hữu hoặc mối liên hệ</a:t>
            </a:r>
            <a:r>
              <a:rPr lang="vi-VN" sz="5000">
                <a:latin typeface="American Typewriter" panose="02090604020004020304" pitchFamily="18" charset="77"/>
              </a:rPr>
              <a:t> với danh từ thứ hai.</a:t>
            </a:r>
          </a:p>
          <a:p>
            <a:pPr algn="just">
              <a:lnSpc>
                <a:spcPct val="150000"/>
              </a:lnSpc>
              <a:spcBef>
                <a:spcPts val="600"/>
              </a:spcBef>
              <a:spcAft>
                <a:spcPts val="600"/>
              </a:spcAft>
            </a:pPr>
            <a:r>
              <a:rPr lang="vi-VN" sz="5000">
                <a:latin typeface="American Typewriter" panose="02090604020004020304" pitchFamily="18" charset="77"/>
              </a:rPr>
              <a:t>→ </a:t>
            </a:r>
            <a:r>
              <a:rPr lang="en-US" sz="5000">
                <a:latin typeface="American Typewriter" panose="02090604020004020304" pitchFamily="18" charset="77"/>
              </a:rPr>
              <a:t>Teenagers often suffer from stress due to </a:t>
            </a:r>
            <a:r>
              <a:rPr lang="en-US" sz="5000" b="1">
                <a:latin typeface="American Typewriter" panose="02090604020004020304" pitchFamily="18" charset="77"/>
              </a:rPr>
              <a:t>society’s expectations </a:t>
            </a:r>
            <a:r>
              <a:rPr lang="en-US" sz="5000">
                <a:latin typeface="American Typewriter" panose="02090604020004020304" pitchFamily="18" charset="77"/>
              </a:rPr>
              <a:t>about success and appearance. </a:t>
            </a:r>
          </a:p>
        </p:txBody>
      </p:sp>
      <p:sp>
        <p:nvSpPr>
          <p:cNvPr id="3" name="Rounded Rectangle 2">
            <a:extLst>
              <a:ext uri="{FF2B5EF4-FFF2-40B4-BE49-F238E27FC236}">
                <a16:creationId xmlns:a16="http://schemas.microsoft.com/office/drawing/2014/main" id="{1A2938B7-5BCA-D799-B3A8-33733AD196F7}"/>
              </a:ext>
            </a:extLst>
          </p:cNvPr>
          <p:cNvSpPr/>
          <p:nvPr/>
        </p:nvSpPr>
        <p:spPr>
          <a:xfrm>
            <a:off x="3048000" y="1562100"/>
            <a:ext cx="10972800" cy="1400573"/>
          </a:xfrm>
          <a:prstGeom prst="roundRect">
            <a:avLst/>
          </a:prstGeom>
          <a:noFill/>
          <a:ln w="57150">
            <a:solidFill>
              <a:schemeClr val="accent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1936576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2">
                                            <p:txEl>
                                              <p:pRg st="0" end="0"/>
                                            </p:txEl>
                                          </p:spTgt>
                                        </p:tgtEl>
                                        <p:attrNameLst>
                                          <p:attrName>style.visibility</p:attrName>
                                        </p:attrNameLst>
                                      </p:cBhvr>
                                      <p:to>
                                        <p:strVal val="visible"/>
                                      </p:to>
                                    </p:set>
                                    <p:anim calcmode="lin" valueType="num">
                                      <p:cBhvr additive="base">
                                        <p:cTn id="7" dur="500" fill="hold"/>
                                        <p:tgtEl>
                                          <p:spTgt spid="6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2">
                                            <p:txEl>
                                              <p:pRg st="1" end="1"/>
                                            </p:txEl>
                                          </p:spTgt>
                                        </p:tgtEl>
                                        <p:attrNameLst>
                                          <p:attrName>style.visibility</p:attrName>
                                        </p:attrNameLst>
                                      </p:cBhvr>
                                      <p:to>
                                        <p:strVal val="visible"/>
                                      </p:to>
                                    </p:set>
                                    <p:anim calcmode="lin" valueType="num">
                                      <p:cBhvr additive="base">
                                        <p:cTn id="19" dur="500" fill="hold"/>
                                        <p:tgtEl>
                                          <p:spTgt spid="62">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2">
                                            <p:txEl>
                                              <p:pRg st="2" end="2"/>
                                            </p:txEl>
                                          </p:spTgt>
                                        </p:tgtEl>
                                        <p:attrNameLst>
                                          <p:attrName>style.visibility</p:attrName>
                                        </p:attrNameLst>
                                      </p:cBhvr>
                                      <p:to>
                                        <p:strVal val="visible"/>
                                      </p:to>
                                    </p:set>
                                    <p:anim calcmode="lin" valueType="num">
                                      <p:cBhvr additive="base">
                                        <p:cTn id="25" dur="500" fill="hold"/>
                                        <p:tgtEl>
                                          <p:spTgt spid="62">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2">
                                            <p:txEl>
                                              <p:pRg st="3" end="3"/>
                                            </p:txEl>
                                          </p:spTgt>
                                        </p:tgtEl>
                                        <p:attrNameLst>
                                          <p:attrName>style.visibility</p:attrName>
                                        </p:attrNameLst>
                                      </p:cBhvr>
                                      <p:to>
                                        <p:strVal val="visible"/>
                                      </p:to>
                                    </p:set>
                                    <p:anim calcmode="lin" valueType="num">
                                      <p:cBhvr additive="base">
                                        <p:cTn id="31" dur="500" fill="hold"/>
                                        <p:tgtEl>
                                          <p:spTgt spid="62">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45613-E122-04AB-B884-ACEECE99A24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6876AA4-F0CE-3788-7148-668FD38C730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1527" r="-2747" b="-10285"/>
            </a:stretch>
          </a:blipFill>
        </p:spPr>
        <p:txBody>
          <a:bodyPr/>
          <a:lstStyle/>
          <a:p>
            <a:endParaRPr lang="en-VN"/>
          </a:p>
        </p:txBody>
      </p:sp>
      <p:grpSp>
        <p:nvGrpSpPr>
          <p:cNvPr id="6" name="Group 6">
            <a:extLst>
              <a:ext uri="{FF2B5EF4-FFF2-40B4-BE49-F238E27FC236}">
                <a16:creationId xmlns:a16="http://schemas.microsoft.com/office/drawing/2014/main" id="{F8537ECE-DF31-7428-BF64-5FE66A59E3F7}"/>
              </a:ext>
            </a:extLst>
          </p:cNvPr>
          <p:cNvGrpSpPr/>
          <p:nvPr/>
        </p:nvGrpSpPr>
        <p:grpSpPr>
          <a:xfrm>
            <a:off x="-1403650" y="-514350"/>
            <a:ext cx="2616801" cy="11504153"/>
            <a:chOff x="0" y="0"/>
            <a:chExt cx="689199" cy="3029900"/>
          </a:xfrm>
        </p:grpSpPr>
        <p:sp>
          <p:nvSpPr>
            <p:cNvPr id="7" name="Freeform 7">
              <a:extLst>
                <a:ext uri="{FF2B5EF4-FFF2-40B4-BE49-F238E27FC236}">
                  <a16:creationId xmlns:a16="http://schemas.microsoft.com/office/drawing/2014/main" id="{1DD7913E-958C-1CDE-6C05-86DAFA8FDE07}"/>
                </a:ext>
              </a:extLst>
            </p:cNvPr>
            <p:cNvSpPr/>
            <p:nvPr/>
          </p:nvSpPr>
          <p:spPr>
            <a:xfrm>
              <a:off x="0" y="0"/>
              <a:ext cx="689199" cy="3029900"/>
            </a:xfrm>
            <a:custGeom>
              <a:avLst/>
              <a:gdLst/>
              <a:ahLst/>
              <a:cxnLst/>
              <a:rect l="l" t="t" r="r" b="b"/>
              <a:pathLst>
                <a:path w="689199" h="3029900">
                  <a:moveTo>
                    <a:pt x="0" y="0"/>
                  </a:moveTo>
                  <a:lnTo>
                    <a:pt x="689199" y="0"/>
                  </a:lnTo>
                  <a:lnTo>
                    <a:pt x="689199" y="3029900"/>
                  </a:lnTo>
                  <a:lnTo>
                    <a:pt x="0" y="3029900"/>
                  </a:lnTo>
                  <a:close/>
                </a:path>
              </a:pathLst>
            </a:custGeom>
            <a:solidFill>
              <a:srgbClr val="D4DFE8"/>
            </a:solidFill>
            <a:ln w="19050" cap="sq">
              <a:solidFill>
                <a:srgbClr val="ACC8DC"/>
              </a:solidFill>
              <a:prstDash val="solid"/>
              <a:miter/>
            </a:ln>
          </p:spPr>
          <p:txBody>
            <a:bodyPr/>
            <a:lstStyle/>
            <a:p>
              <a:endParaRPr lang="en-VN"/>
            </a:p>
          </p:txBody>
        </p:sp>
        <p:sp>
          <p:nvSpPr>
            <p:cNvPr id="8" name="TextBox 8">
              <a:extLst>
                <a:ext uri="{FF2B5EF4-FFF2-40B4-BE49-F238E27FC236}">
                  <a16:creationId xmlns:a16="http://schemas.microsoft.com/office/drawing/2014/main" id="{EB8F8735-199E-AF48-933E-E6C208CB0C81}"/>
                </a:ext>
              </a:extLst>
            </p:cNvPr>
            <p:cNvSpPr txBox="1"/>
            <p:nvPr/>
          </p:nvSpPr>
          <p:spPr>
            <a:xfrm>
              <a:off x="0" y="-76200"/>
              <a:ext cx="689199" cy="3106100"/>
            </a:xfrm>
            <a:prstGeom prst="rect">
              <a:avLst/>
            </a:prstGeom>
          </p:spPr>
          <p:txBody>
            <a:bodyPr lIns="50800" tIns="50800" rIns="50800" bIns="50800" rtlCol="0" anchor="ctr"/>
            <a:lstStyle/>
            <a:p>
              <a:pPr algn="ctr">
                <a:lnSpc>
                  <a:spcPts val="2659"/>
                </a:lnSpc>
              </a:pPr>
              <a:endParaRPr/>
            </a:p>
          </p:txBody>
        </p:sp>
      </p:grpSp>
      <p:grpSp>
        <p:nvGrpSpPr>
          <p:cNvPr id="9" name="Group 9">
            <a:extLst>
              <a:ext uri="{FF2B5EF4-FFF2-40B4-BE49-F238E27FC236}">
                <a16:creationId xmlns:a16="http://schemas.microsoft.com/office/drawing/2014/main" id="{6DC81F73-1822-1CCF-F7BB-D15B32D3CC59}"/>
              </a:ext>
            </a:extLst>
          </p:cNvPr>
          <p:cNvGrpSpPr/>
          <p:nvPr/>
        </p:nvGrpSpPr>
        <p:grpSpPr>
          <a:xfrm>
            <a:off x="16056316" y="-514350"/>
            <a:ext cx="3048146" cy="11504153"/>
            <a:chOff x="0" y="0"/>
            <a:chExt cx="802804" cy="3029900"/>
          </a:xfrm>
        </p:grpSpPr>
        <p:sp>
          <p:nvSpPr>
            <p:cNvPr id="10" name="Freeform 10">
              <a:extLst>
                <a:ext uri="{FF2B5EF4-FFF2-40B4-BE49-F238E27FC236}">
                  <a16:creationId xmlns:a16="http://schemas.microsoft.com/office/drawing/2014/main" id="{A0756D01-F2ED-3739-C0B2-100167D69604}"/>
                </a:ext>
              </a:extLst>
            </p:cNvPr>
            <p:cNvSpPr/>
            <p:nvPr/>
          </p:nvSpPr>
          <p:spPr>
            <a:xfrm>
              <a:off x="0" y="0"/>
              <a:ext cx="802804" cy="3029900"/>
            </a:xfrm>
            <a:custGeom>
              <a:avLst/>
              <a:gdLst/>
              <a:ahLst/>
              <a:cxnLst/>
              <a:rect l="l" t="t" r="r" b="b"/>
              <a:pathLst>
                <a:path w="802804" h="3029900">
                  <a:moveTo>
                    <a:pt x="0" y="0"/>
                  </a:moveTo>
                  <a:lnTo>
                    <a:pt x="802804" y="0"/>
                  </a:lnTo>
                  <a:lnTo>
                    <a:pt x="802804" y="3029900"/>
                  </a:lnTo>
                  <a:lnTo>
                    <a:pt x="0" y="3029900"/>
                  </a:lnTo>
                  <a:close/>
                </a:path>
              </a:pathLst>
            </a:custGeom>
            <a:solidFill>
              <a:srgbClr val="F5F5F5"/>
            </a:solidFill>
            <a:ln cap="sq">
              <a:noFill/>
              <a:prstDash val="solid"/>
              <a:miter/>
            </a:ln>
          </p:spPr>
          <p:txBody>
            <a:bodyPr/>
            <a:lstStyle/>
            <a:p>
              <a:endParaRPr lang="en-VN"/>
            </a:p>
          </p:txBody>
        </p:sp>
        <p:sp>
          <p:nvSpPr>
            <p:cNvPr id="11" name="TextBox 11">
              <a:extLst>
                <a:ext uri="{FF2B5EF4-FFF2-40B4-BE49-F238E27FC236}">
                  <a16:creationId xmlns:a16="http://schemas.microsoft.com/office/drawing/2014/main" id="{1D7CFA0A-559E-C168-D9C1-56B3FE0EDA84}"/>
                </a:ext>
              </a:extLst>
            </p:cNvPr>
            <p:cNvSpPr txBox="1"/>
            <p:nvPr/>
          </p:nvSpPr>
          <p:spPr>
            <a:xfrm>
              <a:off x="0" y="-76200"/>
              <a:ext cx="802804" cy="3106100"/>
            </a:xfrm>
            <a:prstGeom prst="rect">
              <a:avLst/>
            </a:prstGeom>
          </p:spPr>
          <p:txBody>
            <a:bodyPr lIns="50800" tIns="50800" rIns="50800" bIns="50800" rtlCol="0" anchor="ctr"/>
            <a:lstStyle/>
            <a:p>
              <a:pPr algn="ctr">
                <a:lnSpc>
                  <a:spcPts val="2659"/>
                </a:lnSpc>
              </a:pPr>
              <a:endParaRPr/>
            </a:p>
          </p:txBody>
        </p:sp>
      </p:grpSp>
      <p:grpSp>
        <p:nvGrpSpPr>
          <p:cNvPr id="12" name="Group 12">
            <a:extLst>
              <a:ext uri="{FF2B5EF4-FFF2-40B4-BE49-F238E27FC236}">
                <a16:creationId xmlns:a16="http://schemas.microsoft.com/office/drawing/2014/main" id="{B4775B7C-D4D5-7263-D84A-02211534841E}"/>
              </a:ext>
            </a:extLst>
          </p:cNvPr>
          <p:cNvGrpSpPr/>
          <p:nvPr/>
        </p:nvGrpSpPr>
        <p:grpSpPr>
          <a:xfrm>
            <a:off x="371920" y="4354028"/>
            <a:ext cx="384544" cy="384544"/>
            <a:chOff x="0" y="0"/>
            <a:chExt cx="812800" cy="812800"/>
          </a:xfrm>
        </p:grpSpPr>
        <p:sp>
          <p:nvSpPr>
            <p:cNvPr id="13" name="Freeform 13">
              <a:extLst>
                <a:ext uri="{FF2B5EF4-FFF2-40B4-BE49-F238E27FC236}">
                  <a16:creationId xmlns:a16="http://schemas.microsoft.com/office/drawing/2014/main" id="{D607F7B5-0AE3-9600-D7E1-CF0ACFB4CA8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14" name="TextBox 14">
              <a:extLst>
                <a:ext uri="{FF2B5EF4-FFF2-40B4-BE49-F238E27FC236}">
                  <a16:creationId xmlns:a16="http://schemas.microsoft.com/office/drawing/2014/main" id="{0BB94DF3-4183-2800-5957-A3E62BCAF9EC}"/>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15" name="Group 15">
            <a:extLst>
              <a:ext uri="{FF2B5EF4-FFF2-40B4-BE49-F238E27FC236}">
                <a16:creationId xmlns:a16="http://schemas.microsoft.com/office/drawing/2014/main" id="{37F44545-B827-B11E-AB7E-384157B7E370}"/>
              </a:ext>
            </a:extLst>
          </p:cNvPr>
          <p:cNvGrpSpPr/>
          <p:nvPr/>
        </p:nvGrpSpPr>
        <p:grpSpPr>
          <a:xfrm>
            <a:off x="371920" y="6738452"/>
            <a:ext cx="384544" cy="384544"/>
            <a:chOff x="0" y="0"/>
            <a:chExt cx="812800" cy="812800"/>
          </a:xfrm>
        </p:grpSpPr>
        <p:sp>
          <p:nvSpPr>
            <p:cNvPr id="16" name="Freeform 16">
              <a:extLst>
                <a:ext uri="{FF2B5EF4-FFF2-40B4-BE49-F238E27FC236}">
                  <a16:creationId xmlns:a16="http://schemas.microsoft.com/office/drawing/2014/main" id="{31693E4B-E491-6CE7-46AD-17D71CA6676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17" name="TextBox 17">
              <a:extLst>
                <a:ext uri="{FF2B5EF4-FFF2-40B4-BE49-F238E27FC236}">
                  <a16:creationId xmlns:a16="http://schemas.microsoft.com/office/drawing/2014/main" id="{20D09BB9-CC72-9F03-C521-600347F31F67}"/>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18" name="Group 18">
            <a:extLst>
              <a:ext uri="{FF2B5EF4-FFF2-40B4-BE49-F238E27FC236}">
                <a16:creationId xmlns:a16="http://schemas.microsoft.com/office/drawing/2014/main" id="{54973B56-BBC1-91C3-1052-D13703E76A8D}"/>
              </a:ext>
            </a:extLst>
          </p:cNvPr>
          <p:cNvGrpSpPr/>
          <p:nvPr/>
        </p:nvGrpSpPr>
        <p:grpSpPr>
          <a:xfrm>
            <a:off x="371920" y="779579"/>
            <a:ext cx="384544" cy="384544"/>
            <a:chOff x="0" y="0"/>
            <a:chExt cx="812800" cy="812800"/>
          </a:xfrm>
        </p:grpSpPr>
        <p:sp>
          <p:nvSpPr>
            <p:cNvPr id="19" name="Freeform 19">
              <a:extLst>
                <a:ext uri="{FF2B5EF4-FFF2-40B4-BE49-F238E27FC236}">
                  <a16:creationId xmlns:a16="http://schemas.microsoft.com/office/drawing/2014/main" id="{AC6DDF1D-C6AA-37C7-EB28-CB7E0274F02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20" name="TextBox 20">
              <a:extLst>
                <a:ext uri="{FF2B5EF4-FFF2-40B4-BE49-F238E27FC236}">
                  <a16:creationId xmlns:a16="http://schemas.microsoft.com/office/drawing/2014/main" id="{D8623BBE-090E-5BB9-FB83-EF09A51A2C14}"/>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21" name="Group 21">
            <a:extLst>
              <a:ext uri="{FF2B5EF4-FFF2-40B4-BE49-F238E27FC236}">
                <a16:creationId xmlns:a16="http://schemas.microsoft.com/office/drawing/2014/main" id="{CCD5B0CE-402D-09C3-B40A-72DFF796D220}"/>
              </a:ext>
            </a:extLst>
          </p:cNvPr>
          <p:cNvGrpSpPr/>
          <p:nvPr/>
        </p:nvGrpSpPr>
        <p:grpSpPr>
          <a:xfrm>
            <a:off x="371920" y="5544283"/>
            <a:ext cx="384544" cy="384544"/>
            <a:chOff x="0" y="0"/>
            <a:chExt cx="812800" cy="812800"/>
          </a:xfrm>
        </p:grpSpPr>
        <p:sp>
          <p:nvSpPr>
            <p:cNvPr id="22" name="Freeform 22">
              <a:extLst>
                <a:ext uri="{FF2B5EF4-FFF2-40B4-BE49-F238E27FC236}">
                  <a16:creationId xmlns:a16="http://schemas.microsoft.com/office/drawing/2014/main" id="{056C6681-2567-7611-2525-84A331BF459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23" name="TextBox 23">
              <a:extLst>
                <a:ext uri="{FF2B5EF4-FFF2-40B4-BE49-F238E27FC236}">
                  <a16:creationId xmlns:a16="http://schemas.microsoft.com/office/drawing/2014/main" id="{8C3CB8CA-2D30-B8DF-B7AD-574AAD61EE0B}"/>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24" name="Group 24">
            <a:extLst>
              <a:ext uri="{FF2B5EF4-FFF2-40B4-BE49-F238E27FC236}">
                <a16:creationId xmlns:a16="http://schemas.microsoft.com/office/drawing/2014/main" id="{0CF37F5D-60F9-AC60-3715-B40809B051D5}"/>
              </a:ext>
            </a:extLst>
          </p:cNvPr>
          <p:cNvGrpSpPr/>
          <p:nvPr/>
        </p:nvGrpSpPr>
        <p:grpSpPr>
          <a:xfrm>
            <a:off x="371920" y="7928708"/>
            <a:ext cx="384544" cy="384544"/>
            <a:chOff x="0" y="0"/>
            <a:chExt cx="812800" cy="812800"/>
          </a:xfrm>
        </p:grpSpPr>
        <p:sp>
          <p:nvSpPr>
            <p:cNvPr id="25" name="Freeform 25">
              <a:extLst>
                <a:ext uri="{FF2B5EF4-FFF2-40B4-BE49-F238E27FC236}">
                  <a16:creationId xmlns:a16="http://schemas.microsoft.com/office/drawing/2014/main" id="{9709B914-CB7F-9CE2-81E9-807C12B8556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26" name="TextBox 26">
              <a:extLst>
                <a:ext uri="{FF2B5EF4-FFF2-40B4-BE49-F238E27FC236}">
                  <a16:creationId xmlns:a16="http://schemas.microsoft.com/office/drawing/2014/main" id="{4917EB7A-3B8B-23DC-F462-33FE009E96F1}"/>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27" name="Group 27">
            <a:extLst>
              <a:ext uri="{FF2B5EF4-FFF2-40B4-BE49-F238E27FC236}">
                <a16:creationId xmlns:a16="http://schemas.microsoft.com/office/drawing/2014/main" id="{3B915105-A5F0-2537-8209-2CA20E6DA660}"/>
              </a:ext>
            </a:extLst>
          </p:cNvPr>
          <p:cNvGrpSpPr/>
          <p:nvPr/>
        </p:nvGrpSpPr>
        <p:grpSpPr>
          <a:xfrm>
            <a:off x="371920" y="9122877"/>
            <a:ext cx="384544" cy="384544"/>
            <a:chOff x="0" y="0"/>
            <a:chExt cx="812800" cy="812800"/>
          </a:xfrm>
        </p:grpSpPr>
        <p:sp>
          <p:nvSpPr>
            <p:cNvPr id="28" name="Freeform 28">
              <a:extLst>
                <a:ext uri="{FF2B5EF4-FFF2-40B4-BE49-F238E27FC236}">
                  <a16:creationId xmlns:a16="http://schemas.microsoft.com/office/drawing/2014/main" id="{09A5D2BB-A925-6CFC-206F-847B93D3B03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29" name="TextBox 29">
              <a:extLst>
                <a:ext uri="{FF2B5EF4-FFF2-40B4-BE49-F238E27FC236}">
                  <a16:creationId xmlns:a16="http://schemas.microsoft.com/office/drawing/2014/main" id="{9F7AE429-DD49-598A-7987-FB2E59A7210B}"/>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30" name="Group 30">
            <a:extLst>
              <a:ext uri="{FF2B5EF4-FFF2-40B4-BE49-F238E27FC236}">
                <a16:creationId xmlns:a16="http://schemas.microsoft.com/office/drawing/2014/main" id="{D71A65B7-5489-19C3-5B70-F04D8E428CF8}"/>
              </a:ext>
            </a:extLst>
          </p:cNvPr>
          <p:cNvGrpSpPr/>
          <p:nvPr/>
        </p:nvGrpSpPr>
        <p:grpSpPr>
          <a:xfrm>
            <a:off x="371920" y="1971462"/>
            <a:ext cx="384544" cy="384544"/>
            <a:chOff x="0" y="0"/>
            <a:chExt cx="812800" cy="812800"/>
          </a:xfrm>
        </p:grpSpPr>
        <p:sp>
          <p:nvSpPr>
            <p:cNvPr id="31" name="Freeform 31">
              <a:extLst>
                <a:ext uri="{FF2B5EF4-FFF2-40B4-BE49-F238E27FC236}">
                  <a16:creationId xmlns:a16="http://schemas.microsoft.com/office/drawing/2014/main" id="{1C1BF7B9-ABD5-2E84-CB86-A703A739281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32" name="TextBox 32">
              <a:extLst>
                <a:ext uri="{FF2B5EF4-FFF2-40B4-BE49-F238E27FC236}">
                  <a16:creationId xmlns:a16="http://schemas.microsoft.com/office/drawing/2014/main" id="{C3115CFF-4945-A8D7-DD69-50FF96B90811}"/>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33" name="Group 33">
            <a:extLst>
              <a:ext uri="{FF2B5EF4-FFF2-40B4-BE49-F238E27FC236}">
                <a16:creationId xmlns:a16="http://schemas.microsoft.com/office/drawing/2014/main" id="{659FE6CE-46BD-9771-3645-A14C98B564B4}"/>
              </a:ext>
            </a:extLst>
          </p:cNvPr>
          <p:cNvGrpSpPr/>
          <p:nvPr/>
        </p:nvGrpSpPr>
        <p:grpSpPr>
          <a:xfrm>
            <a:off x="371920" y="3163345"/>
            <a:ext cx="384544" cy="384544"/>
            <a:chOff x="0" y="0"/>
            <a:chExt cx="812800" cy="812800"/>
          </a:xfrm>
        </p:grpSpPr>
        <p:sp>
          <p:nvSpPr>
            <p:cNvPr id="34" name="Freeform 34">
              <a:extLst>
                <a:ext uri="{FF2B5EF4-FFF2-40B4-BE49-F238E27FC236}">
                  <a16:creationId xmlns:a16="http://schemas.microsoft.com/office/drawing/2014/main" id="{4B84D788-9186-90C4-8CD4-EBAF80D1BB6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35" name="TextBox 35">
              <a:extLst>
                <a:ext uri="{FF2B5EF4-FFF2-40B4-BE49-F238E27FC236}">
                  <a16:creationId xmlns:a16="http://schemas.microsoft.com/office/drawing/2014/main" id="{7FE8E0D9-8FD9-F104-E90D-C303A4E17F98}"/>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36" name="Group 36">
            <a:extLst>
              <a:ext uri="{FF2B5EF4-FFF2-40B4-BE49-F238E27FC236}">
                <a16:creationId xmlns:a16="http://schemas.microsoft.com/office/drawing/2014/main" id="{933575E1-B746-7A7C-56BB-A3713FEFE9B4}"/>
              </a:ext>
            </a:extLst>
          </p:cNvPr>
          <p:cNvGrpSpPr/>
          <p:nvPr/>
        </p:nvGrpSpPr>
        <p:grpSpPr>
          <a:xfrm rot="5400000">
            <a:off x="16368316" y="1063521"/>
            <a:ext cx="1191883" cy="1815883"/>
            <a:chOff x="0" y="0"/>
            <a:chExt cx="660400" cy="1006147"/>
          </a:xfrm>
        </p:grpSpPr>
        <p:sp>
          <p:nvSpPr>
            <p:cNvPr id="37" name="Freeform 37">
              <a:extLst>
                <a:ext uri="{FF2B5EF4-FFF2-40B4-BE49-F238E27FC236}">
                  <a16:creationId xmlns:a16="http://schemas.microsoft.com/office/drawing/2014/main" id="{D94F69CA-3147-DCA6-A475-8DD98A904163}"/>
                </a:ext>
              </a:extLst>
            </p:cNvPr>
            <p:cNvSpPr/>
            <p:nvPr/>
          </p:nvSpPr>
          <p:spPr>
            <a:xfrm>
              <a:off x="0" y="0"/>
              <a:ext cx="660400" cy="1006147"/>
            </a:xfrm>
            <a:custGeom>
              <a:avLst/>
              <a:gdLst/>
              <a:ahLst/>
              <a:cxnLst/>
              <a:rect l="l" t="t" r="r" b="b"/>
              <a:pathLst>
                <a:path w="660400" h="1006147">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32797"/>
                  </a:cubicBezTo>
                  <a:lnTo>
                    <a:pt x="660400" y="1006147"/>
                  </a:lnTo>
                  <a:lnTo>
                    <a:pt x="0" y="1006147"/>
                  </a:lnTo>
                  <a:lnTo>
                    <a:pt x="0" y="333296"/>
                  </a:lnTo>
                  <a:cubicBezTo>
                    <a:pt x="1782" y="185660"/>
                    <a:pt x="93019" y="64045"/>
                    <a:pt x="220252" y="19070"/>
                  </a:cubicBezTo>
                  <a:close/>
                </a:path>
              </a:pathLst>
            </a:custGeom>
            <a:solidFill>
              <a:srgbClr val="F0AECA"/>
            </a:solidFill>
          </p:spPr>
          <p:txBody>
            <a:bodyPr/>
            <a:lstStyle/>
            <a:p>
              <a:endParaRPr lang="en-VN"/>
            </a:p>
          </p:txBody>
        </p:sp>
        <p:sp>
          <p:nvSpPr>
            <p:cNvPr id="38" name="TextBox 38">
              <a:extLst>
                <a:ext uri="{FF2B5EF4-FFF2-40B4-BE49-F238E27FC236}">
                  <a16:creationId xmlns:a16="http://schemas.microsoft.com/office/drawing/2014/main" id="{BC376B47-8039-7B56-8F1C-1EC49065C049}"/>
                </a:ext>
              </a:extLst>
            </p:cNvPr>
            <p:cNvSpPr txBox="1"/>
            <p:nvPr/>
          </p:nvSpPr>
          <p:spPr>
            <a:xfrm>
              <a:off x="0" y="50800"/>
              <a:ext cx="660400" cy="955347"/>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209BD02A-5645-D3EC-4526-04C09613057E}"/>
              </a:ext>
            </a:extLst>
          </p:cNvPr>
          <p:cNvGrpSpPr/>
          <p:nvPr/>
        </p:nvGrpSpPr>
        <p:grpSpPr>
          <a:xfrm rot="5400000">
            <a:off x="16157117" y="3615183"/>
            <a:ext cx="1191883" cy="1393484"/>
            <a:chOff x="0" y="0"/>
            <a:chExt cx="660400" cy="772103"/>
          </a:xfrm>
        </p:grpSpPr>
        <p:sp>
          <p:nvSpPr>
            <p:cNvPr id="40" name="Freeform 40">
              <a:extLst>
                <a:ext uri="{FF2B5EF4-FFF2-40B4-BE49-F238E27FC236}">
                  <a16:creationId xmlns:a16="http://schemas.microsoft.com/office/drawing/2014/main" id="{F3351C7F-0DF4-1A6B-9015-A86EAAE51D15}"/>
                </a:ext>
              </a:extLst>
            </p:cNvPr>
            <p:cNvSpPr/>
            <p:nvPr/>
          </p:nvSpPr>
          <p:spPr>
            <a:xfrm>
              <a:off x="0" y="0"/>
              <a:ext cx="660400" cy="772103"/>
            </a:xfrm>
            <a:custGeom>
              <a:avLst/>
              <a:gdLst/>
              <a:ahLst/>
              <a:cxnLst/>
              <a:rect l="l" t="t" r="r" b="b"/>
              <a:pathLst>
                <a:path w="660400" h="772103">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7598"/>
                  </a:cubicBezTo>
                  <a:lnTo>
                    <a:pt x="660400" y="772103"/>
                  </a:lnTo>
                  <a:lnTo>
                    <a:pt x="0" y="772103"/>
                  </a:lnTo>
                  <a:lnTo>
                    <a:pt x="0" y="327928"/>
                  </a:lnTo>
                  <a:cubicBezTo>
                    <a:pt x="1782" y="185660"/>
                    <a:pt x="93019" y="64045"/>
                    <a:pt x="220252" y="19070"/>
                  </a:cubicBezTo>
                  <a:close/>
                </a:path>
              </a:pathLst>
            </a:custGeom>
            <a:solidFill>
              <a:srgbClr val="F6D897"/>
            </a:solidFill>
          </p:spPr>
          <p:txBody>
            <a:bodyPr/>
            <a:lstStyle/>
            <a:p>
              <a:endParaRPr lang="en-VN"/>
            </a:p>
          </p:txBody>
        </p:sp>
        <p:sp>
          <p:nvSpPr>
            <p:cNvPr id="41" name="TextBox 41">
              <a:extLst>
                <a:ext uri="{FF2B5EF4-FFF2-40B4-BE49-F238E27FC236}">
                  <a16:creationId xmlns:a16="http://schemas.microsoft.com/office/drawing/2014/main" id="{D5BD09FB-2FB9-B94A-9C87-8E2EB6BDE682}"/>
                </a:ext>
              </a:extLst>
            </p:cNvPr>
            <p:cNvSpPr txBox="1"/>
            <p:nvPr/>
          </p:nvSpPr>
          <p:spPr>
            <a:xfrm>
              <a:off x="0" y="50800"/>
              <a:ext cx="660400" cy="721303"/>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FB3F5C4B-6612-7AD8-9E08-46139EA1CD9D}"/>
              </a:ext>
            </a:extLst>
          </p:cNvPr>
          <p:cNvGrpSpPr/>
          <p:nvPr/>
        </p:nvGrpSpPr>
        <p:grpSpPr>
          <a:xfrm rot="5400000">
            <a:off x="16157117" y="5959591"/>
            <a:ext cx="1191883" cy="1393484"/>
            <a:chOff x="0" y="0"/>
            <a:chExt cx="660400" cy="772103"/>
          </a:xfrm>
        </p:grpSpPr>
        <p:sp>
          <p:nvSpPr>
            <p:cNvPr id="43" name="Freeform 43">
              <a:extLst>
                <a:ext uri="{FF2B5EF4-FFF2-40B4-BE49-F238E27FC236}">
                  <a16:creationId xmlns:a16="http://schemas.microsoft.com/office/drawing/2014/main" id="{87AA7C96-E071-CE32-8A66-47C2CFBC8614}"/>
                </a:ext>
              </a:extLst>
            </p:cNvPr>
            <p:cNvSpPr/>
            <p:nvPr/>
          </p:nvSpPr>
          <p:spPr>
            <a:xfrm>
              <a:off x="0" y="0"/>
              <a:ext cx="660400" cy="772103"/>
            </a:xfrm>
            <a:custGeom>
              <a:avLst/>
              <a:gdLst/>
              <a:ahLst/>
              <a:cxnLst/>
              <a:rect l="l" t="t" r="r" b="b"/>
              <a:pathLst>
                <a:path w="660400" h="772103">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7598"/>
                  </a:cubicBezTo>
                  <a:lnTo>
                    <a:pt x="660400" y="772103"/>
                  </a:lnTo>
                  <a:lnTo>
                    <a:pt x="0" y="772103"/>
                  </a:lnTo>
                  <a:lnTo>
                    <a:pt x="0" y="327928"/>
                  </a:lnTo>
                  <a:cubicBezTo>
                    <a:pt x="1782" y="185660"/>
                    <a:pt x="93019" y="64045"/>
                    <a:pt x="220252" y="19070"/>
                  </a:cubicBezTo>
                  <a:close/>
                </a:path>
              </a:pathLst>
            </a:custGeom>
            <a:solidFill>
              <a:srgbClr val="BFDFB6"/>
            </a:solidFill>
          </p:spPr>
          <p:txBody>
            <a:bodyPr/>
            <a:lstStyle/>
            <a:p>
              <a:endParaRPr lang="en-VN"/>
            </a:p>
          </p:txBody>
        </p:sp>
        <p:sp>
          <p:nvSpPr>
            <p:cNvPr id="44" name="TextBox 44">
              <a:extLst>
                <a:ext uri="{FF2B5EF4-FFF2-40B4-BE49-F238E27FC236}">
                  <a16:creationId xmlns:a16="http://schemas.microsoft.com/office/drawing/2014/main" id="{93E80420-C7DE-7C46-BA5C-0EF1F345F8AE}"/>
                </a:ext>
              </a:extLst>
            </p:cNvPr>
            <p:cNvSpPr txBox="1"/>
            <p:nvPr/>
          </p:nvSpPr>
          <p:spPr>
            <a:xfrm>
              <a:off x="0" y="50800"/>
              <a:ext cx="660400" cy="721303"/>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91CB2B2F-C6CF-AF4A-A97F-1FE57E8E3370}"/>
              </a:ext>
            </a:extLst>
          </p:cNvPr>
          <p:cNvGrpSpPr/>
          <p:nvPr/>
        </p:nvGrpSpPr>
        <p:grpSpPr>
          <a:xfrm rot="5400000">
            <a:off x="16157117" y="8303999"/>
            <a:ext cx="1191883" cy="1393484"/>
            <a:chOff x="0" y="0"/>
            <a:chExt cx="660400" cy="772103"/>
          </a:xfrm>
        </p:grpSpPr>
        <p:sp>
          <p:nvSpPr>
            <p:cNvPr id="46" name="Freeform 46">
              <a:extLst>
                <a:ext uri="{FF2B5EF4-FFF2-40B4-BE49-F238E27FC236}">
                  <a16:creationId xmlns:a16="http://schemas.microsoft.com/office/drawing/2014/main" id="{8FBD1DB5-0FED-6445-3811-217430295312}"/>
                </a:ext>
              </a:extLst>
            </p:cNvPr>
            <p:cNvSpPr/>
            <p:nvPr/>
          </p:nvSpPr>
          <p:spPr>
            <a:xfrm>
              <a:off x="0" y="0"/>
              <a:ext cx="660400" cy="772103"/>
            </a:xfrm>
            <a:custGeom>
              <a:avLst/>
              <a:gdLst/>
              <a:ahLst/>
              <a:cxnLst/>
              <a:rect l="l" t="t" r="r" b="b"/>
              <a:pathLst>
                <a:path w="660400" h="772103">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7598"/>
                  </a:cubicBezTo>
                  <a:lnTo>
                    <a:pt x="660400" y="772103"/>
                  </a:lnTo>
                  <a:lnTo>
                    <a:pt x="0" y="772103"/>
                  </a:lnTo>
                  <a:lnTo>
                    <a:pt x="0" y="327928"/>
                  </a:lnTo>
                  <a:cubicBezTo>
                    <a:pt x="1782" y="185660"/>
                    <a:pt x="93019" y="64045"/>
                    <a:pt x="220252" y="19070"/>
                  </a:cubicBezTo>
                  <a:close/>
                </a:path>
              </a:pathLst>
            </a:custGeom>
            <a:solidFill>
              <a:srgbClr val="D4DFE8"/>
            </a:solidFill>
          </p:spPr>
          <p:txBody>
            <a:bodyPr/>
            <a:lstStyle/>
            <a:p>
              <a:endParaRPr lang="en-VN"/>
            </a:p>
          </p:txBody>
        </p:sp>
        <p:sp>
          <p:nvSpPr>
            <p:cNvPr id="47" name="TextBox 47">
              <a:extLst>
                <a:ext uri="{FF2B5EF4-FFF2-40B4-BE49-F238E27FC236}">
                  <a16:creationId xmlns:a16="http://schemas.microsoft.com/office/drawing/2014/main" id="{EAB93D6E-B170-A70A-D63B-F4A744589E02}"/>
                </a:ext>
              </a:extLst>
            </p:cNvPr>
            <p:cNvSpPr txBox="1"/>
            <p:nvPr/>
          </p:nvSpPr>
          <p:spPr>
            <a:xfrm>
              <a:off x="0" y="50800"/>
              <a:ext cx="660400" cy="721303"/>
            </a:xfrm>
            <a:prstGeom prst="rect">
              <a:avLst/>
            </a:prstGeom>
          </p:spPr>
          <p:txBody>
            <a:bodyPr lIns="50800" tIns="50800" rIns="50800" bIns="50800" rtlCol="0" anchor="ctr"/>
            <a:lstStyle/>
            <a:p>
              <a:pPr algn="ctr">
                <a:lnSpc>
                  <a:spcPts val="2659"/>
                </a:lnSpc>
              </a:pPr>
              <a:endParaRPr/>
            </a:p>
          </p:txBody>
        </p:sp>
      </p:grpSp>
      <p:sp>
        <p:nvSpPr>
          <p:cNvPr id="48" name="Freeform 48">
            <a:extLst>
              <a:ext uri="{FF2B5EF4-FFF2-40B4-BE49-F238E27FC236}">
                <a16:creationId xmlns:a16="http://schemas.microsoft.com/office/drawing/2014/main" id="{D7E3BB6D-682F-24A8-9A7C-1F96C1A108E2}"/>
              </a:ext>
            </a:extLst>
          </p:cNvPr>
          <p:cNvSpPr/>
          <p:nvPr/>
        </p:nvSpPr>
        <p:spPr>
          <a:xfrm rot="-5400000">
            <a:off x="9861845" y="5122401"/>
            <a:ext cx="13235531" cy="843765"/>
          </a:xfrm>
          <a:custGeom>
            <a:avLst/>
            <a:gdLst/>
            <a:ahLst/>
            <a:cxnLst/>
            <a:rect l="l" t="t" r="r" b="b"/>
            <a:pathLst>
              <a:path w="13235531" h="843765">
                <a:moveTo>
                  <a:pt x="0" y="0"/>
                </a:moveTo>
                <a:lnTo>
                  <a:pt x="13235531" y="0"/>
                </a:lnTo>
                <a:lnTo>
                  <a:pt x="13235531" y="843765"/>
                </a:lnTo>
                <a:lnTo>
                  <a:pt x="0" y="843765"/>
                </a:lnTo>
                <a:lnTo>
                  <a:pt x="0" y="0"/>
                </a:lnTo>
                <a:close/>
              </a:path>
            </a:pathLst>
          </a:custGeom>
          <a:blipFill>
            <a:blip r:embed="rId3">
              <a:alphaModFix amt="28000"/>
            </a:blip>
            <a:stretch>
              <a:fillRect/>
            </a:stretch>
          </a:blipFill>
        </p:spPr>
        <p:txBody>
          <a:bodyPr/>
          <a:lstStyle/>
          <a:p>
            <a:endParaRPr lang="en-VN"/>
          </a:p>
        </p:txBody>
      </p:sp>
      <p:sp>
        <p:nvSpPr>
          <p:cNvPr id="49" name="Freeform 49">
            <a:extLst>
              <a:ext uri="{FF2B5EF4-FFF2-40B4-BE49-F238E27FC236}">
                <a16:creationId xmlns:a16="http://schemas.microsoft.com/office/drawing/2014/main" id="{D3A3EE95-3ED4-7753-F60C-69AFCFBC9DE6}"/>
              </a:ext>
            </a:extLst>
          </p:cNvPr>
          <p:cNvSpPr/>
          <p:nvPr/>
        </p:nvSpPr>
        <p:spPr>
          <a:xfrm>
            <a:off x="16241213" y="8697417"/>
            <a:ext cx="937733" cy="617732"/>
          </a:xfrm>
          <a:custGeom>
            <a:avLst/>
            <a:gdLst/>
            <a:ahLst/>
            <a:cxnLst/>
            <a:rect l="l" t="t" r="r" b="b"/>
            <a:pathLst>
              <a:path w="937733" h="617732">
                <a:moveTo>
                  <a:pt x="0" y="0"/>
                </a:moveTo>
                <a:lnTo>
                  <a:pt x="937733" y="0"/>
                </a:lnTo>
                <a:lnTo>
                  <a:pt x="937733" y="617732"/>
                </a:lnTo>
                <a:lnTo>
                  <a:pt x="0" y="6177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VN"/>
          </a:p>
        </p:txBody>
      </p:sp>
      <p:sp>
        <p:nvSpPr>
          <p:cNvPr id="50" name="Freeform 50">
            <a:extLst>
              <a:ext uri="{FF2B5EF4-FFF2-40B4-BE49-F238E27FC236}">
                <a16:creationId xmlns:a16="http://schemas.microsoft.com/office/drawing/2014/main" id="{6C1AB9A2-56EA-7C26-881B-09B8F9095630}"/>
              </a:ext>
            </a:extLst>
          </p:cNvPr>
          <p:cNvSpPr/>
          <p:nvPr/>
        </p:nvSpPr>
        <p:spPr>
          <a:xfrm>
            <a:off x="16397480" y="6269996"/>
            <a:ext cx="781466" cy="772675"/>
          </a:xfrm>
          <a:custGeom>
            <a:avLst/>
            <a:gdLst/>
            <a:ahLst/>
            <a:cxnLst/>
            <a:rect l="l" t="t" r="r" b="b"/>
            <a:pathLst>
              <a:path w="781466" h="772675">
                <a:moveTo>
                  <a:pt x="0" y="0"/>
                </a:moveTo>
                <a:lnTo>
                  <a:pt x="781466" y="0"/>
                </a:lnTo>
                <a:lnTo>
                  <a:pt x="781466" y="772674"/>
                </a:lnTo>
                <a:lnTo>
                  <a:pt x="0" y="77267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51" name="Freeform 51">
            <a:extLst>
              <a:ext uri="{FF2B5EF4-FFF2-40B4-BE49-F238E27FC236}">
                <a16:creationId xmlns:a16="http://schemas.microsoft.com/office/drawing/2014/main" id="{7F0298F5-9478-9F77-DC33-C37426BF3FF3}"/>
              </a:ext>
            </a:extLst>
          </p:cNvPr>
          <p:cNvSpPr/>
          <p:nvPr/>
        </p:nvSpPr>
        <p:spPr>
          <a:xfrm>
            <a:off x="16403613" y="1533127"/>
            <a:ext cx="855687" cy="782953"/>
          </a:xfrm>
          <a:custGeom>
            <a:avLst/>
            <a:gdLst/>
            <a:ahLst/>
            <a:cxnLst/>
            <a:rect l="l" t="t" r="r" b="b"/>
            <a:pathLst>
              <a:path w="855687" h="782953">
                <a:moveTo>
                  <a:pt x="0" y="0"/>
                </a:moveTo>
                <a:lnTo>
                  <a:pt x="855687" y="0"/>
                </a:lnTo>
                <a:lnTo>
                  <a:pt x="855687" y="782953"/>
                </a:lnTo>
                <a:lnTo>
                  <a:pt x="0" y="78295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VN"/>
          </a:p>
        </p:txBody>
      </p:sp>
      <p:sp>
        <p:nvSpPr>
          <p:cNvPr id="52" name="Freeform 52">
            <a:extLst>
              <a:ext uri="{FF2B5EF4-FFF2-40B4-BE49-F238E27FC236}">
                <a16:creationId xmlns:a16="http://schemas.microsoft.com/office/drawing/2014/main" id="{61A7EE33-7D32-CF17-2BE4-9ABA1E8B9C5E}"/>
              </a:ext>
            </a:extLst>
          </p:cNvPr>
          <p:cNvSpPr/>
          <p:nvPr/>
        </p:nvSpPr>
        <p:spPr>
          <a:xfrm>
            <a:off x="16241213" y="4004341"/>
            <a:ext cx="937733" cy="672823"/>
          </a:xfrm>
          <a:custGeom>
            <a:avLst/>
            <a:gdLst/>
            <a:ahLst/>
            <a:cxnLst/>
            <a:rect l="l" t="t" r="r" b="b"/>
            <a:pathLst>
              <a:path w="937733" h="672823">
                <a:moveTo>
                  <a:pt x="0" y="0"/>
                </a:moveTo>
                <a:lnTo>
                  <a:pt x="937733" y="0"/>
                </a:lnTo>
                <a:lnTo>
                  <a:pt x="937733" y="672823"/>
                </a:lnTo>
                <a:lnTo>
                  <a:pt x="0" y="672823"/>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VN"/>
          </a:p>
        </p:txBody>
      </p:sp>
      <p:sp>
        <p:nvSpPr>
          <p:cNvPr id="62" name="TextBox 61">
            <a:extLst>
              <a:ext uri="{FF2B5EF4-FFF2-40B4-BE49-F238E27FC236}">
                <a16:creationId xmlns:a16="http://schemas.microsoft.com/office/drawing/2014/main" id="{3B767A72-8815-F060-685B-5685641B5CF1}"/>
              </a:ext>
            </a:extLst>
          </p:cNvPr>
          <p:cNvSpPr txBox="1"/>
          <p:nvPr/>
        </p:nvSpPr>
        <p:spPr>
          <a:xfrm>
            <a:off x="1552903" y="310767"/>
            <a:ext cx="14182334" cy="7818807"/>
          </a:xfrm>
          <a:prstGeom prst="rect">
            <a:avLst/>
          </a:prstGeom>
          <a:noFill/>
        </p:spPr>
        <p:txBody>
          <a:bodyPr wrap="square">
            <a:spAutoFit/>
          </a:bodyPr>
          <a:lstStyle/>
          <a:p>
            <a:pPr algn="ctr">
              <a:lnSpc>
                <a:spcPct val="150000"/>
              </a:lnSpc>
              <a:spcBef>
                <a:spcPts val="1200"/>
              </a:spcBef>
              <a:spcAft>
                <a:spcPts val="1200"/>
              </a:spcAft>
              <a:buNone/>
            </a:pPr>
            <a:r>
              <a:rPr lang="vi-VN" sz="5000" b="1">
                <a:solidFill>
                  <a:schemeClr val="accent2"/>
                </a:solidFill>
                <a:latin typeface="American Typewriter" panose="02090604020004020304" pitchFamily="18" charset="77"/>
              </a:rPr>
              <a:t>CÁC CÁCH THÀNH LẬP CỤM DANH TỪ</a:t>
            </a:r>
          </a:p>
          <a:p>
            <a:pPr algn="ctr">
              <a:lnSpc>
                <a:spcPct val="150000"/>
              </a:lnSpc>
              <a:spcBef>
                <a:spcPts val="1200"/>
              </a:spcBef>
              <a:spcAft>
                <a:spcPts val="1200"/>
              </a:spcAft>
            </a:pPr>
            <a:r>
              <a:rPr lang="vi-VN" sz="5000" b="1">
                <a:solidFill>
                  <a:srgbClr val="00B050"/>
                </a:solidFill>
                <a:latin typeface="American Typewriter" panose="02090604020004020304" pitchFamily="18" charset="77"/>
              </a:rPr>
              <a:t>DANH TỪ + OF + DANH TỪ (N1 of N2)</a:t>
            </a:r>
          </a:p>
          <a:p>
            <a:pPr algn="just">
              <a:lnSpc>
                <a:spcPct val="150000"/>
              </a:lnSpc>
              <a:spcBef>
                <a:spcPts val="1200"/>
              </a:spcBef>
              <a:spcAft>
                <a:spcPts val="1200"/>
              </a:spcAft>
            </a:pPr>
            <a:r>
              <a:rPr lang="vi-VN" sz="5000">
                <a:latin typeface="American Typewriter" panose="02090604020004020304" pitchFamily="18" charset="77"/>
              </a:rPr>
              <a:t>→ Dùng để diễn tả mối quan hệ giữa hai danh từ, thường gặp trong văn viết học thuật.</a:t>
            </a:r>
          </a:p>
          <a:p>
            <a:pPr algn="just">
              <a:lnSpc>
                <a:spcPct val="150000"/>
              </a:lnSpc>
              <a:spcBef>
                <a:spcPts val="1200"/>
              </a:spcBef>
              <a:spcAft>
                <a:spcPts val="1200"/>
              </a:spcAft>
            </a:pPr>
            <a:r>
              <a:rPr lang="vi-VN" sz="5000">
                <a:latin typeface="American Typewriter" panose="02090604020004020304" pitchFamily="18" charset="77"/>
              </a:rPr>
              <a:t>→ </a:t>
            </a:r>
            <a:r>
              <a:rPr lang="en-US" sz="5000">
                <a:latin typeface="American Typewriter" panose="02090604020004020304" pitchFamily="18" charset="77"/>
                <a:ea typeface="Calibri" panose="020F0502020204030204" pitchFamily="34" charset="0"/>
                <a:cs typeface="Times New Roman" panose="02020603050405020304" pitchFamily="18" charset="0"/>
              </a:rPr>
              <a:t>The </a:t>
            </a:r>
            <a:r>
              <a:rPr lang="en-US" sz="5000" b="1">
                <a:latin typeface="American Typewriter" panose="02090604020004020304" pitchFamily="18" charset="77"/>
                <a:ea typeface="Calibri" panose="020F0502020204030204" pitchFamily="34" charset="0"/>
                <a:cs typeface="Times New Roman" panose="02020603050405020304" pitchFamily="18" charset="0"/>
              </a:rPr>
              <a:t>impact of technology</a:t>
            </a:r>
            <a:r>
              <a:rPr lang="en-US" sz="5000">
                <a:latin typeface="American Typewriter" panose="02090604020004020304" pitchFamily="18" charset="77"/>
                <a:ea typeface="Calibri" panose="020F0502020204030204" pitchFamily="34" charset="0"/>
                <a:cs typeface="Times New Roman" panose="02020603050405020304" pitchFamily="18" charset="0"/>
              </a:rPr>
              <a:t> on education has been both positive and negative</a:t>
            </a:r>
            <a:r>
              <a:rPr lang="en-US" sz="5000">
                <a:latin typeface="American Typewriter" panose="02090604020004020304" pitchFamily="18" charset="77"/>
              </a:rPr>
              <a:t>. </a:t>
            </a:r>
          </a:p>
        </p:txBody>
      </p:sp>
      <p:sp>
        <p:nvSpPr>
          <p:cNvPr id="3" name="Rounded Rectangle 2">
            <a:extLst>
              <a:ext uri="{FF2B5EF4-FFF2-40B4-BE49-F238E27FC236}">
                <a16:creationId xmlns:a16="http://schemas.microsoft.com/office/drawing/2014/main" id="{F78960A3-DFC1-69F0-956B-FF4DD3DCA4E5}"/>
              </a:ext>
            </a:extLst>
          </p:cNvPr>
          <p:cNvSpPr/>
          <p:nvPr/>
        </p:nvSpPr>
        <p:spPr>
          <a:xfrm>
            <a:off x="1981200" y="1685527"/>
            <a:ext cx="13258653" cy="1400573"/>
          </a:xfrm>
          <a:prstGeom prst="roundRect">
            <a:avLst/>
          </a:prstGeom>
          <a:noFill/>
          <a:ln w="57150">
            <a:solidFill>
              <a:schemeClr val="accent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1145080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2">
                                            <p:txEl>
                                              <p:pRg st="0" end="0"/>
                                            </p:txEl>
                                          </p:spTgt>
                                        </p:tgtEl>
                                        <p:attrNameLst>
                                          <p:attrName>style.visibility</p:attrName>
                                        </p:attrNameLst>
                                      </p:cBhvr>
                                      <p:to>
                                        <p:strVal val="visible"/>
                                      </p:to>
                                    </p:set>
                                    <p:anim calcmode="lin" valueType="num">
                                      <p:cBhvr additive="base">
                                        <p:cTn id="7" dur="500" fill="hold"/>
                                        <p:tgtEl>
                                          <p:spTgt spid="6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2">
                                            <p:txEl>
                                              <p:pRg st="1" end="1"/>
                                            </p:txEl>
                                          </p:spTgt>
                                        </p:tgtEl>
                                        <p:attrNameLst>
                                          <p:attrName>style.visibility</p:attrName>
                                        </p:attrNameLst>
                                      </p:cBhvr>
                                      <p:to>
                                        <p:strVal val="visible"/>
                                      </p:to>
                                    </p:set>
                                    <p:anim calcmode="lin" valueType="num">
                                      <p:cBhvr additive="base">
                                        <p:cTn id="19" dur="500" fill="hold"/>
                                        <p:tgtEl>
                                          <p:spTgt spid="62">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2">
                                            <p:txEl>
                                              <p:pRg st="2" end="2"/>
                                            </p:txEl>
                                          </p:spTgt>
                                        </p:tgtEl>
                                        <p:attrNameLst>
                                          <p:attrName>style.visibility</p:attrName>
                                        </p:attrNameLst>
                                      </p:cBhvr>
                                      <p:to>
                                        <p:strVal val="visible"/>
                                      </p:to>
                                    </p:set>
                                    <p:anim calcmode="lin" valueType="num">
                                      <p:cBhvr additive="base">
                                        <p:cTn id="25" dur="500" fill="hold"/>
                                        <p:tgtEl>
                                          <p:spTgt spid="62">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2">
                                            <p:txEl>
                                              <p:pRg st="3" end="3"/>
                                            </p:txEl>
                                          </p:spTgt>
                                        </p:tgtEl>
                                        <p:attrNameLst>
                                          <p:attrName>style.visibility</p:attrName>
                                        </p:attrNameLst>
                                      </p:cBhvr>
                                      <p:to>
                                        <p:strVal val="visible"/>
                                      </p:to>
                                    </p:set>
                                    <p:anim calcmode="lin" valueType="num">
                                      <p:cBhvr additive="base">
                                        <p:cTn id="31" dur="500" fill="hold"/>
                                        <p:tgtEl>
                                          <p:spTgt spid="62">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A28F9-7039-ED13-1E40-F49FF267DBE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9AF80E4-D911-AC10-9124-8E10876DF6A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1527" r="-2747" b="-10285"/>
            </a:stretch>
          </a:blipFill>
        </p:spPr>
        <p:txBody>
          <a:bodyPr/>
          <a:lstStyle/>
          <a:p>
            <a:endParaRPr lang="en-VN"/>
          </a:p>
        </p:txBody>
      </p:sp>
      <p:grpSp>
        <p:nvGrpSpPr>
          <p:cNvPr id="6" name="Group 6">
            <a:extLst>
              <a:ext uri="{FF2B5EF4-FFF2-40B4-BE49-F238E27FC236}">
                <a16:creationId xmlns:a16="http://schemas.microsoft.com/office/drawing/2014/main" id="{B4419D67-D1EF-1D79-DA47-EB68E829D526}"/>
              </a:ext>
            </a:extLst>
          </p:cNvPr>
          <p:cNvGrpSpPr/>
          <p:nvPr/>
        </p:nvGrpSpPr>
        <p:grpSpPr>
          <a:xfrm>
            <a:off x="-1403650" y="-514350"/>
            <a:ext cx="2616801" cy="11504153"/>
            <a:chOff x="0" y="0"/>
            <a:chExt cx="689199" cy="3029900"/>
          </a:xfrm>
        </p:grpSpPr>
        <p:sp>
          <p:nvSpPr>
            <p:cNvPr id="7" name="Freeform 7">
              <a:extLst>
                <a:ext uri="{FF2B5EF4-FFF2-40B4-BE49-F238E27FC236}">
                  <a16:creationId xmlns:a16="http://schemas.microsoft.com/office/drawing/2014/main" id="{5FF1EF95-1676-4C96-C42F-E026A41B4A45}"/>
                </a:ext>
              </a:extLst>
            </p:cNvPr>
            <p:cNvSpPr/>
            <p:nvPr/>
          </p:nvSpPr>
          <p:spPr>
            <a:xfrm>
              <a:off x="0" y="0"/>
              <a:ext cx="689199" cy="3029900"/>
            </a:xfrm>
            <a:custGeom>
              <a:avLst/>
              <a:gdLst/>
              <a:ahLst/>
              <a:cxnLst/>
              <a:rect l="l" t="t" r="r" b="b"/>
              <a:pathLst>
                <a:path w="689199" h="3029900">
                  <a:moveTo>
                    <a:pt x="0" y="0"/>
                  </a:moveTo>
                  <a:lnTo>
                    <a:pt x="689199" y="0"/>
                  </a:lnTo>
                  <a:lnTo>
                    <a:pt x="689199" y="3029900"/>
                  </a:lnTo>
                  <a:lnTo>
                    <a:pt x="0" y="3029900"/>
                  </a:lnTo>
                  <a:close/>
                </a:path>
              </a:pathLst>
            </a:custGeom>
            <a:solidFill>
              <a:srgbClr val="D4DFE8"/>
            </a:solidFill>
            <a:ln w="19050" cap="sq">
              <a:solidFill>
                <a:srgbClr val="ACC8DC"/>
              </a:solidFill>
              <a:prstDash val="solid"/>
              <a:miter/>
            </a:ln>
          </p:spPr>
          <p:txBody>
            <a:bodyPr/>
            <a:lstStyle/>
            <a:p>
              <a:endParaRPr lang="en-VN"/>
            </a:p>
          </p:txBody>
        </p:sp>
        <p:sp>
          <p:nvSpPr>
            <p:cNvPr id="8" name="TextBox 8">
              <a:extLst>
                <a:ext uri="{FF2B5EF4-FFF2-40B4-BE49-F238E27FC236}">
                  <a16:creationId xmlns:a16="http://schemas.microsoft.com/office/drawing/2014/main" id="{A596A14D-0772-3803-57D6-D70209B771C3}"/>
                </a:ext>
              </a:extLst>
            </p:cNvPr>
            <p:cNvSpPr txBox="1"/>
            <p:nvPr/>
          </p:nvSpPr>
          <p:spPr>
            <a:xfrm>
              <a:off x="0" y="-76200"/>
              <a:ext cx="689199" cy="3106100"/>
            </a:xfrm>
            <a:prstGeom prst="rect">
              <a:avLst/>
            </a:prstGeom>
          </p:spPr>
          <p:txBody>
            <a:bodyPr lIns="50800" tIns="50800" rIns="50800" bIns="50800" rtlCol="0" anchor="ctr"/>
            <a:lstStyle/>
            <a:p>
              <a:pPr algn="ctr">
                <a:lnSpc>
                  <a:spcPts val="2659"/>
                </a:lnSpc>
              </a:pPr>
              <a:endParaRPr/>
            </a:p>
          </p:txBody>
        </p:sp>
      </p:grpSp>
      <p:grpSp>
        <p:nvGrpSpPr>
          <p:cNvPr id="9" name="Group 9">
            <a:extLst>
              <a:ext uri="{FF2B5EF4-FFF2-40B4-BE49-F238E27FC236}">
                <a16:creationId xmlns:a16="http://schemas.microsoft.com/office/drawing/2014/main" id="{F24A41C0-D2B0-CCF3-79D4-5FB1275A3AA3}"/>
              </a:ext>
            </a:extLst>
          </p:cNvPr>
          <p:cNvGrpSpPr/>
          <p:nvPr/>
        </p:nvGrpSpPr>
        <p:grpSpPr>
          <a:xfrm>
            <a:off x="16056316" y="-514350"/>
            <a:ext cx="3048146" cy="11504153"/>
            <a:chOff x="0" y="0"/>
            <a:chExt cx="802804" cy="3029900"/>
          </a:xfrm>
        </p:grpSpPr>
        <p:sp>
          <p:nvSpPr>
            <p:cNvPr id="10" name="Freeform 10">
              <a:extLst>
                <a:ext uri="{FF2B5EF4-FFF2-40B4-BE49-F238E27FC236}">
                  <a16:creationId xmlns:a16="http://schemas.microsoft.com/office/drawing/2014/main" id="{4E3BD1BD-2C9C-C7CD-D5E1-03798E8873B0}"/>
                </a:ext>
              </a:extLst>
            </p:cNvPr>
            <p:cNvSpPr/>
            <p:nvPr/>
          </p:nvSpPr>
          <p:spPr>
            <a:xfrm>
              <a:off x="0" y="0"/>
              <a:ext cx="802804" cy="3029900"/>
            </a:xfrm>
            <a:custGeom>
              <a:avLst/>
              <a:gdLst/>
              <a:ahLst/>
              <a:cxnLst/>
              <a:rect l="l" t="t" r="r" b="b"/>
              <a:pathLst>
                <a:path w="802804" h="3029900">
                  <a:moveTo>
                    <a:pt x="0" y="0"/>
                  </a:moveTo>
                  <a:lnTo>
                    <a:pt x="802804" y="0"/>
                  </a:lnTo>
                  <a:lnTo>
                    <a:pt x="802804" y="3029900"/>
                  </a:lnTo>
                  <a:lnTo>
                    <a:pt x="0" y="3029900"/>
                  </a:lnTo>
                  <a:close/>
                </a:path>
              </a:pathLst>
            </a:custGeom>
            <a:solidFill>
              <a:srgbClr val="F5F5F5"/>
            </a:solidFill>
            <a:ln cap="sq">
              <a:noFill/>
              <a:prstDash val="solid"/>
              <a:miter/>
            </a:ln>
          </p:spPr>
          <p:txBody>
            <a:bodyPr/>
            <a:lstStyle/>
            <a:p>
              <a:endParaRPr lang="en-VN"/>
            </a:p>
          </p:txBody>
        </p:sp>
        <p:sp>
          <p:nvSpPr>
            <p:cNvPr id="11" name="TextBox 11">
              <a:extLst>
                <a:ext uri="{FF2B5EF4-FFF2-40B4-BE49-F238E27FC236}">
                  <a16:creationId xmlns:a16="http://schemas.microsoft.com/office/drawing/2014/main" id="{230B52FD-99C7-111D-C686-649BD629EB78}"/>
                </a:ext>
              </a:extLst>
            </p:cNvPr>
            <p:cNvSpPr txBox="1"/>
            <p:nvPr/>
          </p:nvSpPr>
          <p:spPr>
            <a:xfrm>
              <a:off x="0" y="-76200"/>
              <a:ext cx="802804" cy="3106100"/>
            </a:xfrm>
            <a:prstGeom prst="rect">
              <a:avLst/>
            </a:prstGeom>
          </p:spPr>
          <p:txBody>
            <a:bodyPr lIns="50800" tIns="50800" rIns="50800" bIns="50800" rtlCol="0" anchor="ctr"/>
            <a:lstStyle/>
            <a:p>
              <a:pPr algn="ctr">
                <a:lnSpc>
                  <a:spcPts val="2659"/>
                </a:lnSpc>
              </a:pPr>
              <a:endParaRPr/>
            </a:p>
          </p:txBody>
        </p:sp>
      </p:grpSp>
      <p:grpSp>
        <p:nvGrpSpPr>
          <p:cNvPr id="12" name="Group 12">
            <a:extLst>
              <a:ext uri="{FF2B5EF4-FFF2-40B4-BE49-F238E27FC236}">
                <a16:creationId xmlns:a16="http://schemas.microsoft.com/office/drawing/2014/main" id="{408775E6-90A6-7E21-5361-1E64BB2C77A1}"/>
              </a:ext>
            </a:extLst>
          </p:cNvPr>
          <p:cNvGrpSpPr/>
          <p:nvPr/>
        </p:nvGrpSpPr>
        <p:grpSpPr>
          <a:xfrm>
            <a:off x="371920" y="4354028"/>
            <a:ext cx="384544" cy="384544"/>
            <a:chOff x="0" y="0"/>
            <a:chExt cx="812800" cy="812800"/>
          </a:xfrm>
        </p:grpSpPr>
        <p:sp>
          <p:nvSpPr>
            <p:cNvPr id="13" name="Freeform 13">
              <a:extLst>
                <a:ext uri="{FF2B5EF4-FFF2-40B4-BE49-F238E27FC236}">
                  <a16:creationId xmlns:a16="http://schemas.microsoft.com/office/drawing/2014/main" id="{0BC22736-DF42-F733-A7BA-EA393BF0FAF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14" name="TextBox 14">
              <a:extLst>
                <a:ext uri="{FF2B5EF4-FFF2-40B4-BE49-F238E27FC236}">
                  <a16:creationId xmlns:a16="http://schemas.microsoft.com/office/drawing/2014/main" id="{5E65C650-114E-FFDD-9B36-3D61FC5DB0AA}"/>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15" name="Group 15">
            <a:extLst>
              <a:ext uri="{FF2B5EF4-FFF2-40B4-BE49-F238E27FC236}">
                <a16:creationId xmlns:a16="http://schemas.microsoft.com/office/drawing/2014/main" id="{DA36B84D-F943-F06C-A0EA-AF182FA38C7C}"/>
              </a:ext>
            </a:extLst>
          </p:cNvPr>
          <p:cNvGrpSpPr/>
          <p:nvPr/>
        </p:nvGrpSpPr>
        <p:grpSpPr>
          <a:xfrm>
            <a:off x="371920" y="6738452"/>
            <a:ext cx="384544" cy="384544"/>
            <a:chOff x="0" y="0"/>
            <a:chExt cx="812800" cy="812800"/>
          </a:xfrm>
        </p:grpSpPr>
        <p:sp>
          <p:nvSpPr>
            <p:cNvPr id="16" name="Freeform 16">
              <a:extLst>
                <a:ext uri="{FF2B5EF4-FFF2-40B4-BE49-F238E27FC236}">
                  <a16:creationId xmlns:a16="http://schemas.microsoft.com/office/drawing/2014/main" id="{A051E691-3D2E-BA4A-56FF-EC26FADCE5B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17" name="TextBox 17">
              <a:extLst>
                <a:ext uri="{FF2B5EF4-FFF2-40B4-BE49-F238E27FC236}">
                  <a16:creationId xmlns:a16="http://schemas.microsoft.com/office/drawing/2014/main" id="{4F4BCE9F-D684-2237-BCA6-5B028A9E1EA9}"/>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18" name="Group 18">
            <a:extLst>
              <a:ext uri="{FF2B5EF4-FFF2-40B4-BE49-F238E27FC236}">
                <a16:creationId xmlns:a16="http://schemas.microsoft.com/office/drawing/2014/main" id="{491322EA-8BC8-E167-A6AF-D8CCD03864FF}"/>
              </a:ext>
            </a:extLst>
          </p:cNvPr>
          <p:cNvGrpSpPr/>
          <p:nvPr/>
        </p:nvGrpSpPr>
        <p:grpSpPr>
          <a:xfrm>
            <a:off x="371920" y="779579"/>
            <a:ext cx="384544" cy="384544"/>
            <a:chOff x="0" y="0"/>
            <a:chExt cx="812800" cy="812800"/>
          </a:xfrm>
        </p:grpSpPr>
        <p:sp>
          <p:nvSpPr>
            <p:cNvPr id="19" name="Freeform 19">
              <a:extLst>
                <a:ext uri="{FF2B5EF4-FFF2-40B4-BE49-F238E27FC236}">
                  <a16:creationId xmlns:a16="http://schemas.microsoft.com/office/drawing/2014/main" id="{452820DD-EA8A-B480-C9B7-40813B09D2E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20" name="TextBox 20">
              <a:extLst>
                <a:ext uri="{FF2B5EF4-FFF2-40B4-BE49-F238E27FC236}">
                  <a16:creationId xmlns:a16="http://schemas.microsoft.com/office/drawing/2014/main" id="{D2B7BBE1-115F-8E2E-4772-211B8DD27D23}"/>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21" name="Group 21">
            <a:extLst>
              <a:ext uri="{FF2B5EF4-FFF2-40B4-BE49-F238E27FC236}">
                <a16:creationId xmlns:a16="http://schemas.microsoft.com/office/drawing/2014/main" id="{FD4F4283-22CA-0CD8-C4EE-8AD0AE779405}"/>
              </a:ext>
            </a:extLst>
          </p:cNvPr>
          <p:cNvGrpSpPr/>
          <p:nvPr/>
        </p:nvGrpSpPr>
        <p:grpSpPr>
          <a:xfrm>
            <a:off x="371920" y="5544283"/>
            <a:ext cx="384544" cy="384544"/>
            <a:chOff x="0" y="0"/>
            <a:chExt cx="812800" cy="812800"/>
          </a:xfrm>
        </p:grpSpPr>
        <p:sp>
          <p:nvSpPr>
            <p:cNvPr id="22" name="Freeform 22">
              <a:extLst>
                <a:ext uri="{FF2B5EF4-FFF2-40B4-BE49-F238E27FC236}">
                  <a16:creationId xmlns:a16="http://schemas.microsoft.com/office/drawing/2014/main" id="{AA97AC12-DE3B-91B6-B57D-9E003A9790B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23" name="TextBox 23">
              <a:extLst>
                <a:ext uri="{FF2B5EF4-FFF2-40B4-BE49-F238E27FC236}">
                  <a16:creationId xmlns:a16="http://schemas.microsoft.com/office/drawing/2014/main" id="{E4B6DD27-F3A2-944F-EF24-B6602FA7063A}"/>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24" name="Group 24">
            <a:extLst>
              <a:ext uri="{FF2B5EF4-FFF2-40B4-BE49-F238E27FC236}">
                <a16:creationId xmlns:a16="http://schemas.microsoft.com/office/drawing/2014/main" id="{DDA4B9E1-0B1A-35C1-4276-652BE7D50ADB}"/>
              </a:ext>
            </a:extLst>
          </p:cNvPr>
          <p:cNvGrpSpPr/>
          <p:nvPr/>
        </p:nvGrpSpPr>
        <p:grpSpPr>
          <a:xfrm>
            <a:off x="371920" y="7928708"/>
            <a:ext cx="384544" cy="384544"/>
            <a:chOff x="0" y="0"/>
            <a:chExt cx="812800" cy="812800"/>
          </a:xfrm>
        </p:grpSpPr>
        <p:sp>
          <p:nvSpPr>
            <p:cNvPr id="25" name="Freeform 25">
              <a:extLst>
                <a:ext uri="{FF2B5EF4-FFF2-40B4-BE49-F238E27FC236}">
                  <a16:creationId xmlns:a16="http://schemas.microsoft.com/office/drawing/2014/main" id="{4903DEA0-DEFA-C292-FB92-E2D6A71CD0C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26" name="TextBox 26">
              <a:extLst>
                <a:ext uri="{FF2B5EF4-FFF2-40B4-BE49-F238E27FC236}">
                  <a16:creationId xmlns:a16="http://schemas.microsoft.com/office/drawing/2014/main" id="{3BB28857-5554-CD7E-018D-2D0EF1B6198B}"/>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27" name="Group 27">
            <a:extLst>
              <a:ext uri="{FF2B5EF4-FFF2-40B4-BE49-F238E27FC236}">
                <a16:creationId xmlns:a16="http://schemas.microsoft.com/office/drawing/2014/main" id="{71A9BF07-A2C8-FB96-B0A1-F5196F2287A8}"/>
              </a:ext>
            </a:extLst>
          </p:cNvPr>
          <p:cNvGrpSpPr/>
          <p:nvPr/>
        </p:nvGrpSpPr>
        <p:grpSpPr>
          <a:xfrm>
            <a:off x="371920" y="9122877"/>
            <a:ext cx="384544" cy="384544"/>
            <a:chOff x="0" y="0"/>
            <a:chExt cx="812800" cy="812800"/>
          </a:xfrm>
        </p:grpSpPr>
        <p:sp>
          <p:nvSpPr>
            <p:cNvPr id="28" name="Freeform 28">
              <a:extLst>
                <a:ext uri="{FF2B5EF4-FFF2-40B4-BE49-F238E27FC236}">
                  <a16:creationId xmlns:a16="http://schemas.microsoft.com/office/drawing/2014/main" id="{C0F1FCDE-6058-84F5-EE0D-4D90F1446B0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29" name="TextBox 29">
              <a:extLst>
                <a:ext uri="{FF2B5EF4-FFF2-40B4-BE49-F238E27FC236}">
                  <a16:creationId xmlns:a16="http://schemas.microsoft.com/office/drawing/2014/main" id="{2E4293CE-CBD1-A341-2D95-D7000A5936B2}"/>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30" name="Group 30">
            <a:extLst>
              <a:ext uri="{FF2B5EF4-FFF2-40B4-BE49-F238E27FC236}">
                <a16:creationId xmlns:a16="http://schemas.microsoft.com/office/drawing/2014/main" id="{978FBF6C-707C-FA6F-CE26-D5AC1DD8F5BC}"/>
              </a:ext>
            </a:extLst>
          </p:cNvPr>
          <p:cNvGrpSpPr/>
          <p:nvPr/>
        </p:nvGrpSpPr>
        <p:grpSpPr>
          <a:xfrm>
            <a:off x="371920" y="1971462"/>
            <a:ext cx="384544" cy="384544"/>
            <a:chOff x="0" y="0"/>
            <a:chExt cx="812800" cy="812800"/>
          </a:xfrm>
        </p:grpSpPr>
        <p:sp>
          <p:nvSpPr>
            <p:cNvPr id="31" name="Freeform 31">
              <a:extLst>
                <a:ext uri="{FF2B5EF4-FFF2-40B4-BE49-F238E27FC236}">
                  <a16:creationId xmlns:a16="http://schemas.microsoft.com/office/drawing/2014/main" id="{444BC0DF-4C77-8B63-B006-A561707D5DB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32" name="TextBox 32">
              <a:extLst>
                <a:ext uri="{FF2B5EF4-FFF2-40B4-BE49-F238E27FC236}">
                  <a16:creationId xmlns:a16="http://schemas.microsoft.com/office/drawing/2014/main" id="{87C13358-7B7B-3E37-6248-214F810194CF}"/>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33" name="Group 33">
            <a:extLst>
              <a:ext uri="{FF2B5EF4-FFF2-40B4-BE49-F238E27FC236}">
                <a16:creationId xmlns:a16="http://schemas.microsoft.com/office/drawing/2014/main" id="{4886046E-F1D0-255B-A244-0ABA4E707BE4}"/>
              </a:ext>
            </a:extLst>
          </p:cNvPr>
          <p:cNvGrpSpPr/>
          <p:nvPr/>
        </p:nvGrpSpPr>
        <p:grpSpPr>
          <a:xfrm>
            <a:off x="371920" y="3163345"/>
            <a:ext cx="384544" cy="384544"/>
            <a:chOff x="0" y="0"/>
            <a:chExt cx="812800" cy="812800"/>
          </a:xfrm>
        </p:grpSpPr>
        <p:sp>
          <p:nvSpPr>
            <p:cNvPr id="34" name="Freeform 34">
              <a:extLst>
                <a:ext uri="{FF2B5EF4-FFF2-40B4-BE49-F238E27FC236}">
                  <a16:creationId xmlns:a16="http://schemas.microsoft.com/office/drawing/2014/main" id="{C7F72414-5FDA-C85E-D7A0-3919E119C6C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BAFBC"/>
            </a:solidFill>
          </p:spPr>
          <p:txBody>
            <a:bodyPr/>
            <a:lstStyle/>
            <a:p>
              <a:endParaRPr lang="en-VN"/>
            </a:p>
          </p:txBody>
        </p:sp>
        <p:sp>
          <p:nvSpPr>
            <p:cNvPr id="35" name="TextBox 35">
              <a:extLst>
                <a:ext uri="{FF2B5EF4-FFF2-40B4-BE49-F238E27FC236}">
                  <a16:creationId xmlns:a16="http://schemas.microsoft.com/office/drawing/2014/main" id="{D0549957-4D65-B483-EBE4-0DBA2BE12C2C}"/>
                </a:ext>
              </a:extLst>
            </p:cNvPr>
            <p:cNvSpPr txBox="1"/>
            <p:nvPr/>
          </p:nvSpPr>
          <p:spPr>
            <a:xfrm>
              <a:off x="76200" y="0"/>
              <a:ext cx="660400" cy="736600"/>
            </a:xfrm>
            <a:prstGeom prst="rect">
              <a:avLst/>
            </a:prstGeom>
          </p:spPr>
          <p:txBody>
            <a:bodyPr lIns="50800" tIns="50800" rIns="50800" bIns="50800" rtlCol="0" anchor="ctr"/>
            <a:lstStyle/>
            <a:p>
              <a:pPr algn="ctr">
                <a:lnSpc>
                  <a:spcPts val="2659"/>
                </a:lnSpc>
              </a:pPr>
              <a:endParaRPr/>
            </a:p>
          </p:txBody>
        </p:sp>
      </p:grpSp>
      <p:grpSp>
        <p:nvGrpSpPr>
          <p:cNvPr id="36" name="Group 36">
            <a:extLst>
              <a:ext uri="{FF2B5EF4-FFF2-40B4-BE49-F238E27FC236}">
                <a16:creationId xmlns:a16="http://schemas.microsoft.com/office/drawing/2014/main" id="{5EB4BA1C-FF34-F35C-6953-8AE7B5B4F977}"/>
              </a:ext>
            </a:extLst>
          </p:cNvPr>
          <p:cNvGrpSpPr/>
          <p:nvPr/>
        </p:nvGrpSpPr>
        <p:grpSpPr>
          <a:xfrm rot="5400000">
            <a:off x="16368316" y="1063521"/>
            <a:ext cx="1191883" cy="1815883"/>
            <a:chOff x="0" y="0"/>
            <a:chExt cx="660400" cy="1006147"/>
          </a:xfrm>
        </p:grpSpPr>
        <p:sp>
          <p:nvSpPr>
            <p:cNvPr id="37" name="Freeform 37">
              <a:extLst>
                <a:ext uri="{FF2B5EF4-FFF2-40B4-BE49-F238E27FC236}">
                  <a16:creationId xmlns:a16="http://schemas.microsoft.com/office/drawing/2014/main" id="{D46C7880-1A25-35F7-1BC5-14D2274DADB3}"/>
                </a:ext>
              </a:extLst>
            </p:cNvPr>
            <p:cNvSpPr/>
            <p:nvPr/>
          </p:nvSpPr>
          <p:spPr>
            <a:xfrm>
              <a:off x="0" y="0"/>
              <a:ext cx="660400" cy="1006147"/>
            </a:xfrm>
            <a:custGeom>
              <a:avLst/>
              <a:gdLst/>
              <a:ahLst/>
              <a:cxnLst/>
              <a:rect l="l" t="t" r="r" b="b"/>
              <a:pathLst>
                <a:path w="660400" h="1006147">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32797"/>
                  </a:cubicBezTo>
                  <a:lnTo>
                    <a:pt x="660400" y="1006147"/>
                  </a:lnTo>
                  <a:lnTo>
                    <a:pt x="0" y="1006147"/>
                  </a:lnTo>
                  <a:lnTo>
                    <a:pt x="0" y="333296"/>
                  </a:lnTo>
                  <a:cubicBezTo>
                    <a:pt x="1782" y="185660"/>
                    <a:pt x="93019" y="64045"/>
                    <a:pt x="220252" y="19070"/>
                  </a:cubicBezTo>
                  <a:close/>
                </a:path>
              </a:pathLst>
            </a:custGeom>
            <a:solidFill>
              <a:srgbClr val="F0AECA"/>
            </a:solidFill>
          </p:spPr>
          <p:txBody>
            <a:bodyPr/>
            <a:lstStyle/>
            <a:p>
              <a:endParaRPr lang="en-VN"/>
            </a:p>
          </p:txBody>
        </p:sp>
        <p:sp>
          <p:nvSpPr>
            <p:cNvPr id="38" name="TextBox 38">
              <a:extLst>
                <a:ext uri="{FF2B5EF4-FFF2-40B4-BE49-F238E27FC236}">
                  <a16:creationId xmlns:a16="http://schemas.microsoft.com/office/drawing/2014/main" id="{DDE07DF2-AA9E-2056-966D-2C5D208A034D}"/>
                </a:ext>
              </a:extLst>
            </p:cNvPr>
            <p:cNvSpPr txBox="1"/>
            <p:nvPr/>
          </p:nvSpPr>
          <p:spPr>
            <a:xfrm>
              <a:off x="0" y="50800"/>
              <a:ext cx="660400" cy="955347"/>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457C88AA-C29F-59D0-109F-13B0598E1900}"/>
              </a:ext>
            </a:extLst>
          </p:cNvPr>
          <p:cNvGrpSpPr/>
          <p:nvPr/>
        </p:nvGrpSpPr>
        <p:grpSpPr>
          <a:xfrm rot="5400000">
            <a:off x="16157117" y="3615183"/>
            <a:ext cx="1191883" cy="1393484"/>
            <a:chOff x="0" y="0"/>
            <a:chExt cx="660400" cy="772103"/>
          </a:xfrm>
        </p:grpSpPr>
        <p:sp>
          <p:nvSpPr>
            <p:cNvPr id="40" name="Freeform 40">
              <a:extLst>
                <a:ext uri="{FF2B5EF4-FFF2-40B4-BE49-F238E27FC236}">
                  <a16:creationId xmlns:a16="http://schemas.microsoft.com/office/drawing/2014/main" id="{20AD84A9-0CDB-96CD-0069-23E52851D4C6}"/>
                </a:ext>
              </a:extLst>
            </p:cNvPr>
            <p:cNvSpPr/>
            <p:nvPr/>
          </p:nvSpPr>
          <p:spPr>
            <a:xfrm>
              <a:off x="0" y="0"/>
              <a:ext cx="660400" cy="772103"/>
            </a:xfrm>
            <a:custGeom>
              <a:avLst/>
              <a:gdLst/>
              <a:ahLst/>
              <a:cxnLst/>
              <a:rect l="l" t="t" r="r" b="b"/>
              <a:pathLst>
                <a:path w="660400" h="772103">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7598"/>
                  </a:cubicBezTo>
                  <a:lnTo>
                    <a:pt x="660400" y="772103"/>
                  </a:lnTo>
                  <a:lnTo>
                    <a:pt x="0" y="772103"/>
                  </a:lnTo>
                  <a:lnTo>
                    <a:pt x="0" y="327928"/>
                  </a:lnTo>
                  <a:cubicBezTo>
                    <a:pt x="1782" y="185660"/>
                    <a:pt x="93019" y="64045"/>
                    <a:pt x="220252" y="19070"/>
                  </a:cubicBezTo>
                  <a:close/>
                </a:path>
              </a:pathLst>
            </a:custGeom>
            <a:solidFill>
              <a:srgbClr val="F6D897"/>
            </a:solidFill>
          </p:spPr>
          <p:txBody>
            <a:bodyPr/>
            <a:lstStyle/>
            <a:p>
              <a:endParaRPr lang="en-VN"/>
            </a:p>
          </p:txBody>
        </p:sp>
        <p:sp>
          <p:nvSpPr>
            <p:cNvPr id="41" name="TextBox 41">
              <a:extLst>
                <a:ext uri="{FF2B5EF4-FFF2-40B4-BE49-F238E27FC236}">
                  <a16:creationId xmlns:a16="http://schemas.microsoft.com/office/drawing/2014/main" id="{C3BC0B31-AEA3-32A2-19B0-7FB3C5529EBA}"/>
                </a:ext>
              </a:extLst>
            </p:cNvPr>
            <p:cNvSpPr txBox="1"/>
            <p:nvPr/>
          </p:nvSpPr>
          <p:spPr>
            <a:xfrm>
              <a:off x="0" y="50800"/>
              <a:ext cx="660400" cy="721303"/>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D7F6B1E4-6DF7-A674-EEAA-F6154E3FA918}"/>
              </a:ext>
            </a:extLst>
          </p:cNvPr>
          <p:cNvGrpSpPr/>
          <p:nvPr/>
        </p:nvGrpSpPr>
        <p:grpSpPr>
          <a:xfrm rot="5400000">
            <a:off x="16157117" y="5959591"/>
            <a:ext cx="1191883" cy="1393484"/>
            <a:chOff x="0" y="0"/>
            <a:chExt cx="660400" cy="772103"/>
          </a:xfrm>
        </p:grpSpPr>
        <p:sp>
          <p:nvSpPr>
            <p:cNvPr id="43" name="Freeform 43">
              <a:extLst>
                <a:ext uri="{FF2B5EF4-FFF2-40B4-BE49-F238E27FC236}">
                  <a16:creationId xmlns:a16="http://schemas.microsoft.com/office/drawing/2014/main" id="{9E101DC6-CD16-887E-596E-4FDC3B9F5D02}"/>
                </a:ext>
              </a:extLst>
            </p:cNvPr>
            <p:cNvSpPr/>
            <p:nvPr/>
          </p:nvSpPr>
          <p:spPr>
            <a:xfrm>
              <a:off x="0" y="0"/>
              <a:ext cx="660400" cy="772103"/>
            </a:xfrm>
            <a:custGeom>
              <a:avLst/>
              <a:gdLst/>
              <a:ahLst/>
              <a:cxnLst/>
              <a:rect l="l" t="t" r="r" b="b"/>
              <a:pathLst>
                <a:path w="660400" h="772103">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7598"/>
                  </a:cubicBezTo>
                  <a:lnTo>
                    <a:pt x="660400" y="772103"/>
                  </a:lnTo>
                  <a:lnTo>
                    <a:pt x="0" y="772103"/>
                  </a:lnTo>
                  <a:lnTo>
                    <a:pt x="0" y="327928"/>
                  </a:lnTo>
                  <a:cubicBezTo>
                    <a:pt x="1782" y="185660"/>
                    <a:pt x="93019" y="64045"/>
                    <a:pt x="220252" y="19070"/>
                  </a:cubicBezTo>
                  <a:close/>
                </a:path>
              </a:pathLst>
            </a:custGeom>
            <a:solidFill>
              <a:srgbClr val="BFDFB6"/>
            </a:solidFill>
          </p:spPr>
          <p:txBody>
            <a:bodyPr/>
            <a:lstStyle/>
            <a:p>
              <a:endParaRPr lang="en-VN"/>
            </a:p>
          </p:txBody>
        </p:sp>
        <p:sp>
          <p:nvSpPr>
            <p:cNvPr id="44" name="TextBox 44">
              <a:extLst>
                <a:ext uri="{FF2B5EF4-FFF2-40B4-BE49-F238E27FC236}">
                  <a16:creationId xmlns:a16="http://schemas.microsoft.com/office/drawing/2014/main" id="{687665F4-3DD8-127E-70A3-6750856C843D}"/>
                </a:ext>
              </a:extLst>
            </p:cNvPr>
            <p:cNvSpPr txBox="1"/>
            <p:nvPr/>
          </p:nvSpPr>
          <p:spPr>
            <a:xfrm>
              <a:off x="0" y="50800"/>
              <a:ext cx="660400" cy="721303"/>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CE4FB892-FCFB-A85D-1EAC-90E378DAA67B}"/>
              </a:ext>
            </a:extLst>
          </p:cNvPr>
          <p:cNvGrpSpPr/>
          <p:nvPr/>
        </p:nvGrpSpPr>
        <p:grpSpPr>
          <a:xfrm rot="5400000">
            <a:off x="16157117" y="8303999"/>
            <a:ext cx="1191883" cy="1393484"/>
            <a:chOff x="0" y="0"/>
            <a:chExt cx="660400" cy="772103"/>
          </a:xfrm>
        </p:grpSpPr>
        <p:sp>
          <p:nvSpPr>
            <p:cNvPr id="46" name="Freeform 46">
              <a:extLst>
                <a:ext uri="{FF2B5EF4-FFF2-40B4-BE49-F238E27FC236}">
                  <a16:creationId xmlns:a16="http://schemas.microsoft.com/office/drawing/2014/main" id="{12B37C4A-2D59-BFAF-3150-AD7130F132F9}"/>
                </a:ext>
              </a:extLst>
            </p:cNvPr>
            <p:cNvSpPr/>
            <p:nvPr/>
          </p:nvSpPr>
          <p:spPr>
            <a:xfrm>
              <a:off x="0" y="0"/>
              <a:ext cx="660400" cy="772103"/>
            </a:xfrm>
            <a:custGeom>
              <a:avLst/>
              <a:gdLst/>
              <a:ahLst/>
              <a:cxnLst/>
              <a:rect l="l" t="t" r="r" b="b"/>
              <a:pathLst>
                <a:path w="660400" h="772103">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7598"/>
                  </a:cubicBezTo>
                  <a:lnTo>
                    <a:pt x="660400" y="772103"/>
                  </a:lnTo>
                  <a:lnTo>
                    <a:pt x="0" y="772103"/>
                  </a:lnTo>
                  <a:lnTo>
                    <a:pt x="0" y="327928"/>
                  </a:lnTo>
                  <a:cubicBezTo>
                    <a:pt x="1782" y="185660"/>
                    <a:pt x="93019" y="64045"/>
                    <a:pt x="220252" y="19070"/>
                  </a:cubicBezTo>
                  <a:close/>
                </a:path>
              </a:pathLst>
            </a:custGeom>
            <a:solidFill>
              <a:srgbClr val="D4DFE8"/>
            </a:solidFill>
          </p:spPr>
          <p:txBody>
            <a:bodyPr/>
            <a:lstStyle/>
            <a:p>
              <a:endParaRPr lang="en-VN"/>
            </a:p>
          </p:txBody>
        </p:sp>
        <p:sp>
          <p:nvSpPr>
            <p:cNvPr id="47" name="TextBox 47">
              <a:extLst>
                <a:ext uri="{FF2B5EF4-FFF2-40B4-BE49-F238E27FC236}">
                  <a16:creationId xmlns:a16="http://schemas.microsoft.com/office/drawing/2014/main" id="{6C9D4EBA-562E-5653-B301-81F188E2948C}"/>
                </a:ext>
              </a:extLst>
            </p:cNvPr>
            <p:cNvSpPr txBox="1"/>
            <p:nvPr/>
          </p:nvSpPr>
          <p:spPr>
            <a:xfrm>
              <a:off x="0" y="50800"/>
              <a:ext cx="660400" cy="721303"/>
            </a:xfrm>
            <a:prstGeom prst="rect">
              <a:avLst/>
            </a:prstGeom>
          </p:spPr>
          <p:txBody>
            <a:bodyPr lIns="50800" tIns="50800" rIns="50800" bIns="50800" rtlCol="0" anchor="ctr"/>
            <a:lstStyle/>
            <a:p>
              <a:pPr algn="ctr">
                <a:lnSpc>
                  <a:spcPts val="2659"/>
                </a:lnSpc>
              </a:pPr>
              <a:endParaRPr/>
            </a:p>
          </p:txBody>
        </p:sp>
      </p:grpSp>
      <p:sp>
        <p:nvSpPr>
          <p:cNvPr id="48" name="Freeform 48">
            <a:extLst>
              <a:ext uri="{FF2B5EF4-FFF2-40B4-BE49-F238E27FC236}">
                <a16:creationId xmlns:a16="http://schemas.microsoft.com/office/drawing/2014/main" id="{892D47AC-261A-ED03-E96D-27F8CC7228D4}"/>
              </a:ext>
            </a:extLst>
          </p:cNvPr>
          <p:cNvSpPr/>
          <p:nvPr/>
        </p:nvSpPr>
        <p:spPr>
          <a:xfrm rot="-5400000">
            <a:off x="9861845" y="5122401"/>
            <a:ext cx="13235531" cy="843765"/>
          </a:xfrm>
          <a:custGeom>
            <a:avLst/>
            <a:gdLst/>
            <a:ahLst/>
            <a:cxnLst/>
            <a:rect l="l" t="t" r="r" b="b"/>
            <a:pathLst>
              <a:path w="13235531" h="843765">
                <a:moveTo>
                  <a:pt x="0" y="0"/>
                </a:moveTo>
                <a:lnTo>
                  <a:pt x="13235531" y="0"/>
                </a:lnTo>
                <a:lnTo>
                  <a:pt x="13235531" y="843765"/>
                </a:lnTo>
                <a:lnTo>
                  <a:pt x="0" y="843765"/>
                </a:lnTo>
                <a:lnTo>
                  <a:pt x="0" y="0"/>
                </a:lnTo>
                <a:close/>
              </a:path>
            </a:pathLst>
          </a:custGeom>
          <a:blipFill>
            <a:blip r:embed="rId3">
              <a:alphaModFix amt="28000"/>
            </a:blip>
            <a:stretch>
              <a:fillRect/>
            </a:stretch>
          </a:blipFill>
        </p:spPr>
        <p:txBody>
          <a:bodyPr/>
          <a:lstStyle/>
          <a:p>
            <a:endParaRPr lang="en-VN"/>
          </a:p>
        </p:txBody>
      </p:sp>
      <p:sp>
        <p:nvSpPr>
          <p:cNvPr id="49" name="Freeform 49">
            <a:extLst>
              <a:ext uri="{FF2B5EF4-FFF2-40B4-BE49-F238E27FC236}">
                <a16:creationId xmlns:a16="http://schemas.microsoft.com/office/drawing/2014/main" id="{7436EDF1-30CD-1FFE-991F-F53BB72DB0C9}"/>
              </a:ext>
            </a:extLst>
          </p:cNvPr>
          <p:cNvSpPr/>
          <p:nvPr/>
        </p:nvSpPr>
        <p:spPr>
          <a:xfrm>
            <a:off x="16241213" y="8697417"/>
            <a:ext cx="937733" cy="617732"/>
          </a:xfrm>
          <a:custGeom>
            <a:avLst/>
            <a:gdLst/>
            <a:ahLst/>
            <a:cxnLst/>
            <a:rect l="l" t="t" r="r" b="b"/>
            <a:pathLst>
              <a:path w="937733" h="617732">
                <a:moveTo>
                  <a:pt x="0" y="0"/>
                </a:moveTo>
                <a:lnTo>
                  <a:pt x="937733" y="0"/>
                </a:lnTo>
                <a:lnTo>
                  <a:pt x="937733" y="617732"/>
                </a:lnTo>
                <a:lnTo>
                  <a:pt x="0" y="61773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VN"/>
          </a:p>
        </p:txBody>
      </p:sp>
      <p:sp>
        <p:nvSpPr>
          <p:cNvPr id="50" name="Freeform 50">
            <a:extLst>
              <a:ext uri="{FF2B5EF4-FFF2-40B4-BE49-F238E27FC236}">
                <a16:creationId xmlns:a16="http://schemas.microsoft.com/office/drawing/2014/main" id="{466106B0-2C71-276D-88F3-3C9B6BE84024}"/>
              </a:ext>
            </a:extLst>
          </p:cNvPr>
          <p:cNvSpPr/>
          <p:nvPr/>
        </p:nvSpPr>
        <p:spPr>
          <a:xfrm>
            <a:off x="16397480" y="6269996"/>
            <a:ext cx="781466" cy="772675"/>
          </a:xfrm>
          <a:custGeom>
            <a:avLst/>
            <a:gdLst/>
            <a:ahLst/>
            <a:cxnLst/>
            <a:rect l="l" t="t" r="r" b="b"/>
            <a:pathLst>
              <a:path w="781466" h="772675">
                <a:moveTo>
                  <a:pt x="0" y="0"/>
                </a:moveTo>
                <a:lnTo>
                  <a:pt x="781466" y="0"/>
                </a:lnTo>
                <a:lnTo>
                  <a:pt x="781466" y="772674"/>
                </a:lnTo>
                <a:lnTo>
                  <a:pt x="0" y="77267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51" name="Freeform 51">
            <a:extLst>
              <a:ext uri="{FF2B5EF4-FFF2-40B4-BE49-F238E27FC236}">
                <a16:creationId xmlns:a16="http://schemas.microsoft.com/office/drawing/2014/main" id="{F759B1EB-D35D-0E8C-CCA1-3D9498708689}"/>
              </a:ext>
            </a:extLst>
          </p:cNvPr>
          <p:cNvSpPr/>
          <p:nvPr/>
        </p:nvSpPr>
        <p:spPr>
          <a:xfrm>
            <a:off x="16403613" y="1533127"/>
            <a:ext cx="855687" cy="782953"/>
          </a:xfrm>
          <a:custGeom>
            <a:avLst/>
            <a:gdLst/>
            <a:ahLst/>
            <a:cxnLst/>
            <a:rect l="l" t="t" r="r" b="b"/>
            <a:pathLst>
              <a:path w="855687" h="782953">
                <a:moveTo>
                  <a:pt x="0" y="0"/>
                </a:moveTo>
                <a:lnTo>
                  <a:pt x="855687" y="0"/>
                </a:lnTo>
                <a:lnTo>
                  <a:pt x="855687" y="782953"/>
                </a:lnTo>
                <a:lnTo>
                  <a:pt x="0" y="78295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VN"/>
          </a:p>
        </p:txBody>
      </p:sp>
      <p:sp>
        <p:nvSpPr>
          <p:cNvPr id="52" name="Freeform 52">
            <a:extLst>
              <a:ext uri="{FF2B5EF4-FFF2-40B4-BE49-F238E27FC236}">
                <a16:creationId xmlns:a16="http://schemas.microsoft.com/office/drawing/2014/main" id="{612FBBB1-F414-2F62-00A4-02DFAB84A4D2}"/>
              </a:ext>
            </a:extLst>
          </p:cNvPr>
          <p:cNvSpPr/>
          <p:nvPr/>
        </p:nvSpPr>
        <p:spPr>
          <a:xfrm>
            <a:off x="16241213" y="4004341"/>
            <a:ext cx="937733" cy="672823"/>
          </a:xfrm>
          <a:custGeom>
            <a:avLst/>
            <a:gdLst/>
            <a:ahLst/>
            <a:cxnLst/>
            <a:rect l="l" t="t" r="r" b="b"/>
            <a:pathLst>
              <a:path w="937733" h="672823">
                <a:moveTo>
                  <a:pt x="0" y="0"/>
                </a:moveTo>
                <a:lnTo>
                  <a:pt x="937733" y="0"/>
                </a:lnTo>
                <a:lnTo>
                  <a:pt x="937733" y="672823"/>
                </a:lnTo>
                <a:lnTo>
                  <a:pt x="0" y="672823"/>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VN"/>
          </a:p>
        </p:txBody>
      </p:sp>
      <p:sp>
        <p:nvSpPr>
          <p:cNvPr id="62" name="TextBox 61">
            <a:extLst>
              <a:ext uri="{FF2B5EF4-FFF2-40B4-BE49-F238E27FC236}">
                <a16:creationId xmlns:a16="http://schemas.microsoft.com/office/drawing/2014/main" id="{0C954784-B08D-AFC3-0390-40AC20002766}"/>
              </a:ext>
            </a:extLst>
          </p:cNvPr>
          <p:cNvSpPr txBox="1"/>
          <p:nvPr/>
        </p:nvSpPr>
        <p:spPr>
          <a:xfrm>
            <a:off x="1552903" y="310767"/>
            <a:ext cx="14182334" cy="9242402"/>
          </a:xfrm>
          <a:prstGeom prst="rect">
            <a:avLst/>
          </a:prstGeom>
          <a:noFill/>
        </p:spPr>
        <p:txBody>
          <a:bodyPr wrap="square">
            <a:spAutoFit/>
          </a:bodyPr>
          <a:lstStyle/>
          <a:p>
            <a:pPr algn="ctr">
              <a:lnSpc>
                <a:spcPct val="150000"/>
              </a:lnSpc>
              <a:spcBef>
                <a:spcPts val="1200"/>
              </a:spcBef>
              <a:spcAft>
                <a:spcPts val="1200"/>
              </a:spcAft>
              <a:buNone/>
            </a:pPr>
            <a:r>
              <a:rPr lang="vi-VN" sz="5000" b="1">
                <a:solidFill>
                  <a:schemeClr val="accent2"/>
                </a:solidFill>
                <a:latin typeface="American Typewriter" panose="02090604020004020304" pitchFamily="18" charset="77"/>
              </a:rPr>
              <a:t>CÁC CÁCH THÀNH LẬP CỤM DANH TỪ</a:t>
            </a:r>
          </a:p>
          <a:p>
            <a:pPr algn="ctr">
              <a:lnSpc>
                <a:spcPct val="150000"/>
              </a:lnSpc>
              <a:spcBef>
                <a:spcPts val="1200"/>
              </a:spcBef>
              <a:spcAft>
                <a:spcPts val="1200"/>
              </a:spcAft>
            </a:pPr>
            <a:r>
              <a:rPr lang="vi-VN" sz="5000" b="1">
                <a:solidFill>
                  <a:srgbClr val="00B050"/>
                </a:solidFill>
                <a:latin typeface="American Typewriter" panose="02090604020004020304" pitchFamily="18" charset="77"/>
              </a:rPr>
              <a:t>TÍNH TỪ + DANH TỪ (adj + N)</a:t>
            </a:r>
          </a:p>
          <a:p>
            <a:pPr algn="just">
              <a:lnSpc>
                <a:spcPct val="150000"/>
              </a:lnSpc>
              <a:spcBef>
                <a:spcPts val="1200"/>
              </a:spcBef>
              <a:spcAft>
                <a:spcPts val="1200"/>
              </a:spcAft>
            </a:pPr>
            <a:r>
              <a:rPr lang="vi-VN" sz="5000">
                <a:latin typeface="American Typewriter" panose="02090604020004020304" pitchFamily="18" charset="77"/>
              </a:rPr>
              <a:t>→ Tính từ đứng trước để </a:t>
            </a:r>
            <a:r>
              <a:rPr lang="vi-VN" sz="5000" b="1">
                <a:latin typeface="American Typewriter" panose="02090604020004020304" pitchFamily="18" charset="77"/>
              </a:rPr>
              <a:t>miêu tả đặc điểm hoặc tính chất</a:t>
            </a:r>
            <a:r>
              <a:rPr lang="vi-VN" sz="5000">
                <a:latin typeface="American Typewriter" panose="02090604020004020304" pitchFamily="18" charset="77"/>
              </a:rPr>
              <a:t> của danh từ.</a:t>
            </a:r>
          </a:p>
          <a:p>
            <a:pPr algn="just">
              <a:lnSpc>
                <a:spcPct val="150000"/>
              </a:lnSpc>
              <a:spcBef>
                <a:spcPts val="1200"/>
              </a:spcBef>
              <a:spcAft>
                <a:spcPts val="1200"/>
              </a:spcAft>
            </a:pPr>
            <a:r>
              <a:rPr lang="vi-VN" sz="5000">
                <a:latin typeface="American Typewriter" panose="02090604020004020304" pitchFamily="18" charset="77"/>
              </a:rPr>
              <a:t>→ </a:t>
            </a:r>
            <a:r>
              <a:rPr lang="en-US" sz="5000">
                <a:latin typeface="American Typewriter" panose="02090604020004020304" pitchFamily="18" charset="77"/>
                <a:ea typeface="Calibri" panose="020F0502020204030204" pitchFamily="34" charset="0"/>
                <a:cs typeface="Times New Roman" panose="02020603050405020304" pitchFamily="18" charset="0"/>
              </a:rPr>
              <a:t>Group discussions are considered an </a:t>
            </a:r>
            <a:r>
              <a:rPr lang="en-US" sz="5000" b="1">
                <a:latin typeface="American Typewriter" panose="02090604020004020304" pitchFamily="18" charset="77"/>
                <a:ea typeface="Calibri" panose="020F0502020204030204" pitchFamily="34" charset="0"/>
                <a:cs typeface="Times New Roman" panose="02020603050405020304" pitchFamily="18" charset="0"/>
              </a:rPr>
              <a:t>effective method</a:t>
            </a:r>
            <a:r>
              <a:rPr lang="en-US" sz="5000">
                <a:latin typeface="American Typewriter" panose="02090604020004020304" pitchFamily="18" charset="77"/>
                <a:ea typeface="Calibri" panose="020F0502020204030204" pitchFamily="34" charset="0"/>
                <a:cs typeface="Times New Roman" panose="02020603050405020304" pitchFamily="18" charset="0"/>
              </a:rPr>
              <a:t> to improve communication skills</a:t>
            </a:r>
            <a:r>
              <a:rPr lang="en-US" sz="5000">
                <a:latin typeface="American Typewriter" panose="02090604020004020304" pitchFamily="18" charset="77"/>
              </a:rPr>
              <a:t>. </a:t>
            </a:r>
          </a:p>
        </p:txBody>
      </p:sp>
      <p:sp>
        <p:nvSpPr>
          <p:cNvPr id="3" name="Rounded Rectangle 2">
            <a:extLst>
              <a:ext uri="{FF2B5EF4-FFF2-40B4-BE49-F238E27FC236}">
                <a16:creationId xmlns:a16="http://schemas.microsoft.com/office/drawing/2014/main" id="{EA846490-B0D9-1C0A-F04E-F88B6E1AE8DF}"/>
              </a:ext>
            </a:extLst>
          </p:cNvPr>
          <p:cNvSpPr/>
          <p:nvPr/>
        </p:nvSpPr>
        <p:spPr>
          <a:xfrm>
            <a:off x="2971799" y="1685527"/>
            <a:ext cx="11125201" cy="1400573"/>
          </a:xfrm>
          <a:prstGeom prst="roundRect">
            <a:avLst/>
          </a:prstGeom>
          <a:noFill/>
          <a:ln w="57150">
            <a:solidFill>
              <a:schemeClr val="accent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616000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2">
                                            <p:txEl>
                                              <p:pRg st="0" end="0"/>
                                            </p:txEl>
                                          </p:spTgt>
                                        </p:tgtEl>
                                        <p:attrNameLst>
                                          <p:attrName>style.visibility</p:attrName>
                                        </p:attrNameLst>
                                      </p:cBhvr>
                                      <p:to>
                                        <p:strVal val="visible"/>
                                      </p:to>
                                    </p:set>
                                    <p:anim calcmode="lin" valueType="num">
                                      <p:cBhvr additive="base">
                                        <p:cTn id="7" dur="500" fill="hold"/>
                                        <p:tgtEl>
                                          <p:spTgt spid="6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2">
                                            <p:txEl>
                                              <p:pRg st="1" end="1"/>
                                            </p:txEl>
                                          </p:spTgt>
                                        </p:tgtEl>
                                        <p:attrNameLst>
                                          <p:attrName>style.visibility</p:attrName>
                                        </p:attrNameLst>
                                      </p:cBhvr>
                                      <p:to>
                                        <p:strVal val="visible"/>
                                      </p:to>
                                    </p:set>
                                    <p:anim calcmode="lin" valueType="num">
                                      <p:cBhvr additive="base">
                                        <p:cTn id="19" dur="500" fill="hold"/>
                                        <p:tgtEl>
                                          <p:spTgt spid="62">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2">
                                            <p:txEl>
                                              <p:pRg st="2" end="2"/>
                                            </p:txEl>
                                          </p:spTgt>
                                        </p:tgtEl>
                                        <p:attrNameLst>
                                          <p:attrName>style.visibility</p:attrName>
                                        </p:attrNameLst>
                                      </p:cBhvr>
                                      <p:to>
                                        <p:strVal val="visible"/>
                                      </p:to>
                                    </p:set>
                                    <p:anim calcmode="lin" valueType="num">
                                      <p:cBhvr additive="base">
                                        <p:cTn id="25" dur="500" fill="hold"/>
                                        <p:tgtEl>
                                          <p:spTgt spid="62">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2">
                                            <p:txEl>
                                              <p:pRg st="3" end="3"/>
                                            </p:txEl>
                                          </p:spTgt>
                                        </p:tgtEl>
                                        <p:attrNameLst>
                                          <p:attrName>style.visibility</p:attrName>
                                        </p:attrNameLst>
                                      </p:cBhvr>
                                      <p:to>
                                        <p:strVal val="visible"/>
                                      </p:to>
                                    </p:set>
                                    <p:anim calcmode="lin" valueType="num">
                                      <p:cBhvr additive="base">
                                        <p:cTn id="31" dur="500" fill="hold"/>
                                        <p:tgtEl>
                                          <p:spTgt spid="62">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94513" y="2464860"/>
            <a:ext cx="4589425" cy="7822140"/>
          </a:xfrm>
          <a:custGeom>
            <a:avLst/>
            <a:gdLst/>
            <a:ahLst/>
            <a:cxnLst/>
            <a:rect l="l" t="t" r="r" b="b"/>
            <a:pathLst>
              <a:path w="6576620" h="8839750">
                <a:moveTo>
                  <a:pt x="0" y="0"/>
                </a:moveTo>
                <a:lnTo>
                  <a:pt x="6576620" y="0"/>
                </a:lnTo>
                <a:lnTo>
                  <a:pt x="6576620" y="8839750"/>
                </a:lnTo>
                <a:lnTo>
                  <a:pt x="0" y="8839750"/>
                </a:lnTo>
                <a:lnTo>
                  <a:pt x="0" y="0"/>
                </a:lnTo>
                <a:close/>
              </a:path>
            </a:pathLst>
          </a:custGeom>
          <a:blipFill>
            <a:blip r:embed="rId2"/>
            <a:stretch>
              <a:fillRect/>
            </a:stretch>
          </a:blipFill>
        </p:spPr>
        <p:txBody>
          <a:bodyPr/>
          <a:lstStyle/>
          <a:p>
            <a:endParaRPr lang="en-VN"/>
          </a:p>
        </p:txBody>
      </p:sp>
      <p:sp>
        <p:nvSpPr>
          <p:cNvPr id="4" name="Freeform 4"/>
          <p:cNvSpPr/>
          <p:nvPr/>
        </p:nvSpPr>
        <p:spPr>
          <a:xfrm>
            <a:off x="3048000" y="-2247899"/>
            <a:ext cx="15209520" cy="145923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3">
              <a:lumMod val="20000"/>
              <a:lumOff val="80000"/>
            </a:schemeClr>
          </a:solidFill>
        </p:spPr>
        <p:txBody>
          <a:bodyPr/>
          <a:lstStyle/>
          <a:p>
            <a:endParaRPr lang="en-VN"/>
          </a:p>
        </p:txBody>
      </p:sp>
      <p:sp>
        <p:nvSpPr>
          <p:cNvPr id="9" name="TextBox 8">
            <a:extLst>
              <a:ext uri="{FF2B5EF4-FFF2-40B4-BE49-F238E27FC236}">
                <a16:creationId xmlns:a16="http://schemas.microsoft.com/office/drawing/2014/main" id="{CC969115-938F-790C-5FBE-DFEAEB3A6505}"/>
              </a:ext>
            </a:extLst>
          </p:cNvPr>
          <p:cNvSpPr txBox="1"/>
          <p:nvPr/>
        </p:nvSpPr>
        <p:spPr>
          <a:xfrm>
            <a:off x="4589425" y="963605"/>
            <a:ext cx="12962687" cy="8359789"/>
          </a:xfrm>
          <a:prstGeom prst="rect">
            <a:avLst/>
          </a:prstGeom>
          <a:noFill/>
        </p:spPr>
        <p:txBody>
          <a:bodyPr wrap="square">
            <a:spAutoFit/>
          </a:bodyPr>
          <a:lstStyle/>
          <a:p>
            <a:pPr>
              <a:lnSpc>
                <a:spcPct val="115000"/>
              </a:lnSpc>
              <a:spcBef>
                <a:spcPts val="600"/>
              </a:spcBef>
              <a:spcAft>
                <a:spcPts val="600"/>
              </a:spcAft>
              <a:buNone/>
            </a:pPr>
            <a:r>
              <a:rPr lang="hy-AM" sz="4500" b="1"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B. ĐẠI TỪ NHÂN XƯNG</a:t>
            </a:r>
            <a:endParaRPr lang="en-VN" sz="4500" kern="100">
              <a:solidFill>
                <a:schemeClr val="accent2"/>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Bef>
                <a:spcPts val="600"/>
              </a:spcBef>
              <a:spcAft>
                <a:spcPts val="600"/>
              </a:spcAft>
              <a:buNone/>
            </a:pPr>
            <a:r>
              <a:rPr lang="en-US" sz="4500" b="1" kern="100">
                <a:effectLst/>
                <a:latin typeface="American Typewriter" panose="02090604020004020304" pitchFamily="18" charset="77"/>
                <a:ea typeface="Calibri" panose="020F0502020204030204" pitchFamily="34" charset="0"/>
                <a:cs typeface="Times New Roman" panose="02020603050405020304" pitchFamily="18" charset="0"/>
              </a:rPr>
              <a:t>Đại từ nhân xưng</a:t>
            </a:r>
            <a:r>
              <a:rPr lang="en-US" sz="4500" kern="100">
                <a:effectLst/>
                <a:latin typeface="American Typewriter" panose="02090604020004020304" pitchFamily="18" charset="77"/>
                <a:ea typeface="Calibri" panose="020F0502020204030204" pitchFamily="34" charset="0"/>
                <a:cs typeface="Times New Roman" panose="02020603050405020304" pitchFamily="18" charset="0"/>
              </a:rPr>
              <a:t> là những từ được dùng để </a:t>
            </a:r>
            <a:r>
              <a:rPr lang="en-US" sz="4500" b="1" kern="100">
                <a:effectLst/>
                <a:latin typeface="American Typewriter" panose="02090604020004020304" pitchFamily="18" charset="77"/>
                <a:ea typeface="Calibri" panose="020F0502020204030204" pitchFamily="34" charset="0"/>
                <a:cs typeface="Times New Roman" panose="02020603050405020304" pitchFamily="18" charset="0"/>
              </a:rPr>
              <a:t>chỉ người hoặc vật</a:t>
            </a:r>
            <a:r>
              <a:rPr lang="en-US" sz="4500" kern="100">
                <a:effectLst/>
                <a:latin typeface="American Typewriter" panose="02090604020004020304" pitchFamily="18" charset="77"/>
                <a:ea typeface="Calibri" panose="020F0502020204030204" pitchFamily="34" charset="0"/>
                <a:cs typeface="Times New Roman" panose="02020603050405020304" pitchFamily="18" charset="0"/>
              </a:rPr>
              <a:t>, nhằm tránh lặp lại danh từ trong câu.</a:t>
            </a:r>
            <a:endParaRPr lang="en-VN" sz="4500" kern="10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Bef>
                <a:spcPts val="600"/>
              </a:spcBef>
              <a:spcAft>
                <a:spcPts val="600"/>
              </a:spcAft>
            </a:pPr>
            <a:r>
              <a:rPr lang="en-US" sz="4500" kern="100">
                <a:effectLst/>
                <a:latin typeface="American Typewriter" panose="02090604020004020304" pitchFamily="18" charset="77"/>
                <a:ea typeface="Calibri" panose="020F0502020204030204" pitchFamily="34" charset="0"/>
                <a:cs typeface="Times New Roman" panose="02020603050405020304" pitchFamily="18" charset="0"/>
              </a:rPr>
              <a:t>Đại từ nhân xưng được dùng để làm </a:t>
            </a:r>
            <a:r>
              <a:rPr lang="en-US" sz="4500" b="1" kern="100">
                <a:effectLst/>
                <a:latin typeface="American Typewriter" panose="02090604020004020304" pitchFamily="18" charset="77"/>
                <a:ea typeface="Calibri" panose="020F0502020204030204" pitchFamily="34" charset="0"/>
                <a:cs typeface="Times New Roman" panose="02020603050405020304" pitchFamily="18" charset="0"/>
              </a:rPr>
              <a:t>chủ ngữ</a:t>
            </a:r>
            <a:r>
              <a:rPr lang="en-US" sz="4500" kern="100">
                <a:effectLst/>
                <a:latin typeface="American Typewriter" panose="02090604020004020304" pitchFamily="18" charset="77"/>
                <a:ea typeface="Calibri" panose="020F0502020204030204" pitchFamily="34" charset="0"/>
                <a:cs typeface="Times New Roman" panose="02020603050405020304" pitchFamily="18" charset="0"/>
              </a:rPr>
              <a:t> hoặc </a:t>
            </a:r>
            <a:r>
              <a:rPr lang="en-US" sz="4500" b="1" kern="100">
                <a:effectLst/>
                <a:latin typeface="American Typewriter" panose="02090604020004020304" pitchFamily="18" charset="77"/>
                <a:ea typeface="Calibri" panose="020F0502020204030204" pitchFamily="34" charset="0"/>
                <a:cs typeface="Times New Roman" panose="02020603050405020304" pitchFamily="18" charset="0"/>
              </a:rPr>
              <a:t>tân ngữ</a:t>
            </a:r>
            <a:r>
              <a:rPr lang="en-US" sz="4500" kern="100">
                <a:effectLst/>
                <a:latin typeface="American Typewriter" panose="02090604020004020304" pitchFamily="18" charset="77"/>
                <a:ea typeface="Calibri" panose="020F0502020204030204" pitchFamily="34" charset="0"/>
                <a:cs typeface="Times New Roman" panose="02020603050405020304" pitchFamily="18" charset="0"/>
              </a:rPr>
              <a:t> trong câu nhằm thay thế cho danh từ chỉ người, vật, con vật hoặc sự việc đã được nhắc đến trước đó.</a:t>
            </a:r>
            <a:endParaRPr lang="en-VN" sz="4500" kern="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2FE959DA-8383-B08F-4AC2-8DD414D4C4BC}"/>
              </a:ext>
            </a:extLst>
          </p:cNvPr>
          <p:cNvSpPr txBox="1"/>
          <p:nvPr/>
        </p:nvSpPr>
        <p:spPr>
          <a:xfrm>
            <a:off x="19705320" y="6903720"/>
            <a:ext cx="184731" cy="369332"/>
          </a:xfrm>
          <a:prstGeom prst="rect">
            <a:avLst/>
          </a:prstGeom>
          <a:noFill/>
        </p:spPr>
        <p:txBody>
          <a:bodyPr wrap="none" rtlCol="0">
            <a:spAutoFit/>
          </a:bodyPr>
          <a:lstStyle/>
          <a:p>
            <a:endParaRPr lang="en-VN"/>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04800" y="2247900"/>
            <a:ext cx="17602199" cy="7620000"/>
            <a:chOff x="0" y="0"/>
            <a:chExt cx="4354251" cy="1805991"/>
          </a:xfrm>
        </p:grpSpPr>
        <p:sp>
          <p:nvSpPr>
            <p:cNvPr id="3" name="Freeform 3"/>
            <p:cNvSpPr/>
            <p:nvPr/>
          </p:nvSpPr>
          <p:spPr>
            <a:xfrm>
              <a:off x="0" y="0"/>
              <a:ext cx="4354251" cy="1805991"/>
            </a:xfrm>
            <a:custGeom>
              <a:avLst/>
              <a:gdLst/>
              <a:ahLst/>
              <a:cxnLst/>
              <a:rect l="l" t="t" r="r" b="b"/>
              <a:pathLst>
                <a:path w="4354251" h="1805991">
                  <a:moveTo>
                    <a:pt x="0" y="0"/>
                  </a:moveTo>
                  <a:lnTo>
                    <a:pt x="4354251" y="0"/>
                  </a:lnTo>
                  <a:lnTo>
                    <a:pt x="4354251" y="1805991"/>
                  </a:lnTo>
                  <a:lnTo>
                    <a:pt x="0" y="1805991"/>
                  </a:lnTo>
                  <a:close/>
                </a:path>
              </a:pathLst>
            </a:custGeom>
            <a:solidFill>
              <a:schemeClr val="accent5">
                <a:lumMod val="20000"/>
                <a:lumOff val="80000"/>
                <a:alpha val="30000"/>
              </a:schemeClr>
            </a:solidFill>
          </p:spPr>
          <p:txBody>
            <a:bodyPr/>
            <a:lstStyle/>
            <a:p>
              <a:endParaRPr lang="en-VN"/>
            </a:p>
          </p:txBody>
        </p:sp>
        <p:sp>
          <p:nvSpPr>
            <p:cNvPr id="4" name="TextBox 4"/>
            <p:cNvSpPr txBox="1"/>
            <p:nvPr/>
          </p:nvSpPr>
          <p:spPr>
            <a:xfrm>
              <a:off x="0" y="-47625"/>
              <a:ext cx="4354251" cy="1853616"/>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flipH="1">
            <a:off x="685800" y="152880"/>
            <a:ext cx="3770473" cy="2686373"/>
          </a:xfrm>
          <a:custGeom>
            <a:avLst/>
            <a:gdLst/>
            <a:ahLst/>
            <a:cxnLst/>
            <a:rect l="l" t="t" r="r" b="b"/>
            <a:pathLst>
              <a:path w="5461258" h="3542991">
                <a:moveTo>
                  <a:pt x="5461258" y="0"/>
                </a:moveTo>
                <a:lnTo>
                  <a:pt x="0" y="0"/>
                </a:lnTo>
                <a:lnTo>
                  <a:pt x="0" y="3542991"/>
                </a:lnTo>
                <a:lnTo>
                  <a:pt x="5461258" y="3542991"/>
                </a:lnTo>
                <a:lnTo>
                  <a:pt x="5461258" y="0"/>
                </a:lnTo>
                <a:close/>
              </a:path>
            </a:pathLst>
          </a:custGeom>
          <a:blipFill>
            <a:blip r:embed="rId2"/>
            <a:stretch>
              <a:fillRect/>
            </a:stretch>
          </a:blipFill>
        </p:spPr>
        <p:txBody>
          <a:bodyPr/>
          <a:lstStyle/>
          <a:p>
            <a:endParaRPr lang="en-VN"/>
          </a:p>
        </p:txBody>
      </p:sp>
      <p:sp>
        <p:nvSpPr>
          <p:cNvPr id="7" name="TextBox 7"/>
          <p:cNvSpPr txBox="1"/>
          <p:nvPr/>
        </p:nvSpPr>
        <p:spPr>
          <a:xfrm>
            <a:off x="4648201" y="627720"/>
            <a:ext cx="12762072" cy="1325684"/>
          </a:xfrm>
          <a:prstGeom prst="rect">
            <a:avLst/>
          </a:prstGeom>
        </p:spPr>
        <p:txBody>
          <a:bodyPr wrap="square" lIns="0" tIns="0" rIns="0" bIns="0" rtlCol="0" anchor="t">
            <a:spAutoFit/>
          </a:bodyPr>
          <a:lstStyle/>
          <a:p>
            <a:pPr algn="r">
              <a:lnSpc>
                <a:spcPts val="10919"/>
              </a:lnSpc>
            </a:pPr>
            <a:r>
              <a:rPr lang="hy-AM" sz="8000" b="1" kern="100">
                <a:solidFill>
                  <a:schemeClr val="accent2"/>
                </a:solidFill>
                <a:latin typeface="American Typewriter" panose="02090604020004020304" pitchFamily="18" charset="77"/>
                <a:ea typeface="Calibri" panose="020F0502020204030204" pitchFamily="34" charset="0"/>
                <a:cs typeface="Times New Roman" panose="02020603050405020304" pitchFamily="18" charset="0"/>
              </a:rPr>
              <a:t>ĐẠI TỪ NHÂN XƯNG</a:t>
            </a:r>
            <a:endParaRPr lang="en-US" sz="7799" spc="-31">
              <a:solidFill>
                <a:srgbClr val="3D6271"/>
              </a:solidFill>
              <a:latin typeface="Hussar Bold"/>
              <a:ea typeface="Hussar Bold"/>
              <a:cs typeface="Hussar Bold"/>
              <a:sym typeface="Hussar Bold"/>
            </a:endParaRPr>
          </a:p>
        </p:txBody>
      </p:sp>
      <p:sp>
        <p:nvSpPr>
          <p:cNvPr id="9" name="TextBox 8">
            <a:extLst>
              <a:ext uri="{FF2B5EF4-FFF2-40B4-BE49-F238E27FC236}">
                <a16:creationId xmlns:a16="http://schemas.microsoft.com/office/drawing/2014/main" id="{5A785505-FE23-DFD2-0C22-A3297A58E261}"/>
              </a:ext>
            </a:extLst>
          </p:cNvPr>
          <p:cNvSpPr txBox="1"/>
          <p:nvPr/>
        </p:nvSpPr>
        <p:spPr>
          <a:xfrm>
            <a:off x="533400" y="2914047"/>
            <a:ext cx="16992600" cy="6215163"/>
          </a:xfrm>
          <a:prstGeom prst="rect">
            <a:avLst/>
          </a:prstGeom>
          <a:noFill/>
        </p:spPr>
        <p:txBody>
          <a:bodyPr wrap="square">
            <a:spAutoFit/>
          </a:bodyPr>
          <a:lstStyle/>
          <a:p>
            <a:pPr algn="just">
              <a:lnSpc>
                <a:spcPct val="150000"/>
              </a:lnSpc>
              <a:buNone/>
            </a:pPr>
            <a:r>
              <a:rPr lang="vi-VN" sz="4500">
                <a:latin typeface="American Typewriter" panose="02090604020004020304" pitchFamily="18" charset="77"/>
              </a:rPr>
              <a:t>Trong một câu tiếng Anh, </a:t>
            </a:r>
            <a:r>
              <a:rPr lang="vi-VN" sz="4500" b="1">
                <a:latin typeface="American Typewriter" panose="02090604020004020304" pitchFamily="18" charset="77"/>
              </a:rPr>
              <a:t>đại từ nhân xưng có </a:t>
            </a:r>
            <a:r>
              <a:rPr lang="vi-VN" sz="4500">
                <a:latin typeface="American Typewriter" panose="02090604020004020304" pitchFamily="18" charset="77"/>
              </a:rPr>
              <a:t>thể làm:</a:t>
            </a:r>
          </a:p>
          <a:p>
            <a:pPr algn="just">
              <a:lnSpc>
                <a:spcPct val="150000"/>
              </a:lnSpc>
              <a:buNone/>
            </a:pPr>
            <a:r>
              <a:rPr lang="vi-VN" sz="4500">
                <a:latin typeface="American Typewriter" panose="02090604020004020304" pitchFamily="18" charset="77"/>
              </a:rPr>
              <a:t>– </a:t>
            </a:r>
            <a:r>
              <a:rPr lang="vi-VN" sz="4500" b="1">
                <a:latin typeface="American Typewriter" panose="02090604020004020304" pitchFamily="18" charset="77"/>
              </a:rPr>
              <a:t>Làm chủ từ</a:t>
            </a:r>
            <a:r>
              <a:rPr lang="vi-VN" sz="4500">
                <a:latin typeface="American Typewriter" panose="02090604020004020304" pitchFamily="18" charset="77"/>
              </a:rPr>
              <a:t>: I, you, he, she, it, we, they</a:t>
            </a:r>
          </a:p>
          <a:p>
            <a:pPr algn="just">
              <a:lnSpc>
                <a:spcPct val="150000"/>
              </a:lnSpc>
              <a:buNone/>
            </a:pPr>
            <a:r>
              <a:rPr lang="vi-VN" sz="4500">
                <a:latin typeface="American Typewriter" panose="02090604020004020304" pitchFamily="18" charset="77"/>
              </a:rPr>
              <a:t>– </a:t>
            </a:r>
            <a:r>
              <a:rPr lang="vi-VN" sz="4500" b="1">
                <a:latin typeface="American Typewriter" panose="02090604020004020304" pitchFamily="18" charset="77"/>
              </a:rPr>
              <a:t>Làm túc từ</a:t>
            </a:r>
            <a:r>
              <a:rPr lang="vi-VN" sz="4500">
                <a:latin typeface="American Typewriter" panose="02090604020004020304" pitchFamily="18" charset="77"/>
              </a:rPr>
              <a:t>: me, you, him, her, it, us, them</a:t>
            </a:r>
          </a:p>
          <a:p>
            <a:pPr algn="just">
              <a:lnSpc>
                <a:spcPct val="150000"/>
              </a:lnSpc>
              <a:buNone/>
            </a:pPr>
            <a:r>
              <a:rPr lang="vi-VN" sz="4500">
                <a:latin typeface="American Typewriter" panose="02090604020004020304" pitchFamily="18" charset="77"/>
              </a:rPr>
              <a:t>Ngoài ra, chúng ta thường học kèm theo </a:t>
            </a:r>
            <a:r>
              <a:rPr lang="vi-VN" sz="4500" b="1">
                <a:latin typeface="American Typewriter" panose="02090604020004020304" pitchFamily="18" charset="77"/>
              </a:rPr>
              <a:t>tính từ sở hữu</a:t>
            </a:r>
            <a:r>
              <a:rPr lang="vi-VN" sz="4500">
                <a:latin typeface="American Typewriter" panose="02090604020004020304" pitchFamily="18" charset="77"/>
              </a:rPr>
              <a:t> như: </a:t>
            </a:r>
            <a:r>
              <a:rPr lang="vi-VN" sz="4500" b="1">
                <a:latin typeface="American Typewriter" panose="02090604020004020304" pitchFamily="18" charset="77"/>
              </a:rPr>
              <a:t>my, your, his, her, its, our, their</a:t>
            </a:r>
            <a:r>
              <a:rPr lang="vi-VN" sz="4500">
                <a:latin typeface="American Typewriter" panose="02090604020004020304" pitchFamily="18" charset="77"/>
              </a:rPr>
              <a:t> – vì chúng có liên hệ chặt chẽ về người/đối tượng sở hữu với đại từ nhân xưng.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anim calcmode="lin" valueType="num">
                                      <p:cBhvr additive="base">
                                        <p:cTn id="13"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xEl>
                                              <p:pRg st="1" end="1"/>
                                            </p:txEl>
                                          </p:spTgt>
                                        </p:tgtEl>
                                        <p:attrNameLst>
                                          <p:attrName>style.visibility</p:attrName>
                                        </p:attrNameLst>
                                      </p:cBhvr>
                                      <p:to>
                                        <p:strVal val="visible"/>
                                      </p:to>
                                    </p:set>
                                    <p:anim calcmode="lin" valueType="num">
                                      <p:cBhvr additive="base">
                                        <p:cTn id="19"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
                                            <p:txEl>
                                              <p:pRg st="2" end="2"/>
                                            </p:txEl>
                                          </p:spTgt>
                                        </p:tgtEl>
                                        <p:attrNameLst>
                                          <p:attrName>style.visibility</p:attrName>
                                        </p:attrNameLst>
                                      </p:cBhvr>
                                      <p:to>
                                        <p:strVal val="visible"/>
                                      </p:to>
                                    </p:set>
                                    <p:anim calcmode="lin" valueType="num">
                                      <p:cBhvr additive="base">
                                        <p:cTn id="25"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
                                            <p:txEl>
                                              <p:pRg st="3" end="3"/>
                                            </p:txEl>
                                          </p:spTgt>
                                        </p:tgtEl>
                                        <p:attrNameLst>
                                          <p:attrName>style.visibility</p:attrName>
                                        </p:attrNameLst>
                                      </p:cBhvr>
                                      <p:to>
                                        <p:strVal val="visible"/>
                                      </p:to>
                                    </p:set>
                                    <p:anim calcmode="lin" valueType="num">
                                      <p:cBhvr additive="base">
                                        <p:cTn id="31"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57200" y="647700"/>
            <a:ext cx="14559047" cy="9220200"/>
            <a:chOff x="0" y="0"/>
            <a:chExt cx="3784309" cy="1805991"/>
          </a:xfrm>
        </p:grpSpPr>
        <p:sp>
          <p:nvSpPr>
            <p:cNvPr id="3" name="Freeform 3"/>
            <p:cNvSpPr/>
            <p:nvPr/>
          </p:nvSpPr>
          <p:spPr>
            <a:xfrm>
              <a:off x="0" y="0"/>
              <a:ext cx="3784309" cy="1805991"/>
            </a:xfrm>
            <a:custGeom>
              <a:avLst/>
              <a:gdLst/>
              <a:ahLst/>
              <a:cxnLst/>
              <a:rect l="l" t="t" r="r" b="b"/>
              <a:pathLst>
                <a:path w="3784309" h="1805991">
                  <a:moveTo>
                    <a:pt x="0" y="0"/>
                  </a:moveTo>
                  <a:lnTo>
                    <a:pt x="3784309" y="0"/>
                  </a:lnTo>
                  <a:lnTo>
                    <a:pt x="3784309" y="1805991"/>
                  </a:lnTo>
                  <a:lnTo>
                    <a:pt x="0" y="1805991"/>
                  </a:lnTo>
                  <a:close/>
                </a:path>
              </a:pathLst>
            </a:custGeom>
            <a:pattFill prst="ltUpDiag">
              <a:fgClr>
                <a:schemeClr val="accent2">
                  <a:lumMod val="20000"/>
                  <a:lumOff val="80000"/>
                </a:schemeClr>
              </a:fgClr>
              <a:bgClr>
                <a:schemeClr val="bg1"/>
              </a:bgClr>
            </a:pattFill>
          </p:spPr>
          <p:txBody>
            <a:bodyPr/>
            <a:lstStyle/>
            <a:p>
              <a:endParaRPr lang="en-VN"/>
            </a:p>
          </p:txBody>
        </p:sp>
        <p:sp>
          <p:nvSpPr>
            <p:cNvPr id="4" name="TextBox 4"/>
            <p:cNvSpPr txBox="1"/>
            <p:nvPr/>
          </p:nvSpPr>
          <p:spPr>
            <a:xfrm>
              <a:off x="0" y="-47625"/>
              <a:ext cx="3784309" cy="1853616"/>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4792271" y="1846229"/>
            <a:ext cx="3360397" cy="6823141"/>
          </a:xfrm>
          <a:custGeom>
            <a:avLst/>
            <a:gdLst/>
            <a:ahLst/>
            <a:cxnLst/>
            <a:rect l="l" t="t" r="r" b="b"/>
            <a:pathLst>
              <a:path w="3360397" h="6823141">
                <a:moveTo>
                  <a:pt x="0" y="0"/>
                </a:moveTo>
                <a:lnTo>
                  <a:pt x="3360397" y="0"/>
                </a:lnTo>
                <a:lnTo>
                  <a:pt x="3360397" y="6823140"/>
                </a:lnTo>
                <a:lnTo>
                  <a:pt x="0" y="6823140"/>
                </a:lnTo>
                <a:lnTo>
                  <a:pt x="0" y="0"/>
                </a:lnTo>
                <a:close/>
              </a:path>
            </a:pathLst>
          </a:custGeom>
          <a:blipFill>
            <a:blip r:embed="rId2"/>
            <a:stretch>
              <a:fillRect/>
            </a:stretch>
          </a:blipFill>
        </p:spPr>
        <p:txBody>
          <a:bodyPr/>
          <a:lstStyle/>
          <a:p>
            <a:endParaRPr lang="en-VN"/>
          </a:p>
        </p:txBody>
      </p:sp>
      <p:sp>
        <p:nvSpPr>
          <p:cNvPr id="13" name="TextBox 12">
            <a:extLst>
              <a:ext uri="{FF2B5EF4-FFF2-40B4-BE49-F238E27FC236}">
                <a16:creationId xmlns:a16="http://schemas.microsoft.com/office/drawing/2014/main" id="{5D0B2997-3BF4-9874-DE9A-542842C0DEE7}"/>
              </a:ext>
            </a:extLst>
          </p:cNvPr>
          <p:cNvSpPr txBox="1"/>
          <p:nvPr/>
        </p:nvSpPr>
        <p:spPr>
          <a:xfrm>
            <a:off x="629861" y="1846229"/>
            <a:ext cx="14213724" cy="6878293"/>
          </a:xfrm>
          <a:prstGeom prst="rect">
            <a:avLst/>
          </a:prstGeom>
          <a:noFill/>
        </p:spPr>
        <p:txBody>
          <a:bodyPr wrap="square">
            <a:spAutoFit/>
          </a:bodyPr>
          <a:lstStyle/>
          <a:p>
            <a:pPr algn="just">
              <a:lnSpc>
                <a:spcPct val="150000"/>
              </a:lnSpc>
              <a:buNone/>
            </a:pPr>
            <a:r>
              <a:rPr lang="en-VN" sz="5900" b="1">
                <a:solidFill>
                  <a:schemeClr val="accent2"/>
                </a:solidFill>
                <a:latin typeface="American Typewriter" panose="02090604020004020304" pitchFamily="18" charset="77"/>
              </a:rPr>
              <a:t>🔹 TÔI: </a:t>
            </a:r>
            <a:r>
              <a:rPr lang="en-US" sz="5900" b="1">
                <a:solidFill>
                  <a:schemeClr val="accent2"/>
                </a:solidFill>
                <a:latin typeface="American Typewriter" panose="02090604020004020304" pitchFamily="18" charset="77"/>
              </a:rPr>
              <a:t>I – me – my</a:t>
            </a:r>
          </a:p>
          <a:p>
            <a:pPr algn="just">
              <a:lnSpc>
                <a:spcPct val="150000"/>
              </a:lnSpc>
            </a:pPr>
            <a:r>
              <a:rPr lang="en-US" sz="5900" b="1">
                <a:latin typeface="American Typewriter" panose="02090604020004020304" pitchFamily="18" charset="77"/>
              </a:rPr>
              <a:t>I </a:t>
            </a:r>
            <a:r>
              <a:rPr lang="en-US" sz="5900">
                <a:latin typeface="American Typewriter" panose="02090604020004020304" pitchFamily="18" charset="77"/>
              </a:rPr>
              <a:t>believe that education plays a crucial role in personal development. </a:t>
            </a:r>
            <a:r>
              <a:rPr lang="en-US" sz="5900" b="1">
                <a:latin typeface="American Typewriter" panose="02090604020004020304" pitchFamily="18" charset="77"/>
              </a:rPr>
              <a:t>My</a:t>
            </a:r>
            <a:r>
              <a:rPr lang="en-US" sz="5900">
                <a:latin typeface="American Typewriter" panose="02090604020004020304" pitchFamily="18" charset="77"/>
              </a:rPr>
              <a:t> experience studying abroad has helped </a:t>
            </a:r>
            <a:r>
              <a:rPr lang="en-US" sz="5900" b="1">
                <a:latin typeface="American Typewriter" panose="02090604020004020304" pitchFamily="18" charset="77"/>
              </a:rPr>
              <a:t>me</a:t>
            </a:r>
            <a:r>
              <a:rPr lang="en-US" sz="5900">
                <a:latin typeface="American Typewriter" panose="02090604020004020304" pitchFamily="18" charset="77"/>
              </a:rPr>
              <a:t> grow significantly.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anim calcmode="lin" valueType="num">
                                      <p:cBhvr additive="base">
                                        <p:cTn id="13"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07677-2F85-E70A-D6E2-7DAA3DC62E8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25301DC-7D56-4196-A592-BAF8D43959AF}"/>
              </a:ext>
            </a:extLst>
          </p:cNvPr>
          <p:cNvGrpSpPr/>
          <p:nvPr/>
        </p:nvGrpSpPr>
        <p:grpSpPr>
          <a:xfrm>
            <a:off x="457200" y="647700"/>
            <a:ext cx="14559047" cy="9220200"/>
            <a:chOff x="0" y="0"/>
            <a:chExt cx="3784309" cy="1805991"/>
          </a:xfrm>
        </p:grpSpPr>
        <p:sp>
          <p:nvSpPr>
            <p:cNvPr id="3" name="Freeform 3">
              <a:extLst>
                <a:ext uri="{FF2B5EF4-FFF2-40B4-BE49-F238E27FC236}">
                  <a16:creationId xmlns:a16="http://schemas.microsoft.com/office/drawing/2014/main" id="{FEFBFE7D-96F2-5C65-20BE-22C1733DCFE4}"/>
                </a:ext>
              </a:extLst>
            </p:cNvPr>
            <p:cNvSpPr/>
            <p:nvPr/>
          </p:nvSpPr>
          <p:spPr>
            <a:xfrm>
              <a:off x="0" y="0"/>
              <a:ext cx="3784309" cy="1805991"/>
            </a:xfrm>
            <a:custGeom>
              <a:avLst/>
              <a:gdLst/>
              <a:ahLst/>
              <a:cxnLst/>
              <a:rect l="l" t="t" r="r" b="b"/>
              <a:pathLst>
                <a:path w="3784309" h="1805991">
                  <a:moveTo>
                    <a:pt x="0" y="0"/>
                  </a:moveTo>
                  <a:lnTo>
                    <a:pt x="3784309" y="0"/>
                  </a:lnTo>
                  <a:lnTo>
                    <a:pt x="3784309" y="1805991"/>
                  </a:lnTo>
                  <a:lnTo>
                    <a:pt x="0" y="1805991"/>
                  </a:lnTo>
                  <a:close/>
                </a:path>
              </a:pathLst>
            </a:custGeom>
            <a:pattFill prst="ltUpDiag">
              <a:fgClr>
                <a:schemeClr val="accent2">
                  <a:lumMod val="20000"/>
                  <a:lumOff val="80000"/>
                </a:schemeClr>
              </a:fgClr>
              <a:bgClr>
                <a:schemeClr val="bg1"/>
              </a:bgClr>
            </a:pattFill>
          </p:spPr>
          <p:txBody>
            <a:bodyPr/>
            <a:lstStyle/>
            <a:p>
              <a:endParaRPr lang="en-VN"/>
            </a:p>
          </p:txBody>
        </p:sp>
        <p:sp>
          <p:nvSpPr>
            <p:cNvPr id="4" name="TextBox 4">
              <a:extLst>
                <a:ext uri="{FF2B5EF4-FFF2-40B4-BE49-F238E27FC236}">
                  <a16:creationId xmlns:a16="http://schemas.microsoft.com/office/drawing/2014/main" id="{5423A0C4-BC96-7FA7-B0B1-BFAA231642AD}"/>
                </a:ext>
              </a:extLst>
            </p:cNvPr>
            <p:cNvSpPr txBox="1"/>
            <p:nvPr/>
          </p:nvSpPr>
          <p:spPr>
            <a:xfrm>
              <a:off x="0" y="-47625"/>
              <a:ext cx="3784309" cy="1853616"/>
            </a:xfrm>
            <a:prstGeom prst="rect">
              <a:avLst/>
            </a:prstGeom>
          </p:spPr>
          <p:txBody>
            <a:bodyPr lIns="50800" tIns="50800" rIns="50800" bIns="50800" rtlCol="0" anchor="ctr"/>
            <a:lstStyle/>
            <a:p>
              <a:pPr algn="ctr">
                <a:lnSpc>
                  <a:spcPts val="2659"/>
                </a:lnSpc>
              </a:pPr>
              <a:endParaRPr/>
            </a:p>
          </p:txBody>
        </p:sp>
      </p:grpSp>
      <p:sp>
        <p:nvSpPr>
          <p:cNvPr id="5" name="Freeform 5">
            <a:extLst>
              <a:ext uri="{FF2B5EF4-FFF2-40B4-BE49-F238E27FC236}">
                <a16:creationId xmlns:a16="http://schemas.microsoft.com/office/drawing/2014/main" id="{A1DEADB7-A846-4354-BF2C-BF6EC802667E}"/>
              </a:ext>
            </a:extLst>
          </p:cNvPr>
          <p:cNvSpPr/>
          <p:nvPr/>
        </p:nvSpPr>
        <p:spPr>
          <a:xfrm>
            <a:off x="14792271" y="1846229"/>
            <a:ext cx="3360397" cy="6823141"/>
          </a:xfrm>
          <a:custGeom>
            <a:avLst/>
            <a:gdLst/>
            <a:ahLst/>
            <a:cxnLst/>
            <a:rect l="l" t="t" r="r" b="b"/>
            <a:pathLst>
              <a:path w="3360397" h="6823141">
                <a:moveTo>
                  <a:pt x="0" y="0"/>
                </a:moveTo>
                <a:lnTo>
                  <a:pt x="3360397" y="0"/>
                </a:lnTo>
                <a:lnTo>
                  <a:pt x="3360397" y="6823140"/>
                </a:lnTo>
                <a:lnTo>
                  <a:pt x="0" y="6823140"/>
                </a:lnTo>
                <a:lnTo>
                  <a:pt x="0" y="0"/>
                </a:lnTo>
                <a:close/>
              </a:path>
            </a:pathLst>
          </a:custGeom>
          <a:blipFill>
            <a:blip r:embed="rId2"/>
            <a:stretch>
              <a:fillRect/>
            </a:stretch>
          </a:blipFill>
        </p:spPr>
        <p:txBody>
          <a:bodyPr/>
          <a:lstStyle/>
          <a:p>
            <a:endParaRPr lang="en-VN"/>
          </a:p>
        </p:txBody>
      </p:sp>
      <p:sp>
        <p:nvSpPr>
          <p:cNvPr id="13" name="TextBox 12">
            <a:extLst>
              <a:ext uri="{FF2B5EF4-FFF2-40B4-BE49-F238E27FC236}">
                <a16:creationId xmlns:a16="http://schemas.microsoft.com/office/drawing/2014/main" id="{BA429002-7813-55DD-F895-BBE3C834FC95}"/>
              </a:ext>
            </a:extLst>
          </p:cNvPr>
          <p:cNvSpPr txBox="1"/>
          <p:nvPr/>
        </p:nvSpPr>
        <p:spPr>
          <a:xfrm>
            <a:off x="629861" y="2389579"/>
            <a:ext cx="14213724" cy="5493299"/>
          </a:xfrm>
          <a:prstGeom prst="rect">
            <a:avLst/>
          </a:prstGeom>
          <a:noFill/>
        </p:spPr>
        <p:txBody>
          <a:bodyPr wrap="square">
            <a:spAutoFit/>
          </a:bodyPr>
          <a:lstStyle/>
          <a:p>
            <a:pPr algn="just">
              <a:lnSpc>
                <a:spcPct val="150000"/>
              </a:lnSpc>
            </a:pPr>
            <a:r>
              <a:rPr lang="en-VN" sz="6000" b="1">
                <a:solidFill>
                  <a:schemeClr val="accent2"/>
                </a:solidFill>
                <a:latin typeface="American Typewriter" panose="02090604020004020304" pitchFamily="18" charset="77"/>
              </a:rPr>
              <a:t>🔹 </a:t>
            </a:r>
            <a:r>
              <a:rPr lang="en-US" sz="6000" b="1">
                <a:solidFill>
                  <a:schemeClr val="accent2"/>
                </a:solidFill>
                <a:latin typeface="American Typewriter" panose="02090604020004020304" pitchFamily="18" charset="77"/>
              </a:rPr>
              <a:t>CHÚNG TÔI: We – us – our</a:t>
            </a:r>
          </a:p>
          <a:p>
            <a:pPr algn="just">
              <a:lnSpc>
                <a:spcPct val="150000"/>
              </a:lnSpc>
            </a:pPr>
            <a:r>
              <a:rPr lang="en-US" sz="6000">
                <a:latin typeface="American Typewriter" panose="02090604020004020304" pitchFamily="18" charset="77"/>
                <a:ea typeface="Calibri" panose="020F0502020204030204" pitchFamily="34" charset="0"/>
                <a:cs typeface="Times New Roman" panose="02020603050405020304" pitchFamily="18" charset="0"/>
              </a:rPr>
              <a:t>We presented </a:t>
            </a:r>
            <a:r>
              <a:rPr lang="en-US" sz="6000" b="1">
                <a:latin typeface="American Typewriter" panose="02090604020004020304" pitchFamily="18" charset="77"/>
                <a:ea typeface="Calibri" panose="020F0502020204030204" pitchFamily="34" charset="0"/>
                <a:cs typeface="Times New Roman" panose="02020603050405020304" pitchFamily="18" charset="0"/>
              </a:rPr>
              <a:t>our</a:t>
            </a:r>
            <a:r>
              <a:rPr lang="en-US" sz="6000">
                <a:latin typeface="American Typewriter" panose="02090604020004020304" pitchFamily="18" charset="77"/>
                <a:ea typeface="Calibri" panose="020F0502020204030204" pitchFamily="34" charset="0"/>
                <a:cs typeface="Times New Roman" panose="02020603050405020304" pitchFamily="18" charset="0"/>
              </a:rPr>
              <a:t> project last week. The judges asked </a:t>
            </a:r>
            <a:r>
              <a:rPr lang="en-US" sz="6000" b="1">
                <a:latin typeface="American Typewriter" panose="02090604020004020304" pitchFamily="18" charset="77"/>
                <a:ea typeface="Calibri" panose="020F0502020204030204" pitchFamily="34" charset="0"/>
                <a:cs typeface="Times New Roman" panose="02020603050405020304" pitchFamily="18" charset="0"/>
              </a:rPr>
              <a:t>us</a:t>
            </a:r>
            <a:r>
              <a:rPr lang="en-US" sz="6000">
                <a:latin typeface="American Typewriter" panose="02090604020004020304" pitchFamily="18" charset="77"/>
                <a:ea typeface="Calibri" panose="020F0502020204030204" pitchFamily="34" charset="0"/>
                <a:cs typeface="Times New Roman" panose="02020603050405020304" pitchFamily="18" charset="0"/>
              </a:rPr>
              <a:t> several questions, and </a:t>
            </a:r>
            <a:r>
              <a:rPr lang="en-US" sz="6000" b="1">
                <a:latin typeface="American Typewriter" panose="02090604020004020304" pitchFamily="18" charset="77"/>
                <a:ea typeface="Calibri" panose="020F0502020204030204" pitchFamily="34" charset="0"/>
                <a:cs typeface="Times New Roman" panose="02020603050405020304" pitchFamily="18" charset="0"/>
              </a:rPr>
              <a:t>we</a:t>
            </a:r>
            <a:r>
              <a:rPr lang="en-US" sz="6000">
                <a:latin typeface="American Typewriter" panose="02090604020004020304" pitchFamily="18" charset="77"/>
                <a:ea typeface="Calibri" panose="020F0502020204030204" pitchFamily="34" charset="0"/>
                <a:cs typeface="Times New Roman" panose="02020603050405020304" pitchFamily="18" charset="0"/>
              </a:rPr>
              <a:t> answered confidently.</a:t>
            </a:r>
            <a:r>
              <a:rPr lang="en-VN" sz="6000"/>
              <a:t> </a:t>
            </a:r>
            <a:endParaRPr lang="en-US" sz="6000">
              <a:latin typeface="American Typewriter" panose="02090604020004020304" pitchFamily="18" charset="77"/>
            </a:endParaRPr>
          </a:p>
        </p:txBody>
      </p:sp>
    </p:spTree>
    <p:extLst>
      <p:ext uri="{BB962C8B-B14F-4D97-AF65-F5344CB8AC3E}">
        <p14:creationId xmlns:p14="http://schemas.microsoft.com/office/powerpoint/2010/main" val="1866825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anim calcmode="lin" valueType="num">
                                      <p:cBhvr additive="base">
                                        <p:cTn id="13"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7B0A6-44E0-C6BA-2A65-E998C1AB187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F468813-F757-2DE4-3D5E-87C8218D42FF}"/>
              </a:ext>
            </a:extLst>
          </p:cNvPr>
          <p:cNvGrpSpPr/>
          <p:nvPr/>
        </p:nvGrpSpPr>
        <p:grpSpPr>
          <a:xfrm>
            <a:off x="457200" y="647700"/>
            <a:ext cx="14559047" cy="9220200"/>
            <a:chOff x="0" y="0"/>
            <a:chExt cx="3784309" cy="1805991"/>
          </a:xfrm>
        </p:grpSpPr>
        <p:sp>
          <p:nvSpPr>
            <p:cNvPr id="3" name="Freeform 3">
              <a:extLst>
                <a:ext uri="{FF2B5EF4-FFF2-40B4-BE49-F238E27FC236}">
                  <a16:creationId xmlns:a16="http://schemas.microsoft.com/office/drawing/2014/main" id="{3504B9A9-C9D9-249E-DAA5-5C56ADEECEE5}"/>
                </a:ext>
              </a:extLst>
            </p:cNvPr>
            <p:cNvSpPr/>
            <p:nvPr/>
          </p:nvSpPr>
          <p:spPr>
            <a:xfrm>
              <a:off x="0" y="0"/>
              <a:ext cx="3784309" cy="1805991"/>
            </a:xfrm>
            <a:custGeom>
              <a:avLst/>
              <a:gdLst/>
              <a:ahLst/>
              <a:cxnLst/>
              <a:rect l="l" t="t" r="r" b="b"/>
              <a:pathLst>
                <a:path w="3784309" h="1805991">
                  <a:moveTo>
                    <a:pt x="0" y="0"/>
                  </a:moveTo>
                  <a:lnTo>
                    <a:pt x="3784309" y="0"/>
                  </a:lnTo>
                  <a:lnTo>
                    <a:pt x="3784309" y="1805991"/>
                  </a:lnTo>
                  <a:lnTo>
                    <a:pt x="0" y="1805991"/>
                  </a:lnTo>
                  <a:close/>
                </a:path>
              </a:pathLst>
            </a:custGeom>
            <a:pattFill prst="ltUpDiag">
              <a:fgClr>
                <a:schemeClr val="accent2">
                  <a:lumMod val="20000"/>
                  <a:lumOff val="80000"/>
                </a:schemeClr>
              </a:fgClr>
              <a:bgClr>
                <a:schemeClr val="bg1"/>
              </a:bgClr>
            </a:pattFill>
          </p:spPr>
          <p:txBody>
            <a:bodyPr/>
            <a:lstStyle/>
            <a:p>
              <a:endParaRPr lang="en-VN"/>
            </a:p>
          </p:txBody>
        </p:sp>
        <p:sp>
          <p:nvSpPr>
            <p:cNvPr id="4" name="TextBox 4">
              <a:extLst>
                <a:ext uri="{FF2B5EF4-FFF2-40B4-BE49-F238E27FC236}">
                  <a16:creationId xmlns:a16="http://schemas.microsoft.com/office/drawing/2014/main" id="{BE91E9D2-4846-A570-2FAE-C85AD7EF6A42}"/>
                </a:ext>
              </a:extLst>
            </p:cNvPr>
            <p:cNvSpPr txBox="1"/>
            <p:nvPr/>
          </p:nvSpPr>
          <p:spPr>
            <a:xfrm>
              <a:off x="0" y="-47625"/>
              <a:ext cx="3784309" cy="1853616"/>
            </a:xfrm>
            <a:prstGeom prst="rect">
              <a:avLst/>
            </a:prstGeom>
          </p:spPr>
          <p:txBody>
            <a:bodyPr lIns="50800" tIns="50800" rIns="50800" bIns="50800" rtlCol="0" anchor="ctr"/>
            <a:lstStyle/>
            <a:p>
              <a:pPr algn="ctr">
                <a:lnSpc>
                  <a:spcPts val="2659"/>
                </a:lnSpc>
              </a:pPr>
              <a:endParaRPr/>
            </a:p>
          </p:txBody>
        </p:sp>
      </p:grpSp>
      <p:sp>
        <p:nvSpPr>
          <p:cNvPr id="5" name="Freeform 5">
            <a:extLst>
              <a:ext uri="{FF2B5EF4-FFF2-40B4-BE49-F238E27FC236}">
                <a16:creationId xmlns:a16="http://schemas.microsoft.com/office/drawing/2014/main" id="{E4A3DFEE-F280-D8C4-DFED-88BAE3A95393}"/>
              </a:ext>
            </a:extLst>
          </p:cNvPr>
          <p:cNvSpPr/>
          <p:nvPr/>
        </p:nvSpPr>
        <p:spPr>
          <a:xfrm>
            <a:off x="14792271" y="1846229"/>
            <a:ext cx="3360397" cy="6823141"/>
          </a:xfrm>
          <a:custGeom>
            <a:avLst/>
            <a:gdLst/>
            <a:ahLst/>
            <a:cxnLst/>
            <a:rect l="l" t="t" r="r" b="b"/>
            <a:pathLst>
              <a:path w="3360397" h="6823141">
                <a:moveTo>
                  <a:pt x="0" y="0"/>
                </a:moveTo>
                <a:lnTo>
                  <a:pt x="3360397" y="0"/>
                </a:lnTo>
                <a:lnTo>
                  <a:pt x="3360397" y="6823140"/>
                </a:lnTo>
                <a:lnTo>
                  <a:pt x="0" y="6823140"/>
                </a:lnTo>
                <a:lnTo>
                  <a:pt x="0" y="0"/>
                </a:lnTo>
                <a:close/>
              </a:path>
            </a:pathLst>
          </a:custGeom>
          <a:blipFill>
            <a:blip r:embed="rId2"/>
            <a:stretch>
              <a:fillRect/>
            </a:stretch>
          </a:blipFill>
        </p:spPr>
        <p:txBody>
          <a:bodyPr/>
          <a:lstStyle/>
          <a:p>
            <a:endParaRPr lang="en-VN"/>
          </a:p>
        </p:txBody>
      </p:sp>
      <p:sp>
        <p:nvSpPr>
          <p:cNvPr id="13" name="TextBox 12">
            <a:extLst>
              <a:ext uri="{FF2B5EF4-FFF2-40B4-BE49-F238E27FC236}">
                <a16:creationId xmlns:a16="http://schemas.microsoft.com/office/drawing/2014/main" id="{A6BEC3FE-4DCF-2405-1D9D-D7FB8444F8AF}"/>
              </a:ext>
            </a:extLst>
          </p:cNvPr>
          <p:cNvSpPr txBox="1"/>
          <p:nvPr/>
        </p:nvSpPr>
        <p:spPr>
          <a:xfrm>
            <a:off x="1013284" y="1821056"/>
            <a:ext cx="13446877" cy="6873485"/>
          </a:xfrm>
          <a:prstGeom prst="rect">
            <a:avLst/>
          </a:prstGeom>
          <a:noFill/>
        </p:spPr>
        <p:txBody>
          <a:bodyPr wrap="square">
            <a:spAutoFit/>
          </a:bodyPr>
          <a:lstStyle/>
          <a:p>
            <a:pPr algn="just">
              <a:lnSpc>
                <a:spcPct val="150000"/>
              </a:lnSpc>
            </a:pPr>
            <a:r>
              <a:rPr lang="en-VN" sz="6000" b="1">
                <a:solidFill>
                  <a:schemeClr val="accent2"/>
                </a:solidFill>
                <a:latin typeface="American Typewriter" panose="02090604020004020304" pitchFamily="18" charset="77"/>
              </a:rPr>
              <a:t>🔹 </a:t>
            </a:r>
            <a:r>
              <a:rPr lang="en-US" sz="6000" b="1">
                <a:solidFill>
                  <a:schemeClr val="accent2"/>
                </a:solidFill>
                <a:latin typeface="American Typewriter" panose="02090604020004020304" pitchFamily="18" charset="77"/>
              </a:rPr>
              <a:t>BẠN: You – you – your</a:t>
            </a:r>
          </a:p>
          <a:p>
            <a:pPr algn="just">
              <a:lnSpc>
                <a:spcPct val="150000"/>
              </a:lnSpc>
            </a:pPr>
            <a:r>
              <a:rPr lang="en-US" sz="6000">
                <a:latin typeface="American Typewriter" panose="02090604020004020304" pitchFamily="18" charset="77"/>
                <a:ea typeface="Calibri" panose="020F0502020204030204" pitchFamily="34" charset="0"/>
                <a:cs typeface="Times New Roman" panose="02020603050405020304" pitchFamily="18" charset="0"/>
              </a:rPr>
              <a:t>If </a:t>
            </a:r>
            <a:r>
              <a:rPr lang="en-US" sz="6000" b="1">
                <a:latin typeface="American Typewriter" panose="02090604020004020304" pitchFamily="18" charset="77"/>
                <a:ea typeface="Calibri" panose="020F0502020204030204" pitchFamily="34" charset="0"/>
                <a:cs typeface="Times New Roman" panose="02020603050405020304" pitchFamily="18" charset="0"/>
              </a:rPr>
              <a:t>you</a:t>
            </a:r>
            <a:r>
              <a:rPr lang="en-US" sz="6000">
                <a:latin typeface="American Typewriter" panose="02090604020004020304" pitchFamily="18" charset="77"/>
                <a:ea typeface="Calibri" panose="020F0502020204030204" pitchFamily="34" charset="0"/>
                <a:cs typeface="Times New Roman" panose="02020603050405020304" pitchFamily="18" charset="0"/>
              </a:rPr>
              <a:t> want to achieve better results, try organizing </a:t>
            </a:r>
            <a:r>
              <a:rPr lang="en-US" sz="6000" b="1">
                <a:latin typeface="American Typewriter" panose="02090604020004020304" pitchFamily="18" charset="77"/>
                <a:ea typeface="Calibri" panose="020F0502020204030204" pitchFamily="34" charset="0"/>
                <a:cs typeface="Times New Roman" panose="02020603050405020304" pitchFamily="18" charset="0"/>
              </a:rPr>
              <a:t>your</a:t>
            </a:r>
            <a:r>
              <a:rPr lang="en-US" sz="6000">
                <a:latin typeface="American Typewriter" panose="02090604020004020304" pitchFamily="18" charset="77"/>
                <a:ea typeface="Calibri" panose="020F0502020204030204" pitchFamily="34" charset="0"/>
                <a:cs typeface="Times New Roman" panose="02020603050405020304" pitchFamily="18" charset="0"/>
              </a:rPr>
              <a:t> study time. Teachers often advise </a:t>
            </a:r>
            <a:r>
              <a:rPr lang="en-US" sz="6000" b="1">
                <a:latin typeface="American Typewriter" panose="02090604020004020304" pitchFamily="18" charset="77"/>
                <a:ea typeface="Calibri" panose="020F0502020204030204" pitchFamily="34" charset="0"/>
                <a:cs typeface="Times New Roman" panose="02020603050405020304" pitchFamily="18" charset="0"/>
              </a:rPr>
              <a:t>you</a:t>
            </a:r>
            <a:r>
              <a:rPr lang="en-US" sz="6000">
                <a:latin typeface="American Typewriter" panose="02090604020004020304" pitchFamily="18" charset="77"/>
                <a:ea typeface="Calibri" panose="020F0502020204030204" pitchFamily="34" charset="0"/>
                <a:cs typeface="Times New Roman" panose="02020603050405020304" pitchFamily="18" charset="0"/>
              </a:rPr>
              <a:t> to set realistic goals.</a:t>
            </a:r>
            <a:r>
              <a:rPr lang="en-VN" sz="6000"/>
              <a:t> </a:t>
            </a:r>
            <a:endParaRPr lang="en-US" sz="6000">
              <a:latin typeface="American Typewriter" panose="02090604020004020304" pitchFamily="18" charset="77"/>
            </a:endParaRPr>
          </a:p>
        </p:txBody>
      </p:sp>
    </p:spTree>
    <p:extLst>
      <p:ext uri="{BB962C8B-B14F-4D97-AF65-F5344CB8AC3E}">
        <p14:creationId xmlns:p14="http://schemas.microsoft.com/office/powerpoint/2010/main" val="1660292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anim calcmode="lin" valueType="num">
                                      <p:cBhvr additive="base">
                                        <p:cTn id="13"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366C8-10A3-C444-D418-4F95BF94949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20AE8A3-CC48-0722-6F7E-D53F51C327BC}"/>
              </a:ext>
            </a:extLst>
          </p:cNvPr>
          <p:cNvGrpSpPr/>
          <p:nvPr/>
        </p:nvGrpSpPr>
        <p:grpSpPr>
          <a:xfrm>
            <a:off x="457200" y="647700"/>
            <a:ext cx="14559047" cy="9220200"/>
            <a:chOff x="0" y="0"/>
            <a:chExt cx="3784309" cy="1805991"/>
          </a:xfrm>
        </p:grpSpPr>
        <p:sp>
          <p:nvSpPr>
            <p:cNvPr id="3" name="Freeform 3">
              <a:extLst>
                <a:ext uri="{FF2B5EF4-FFF2-40B4-BE49-F238E27FC236}">
                  <a16:creationId xmlns:a16="http://schemas.microsoft.com/office/drawing/2014/main" id="{F2366D9A-4CEA-9E15-609F-098C8B63C9CD}"/>
                </a:ext>
              </a:extLst>
            </p:cNvPr>
            <p:cNvSpPr/>
            <p:nvPr/>
          </p:nvSpPr>
          <p:spPr>
            <a:xfrm>
              <a:off x="0" y="0"/>
              <a:ext cx="3784309" cy="1805991"/>
            </a:xfrm>
            <a:custGeom>
              <a:avLst/>
              <a:gdLst/>
              <a:ahLst/>
              <a:cxnLst/>
              <a:rect l="l" t="t" r="r" b="b"/>
              <a:pathLst>
                <a:path w="3784309" h="1805991">
                  <a:moveTo>
                    <a:pt x="0" y="0"/>
                  </a:moveTo>
                  <a:lnTo>
                    <a:pt x="3784309" y="0"/>
                  </a:lnTo>
                  <a:lnTo>
                    <a:pt x="3784309" y="1805991"/>
                  </a:lnTo>
                  <a:lnTo>
                    <a:pt x="0" y="1805991"/>
                  </a:lnTo>
                  <a:close/>
                </a:path>
              </a:pathLst>
            </a:custGeom>
            <a:pattFill prst="ltUpDiag">
              <a:fgClr>
                <a:schemeClr val="accent2">
                  <a:lumMod val="20000"/>
                  <a:lumOff val="80000"/>
                </a:schemeClr>
              </a:fgClr>
              <a:bgClr>
                <a:schemeClr val="bg1"/>
              </a:bgClr>
            </a:pattFill>
          </p:spPr>
          <p:txBody>
            <a:bodyPr/>
            <a:lstStyle/>
            <a:p>
              <a:endParaRPr lang="en-VN"/>
            </a:p>
          </p:txBody>
        </p:sp>
        <p:sp>
          <p:nvSpPr>
            <p:cNvPr id="4" name="TextBox 4">
              <a:extLst>
                <a:ext uri="{FF2B5EF4-FFF2-40B4-BE49-F238E27FC236}">
                  <a16:creationId xmlns:a16="http://schemas.microsoft.com/office/drawing/2014/main" id="{F61D91AD-B76F-31AE-417B-8C68284982C4}"/>
                </a:ext>
              </a:extLst>
            </p:cNvPr>
            <p:cNvSpPr txBox="1"/>
            <p:nvPr/>
          </p:nvSpPr>
          <p:spPr>
            <a:xfrm>
              <a:off x="0" y="-47625"/>
              <a:ext cx="3784309" cy="1853616"/>
            </a:xfrm>
            <a:prstGeom prst="rect">
              <a:avLst/>
            </a:prstGeom>
          </p:spPr>
          <p:txBody>
            <a:bodyPr lIns="50800" tIns="50800" rIns="50800" bIns="50800" rtlCol="0" anchor="ctr"/>
            <a:lstStyle/>
            <a:p>
              <a:pPr algn="ctr">
                <a:lnSpc>
                  <a:spcPts val="2659"/>
                </a:lnSpc>
              </a:pPr>
              <a:endParaRPr/>
            </a:p>
          </p:txBody>
        </p:sp>
      </p:grpSp>
      <p:sp>
        <p:nvSpPr>
          <p:cNvPr id="5" name="Freeform 5">
            <a:extLst>
              <a:ext uri="{FF2B5EF4-FFF2-40B4-BE49-F238E27FC236}">
                <a16:creationId xmlns:a16="http://schemas.microsoft.com/office/drawing/2014/main" id="{69C5AFCB-E815-B0D1-0642-2AA6186B9826}"/>
              </a:ext>
            </a:extLst>
          </p:cNvPr>
          <p:cNvSpPr/>
          <p:nvPr/>
        </p:nvSpPr>
        <p:spPr>
          <a:xfrm>
            <a:off x="14792271" y="1846229"/>
            <a:ext cx="3360397" cy="6823141"/>
          </a:xfrm>
          <a:custGeom>
            <a:avLst/>
            <a:gdLst/>
            <a:ahLst/>
            <a:cxnLst/>
            <a:rect l="l" t="t" r="r" b="b"/>
            <a:pathLst>
              <a:path w="3360397" h="6823141">
                <a:moveTo>
                  <a:pt x="0" y="0"/>
                </a:moveTo>
                <a:lnTo>
                  <a:pt x="3360397" y="0"/>
                </a:lnTo>
                <a:lnTo>
                  <a:pt x="3360397" y="6823140"/>
                </a:lnTo>
                <a:lnTo>
                  <a:pt x="0" y="6823140"/>
                </a:lnTo>
                <a:lnTo>
                  <a:pt x="0" y="0"/>
                </a:lnTo>
                <a:close/>
              </a:path>
            </a:pathLst>
          </a:custGeom>
          <a:blipFill>
            <a:blip r:embed="rId2"/>
            <a:stretch>
              <a:fillRect/>
            </a:stretch>
          </a:blipFill>
        </p:spPr>
        <p:txBody>
          <a:bodyPr/>
          <a:lstStyle/>
          <a:p>
            <a:endParaRPr lang="en-VN"/>
          </a:p>
        </p:txBody>
      </p:sp>
      <p:sp>
        <p:nvSpPr>
          <p:cNvPr id="13" name="TextBox 12">
            <a:extLst>
              <a:ext uri="{FF2B5EF4-FFF2-40B4-BE49-F238E27FC236}">
                <a16:creationId xmlns:a16="http://schemas.microsoft.com/office/drawing/2014/main" id="{6ABB6A91-52FC-BA7A-2575-46BDA0CB1436}"/>
              </a:ext>
            </a:extLst>
          </p:cNvPr>
          <p:cNvSpPr txBox="1"/>
          <p:nvPr/>
        </p:nvSpPr>
        <p:spPr>
          <a:xfrm>
            <a:off x="916823" y="1821056"/>
            <a:ext cx="13639800" cy="6873485"/>
          </a:xfrm>
          <a:prstGeom prst="rect">
            <a:avLst/>
          </a:prstGeom>
          <a:noFill/>
        </p:spPr>
        <p:txBody>
          <a:bodyPr wrap="square">
            <a:spAutoFit/>
          </a:bodyPr>
          <a:lstStyle/>
          <a:p>
            <a:pPr algn="just">
              <a:lnSpc>
                <a:spcPct val="150000"/>
              </a:lnSpc>
            </a:pPr>
            <a:r>
              <a:rPr lang="en-VN" sz="6000" b="1">
                <a:solidFill>
                  <a:schemeClr val="accent2"/>
                </a:solidFill>
                <a:latin typeface="American Typewriter" panose="02090604020004020304" pitchFamily="18" charset="77"/>
              </a:rPr>
              <a:t>🔹 </a:t>
            </a:r>
            <a:r>
              <a:rPr lang="en-US" sz="6000" b="1">
                <a:solidFill>
                  <a:schemeClr val="accent2"/>
                </a:solidFill>
                <a:latin typeface="American Typewriter" panose="02090604020004020304" pitchFamily="18" charset="77"/>
              </a:rPr>
              <a:t>HỌ: They – them – their</a:t>
            </a:r>
          </a:p>
          <a:p>
            <a:pPr algn="just">
              <a:lnSpc>
                <a:spcPct val="150000"/>
              </a:lnSpc>
            </a:pPr>
            <a:r>
              <a:rPr lang="en-US" sz="6000" b="1">
                <a:latin typeface="American Typewriter" panose="02090604020004020304" pitchFamily="18" charset="77"/>
                <a:ea typeface="Calibri" panose="020F0502020204030204" pitchFamily="34" charset="0"/>
                <a:cs typeface="Times New Roman" panose="02020603050405020304" pitchFamily="18" charset="0"/>
              </a:rPr>
              <a:t>They</a:t>
            </a:r>
            <a:r>
              <a:rPr lang="en-US" sz="6000">
                <a:latin typeface="American Typewriter" panose="02090604020004020304" pitchFamily="18" charset="77"/>
                <a:ea typeface="Calibri" panose="020F0502020204030204" pitchFamily="34" charset="0"/>
                <a:cs typeface="Times New Roman" panose="02020603050405020304" pitchFamily="18" charset="0"/>
              </a:rPr>
              <a:t> started a campaign to raise awareness about pollution. I support </a:t>
            </a:r>
            <a:r>
              <a:rPr lang="en-US" sz="6000" b="1">
                <a:latin typeface="American Typewriter" panose="02090604020004020304" pitchFamily="18" charset="77"/>
                <a:ea typeface="Calibri" panose="020F0502020204030204" pitchFamily="34" charset="0"/>
                <a:cs typeface="Times New Roman" panose="02020603050405020304" pitchFamily="18" charset="0"/>
              </a:rPr>
              <a:t>them</a:t>
            </a:r>
            <a:r>
              <a:rPr lang="en-US" sz="6000">
                <a:latin typeface="American Typewriter" panose="02090604020004020304" pitchFamily="18" charset="77"/>
                <a:ea typeface="Calibri" panose="020F0502020204030204" pitchFamily="34" charset="0"/>
                <a:cs typeface="Times New Roman" panose="02020603050405020304" pitchFamily="18" charset="0"/>
              </a:rPr>
              <a:t> because </a:t>
            </a:r>
            <a:r>
              <a:rPr lang="en-US" sz="6000" b="1">
                <a:latin typeface="American Typewriter" panose="02090604020004020304" pitchFamily="18" charset="77"/>
                <a:ea typeface="Calibri" panose="020F0502020204030204" pitchFamily="34" charset="0"/>
                <a:cs typeface="Times New Roman" panose="02020603050405020304" pitchFamily="18" charset="0"/>
              </a:rPr>
              <a:t>their</a:t>
            </a:r>
            <a:r>
              <a:rPr lang="en-US" sz="6000">
                <a:latin typeface="American Typewriter" panose="02090604020004020304" pitchFamily="18" charset="77"/>
                <a:ea typeface="Calibri" panose="020F0502020204030204" pitchFamily="34" charset="0"/>
                <a:cs typeface="Times New Roman" panose="02020603050405020304" pitchFamily="18" charset="0"/>
              </a:rPr>
              <a:t> message is meaningful.</a:t>
            </a:r>
            <a:r>
              <a:rPr lang="en-VN" sz="6000"/>
              <a:t> </a:t>
            </a:r>
            <a:endParaRPr lang="en-US" sz="6000">
              <a:latin typeface="American Typewriter" panose="02090604020004020304" pitchFamily="18" charset="77"/>
            </a:endParaRPr>
          </a:p>
        </p:txBody>
      </p:sp>
    </p:spTree>
    <p:extLst>
      <p:ext uri="{BB962C8B-B14F-4D97-AF65-F5344CB8AC3E}">
        <p14:creationId xmlns:p14="http://schemas.microsoft.com/office/powerpoint/2010/main" val="2555653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anim calcmode="lin" valueType="num">
                                      <p:cBhvr additive="base">
                                        <p:cTn id="13"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4E64D-E961-D29D-BF44-5B79421EE03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8CD309C-8E67-2295-08CC-1CDF5672AF19}"/>
              </a:ext>
            </a:extLst>
          </p:cNvPr>
          <p:cNvGrpSpPr/>
          <p:nvPr/>
        </p:nvGrpSpPr>
        <p:grpSpPr>
          <a:xfrm>
            <a:off x="457200" y="647700"/>
            <a:ext cx="14559047" cy="9220200"/>
            <a:chOff x="0" y="0"/>
            <a:chExt cx="3784309" cy="1805991"/>
          </a:xfrm>
        </p:grpSpPr>
        <p:sp>
          <p:nvSpPr>
            <p:cNvPr id="3" name="Freeform 3">
              <a:extLst>
                <a:ext uri="{FF2B5EF4-FFF2-40B4-BE49-F238E27FC236}">
                  <a16:creationId xmlns:a16="http://schemas.microsoft.com/office/drawing/2014/main" id="{4F7F2654-C268-0067-7190-CE575B1CB936}"/>
                </a:ext>
              </a:extLst>
            </p:cNvPr>
            <p:cNvSpPr/>
            <p:nvPr/>
          </p:nvSpPr>
          <p:spPr>
            <a:xfrm>
              <a:off x="0" y="0"/>
              <a:ext cx="3784309" cy="1805991"/>
            </a:xfrm>
            <a:custGeom>
              <a:avLst/>
              <a:gdLst/>
              <a:ahLst/>
              <a:cxnLst/>
              <a:rect l="l" t="t" r="r" b="b"/>
              <a:pathLst>
                <a:path w="3784309" h="1805991">
                  <a:moveTo>
                    <a:pt x="0" y="0"/>
                  </a:moveTo>
                  <a:lnTo>
                    <a:pt x="3784309" y="0"/>
                  </a:lnTo>
                  <a:lnTo>
                    <a:pt x="3784309" y="1805991"/>
                  </a:lnTo>
                  <a:lnTo>
                    <a:pt x="0" y="1805991"/>
                  </a:lnTo>
                  <a:close/>
                </a:path>
              </a:pathLst>
            </a:custGeom>
            <a:pattFill prst="ltUpDiag">
              <a:fgClr>
                <a:schemeClr val="accent2">
                  <a:lumMod val="20000"/>
                  <a:lumOff val="80000"/>
                </a:schemeClr>
              </a:fgClr>
              <a:bgClr>
                <a:schemeClr val="bg1"/>
              </a:bgClr>
            </a:pattFill>
          </p:spPr>
          <p:txBody>
            <a:bodyPr/>
            <a:lstStyle/>
            <a:p>
              <a:endParaRPr lang="en-VN"/>
            </a:p>
          </p:txBody>
        </p:sp>
        <p:sp>
          <p:nvSpPr>
            <p:cNvPr id="4" name="TextBox 4">
              <a:extLst>
                <a:ext uri="{FF2B5EF4-FFF2-40B4-BE49-F238E27FC236}">
                  <a16:creationId xmlns:a16="http://schemas.microsoft.com/office/drawing/2014/main" id="{C1B9DEFD-A9C7-843A-CB60-76A282451065}"/>
                </a:ext>
              </a:extLst>
            </p:cNvPr>
            <p:cNvSpPr txBox="1"/>
            <p:nvPr/>
          </p:nvSpPr>
          <p:spPr>
            <a:xfrm>
              <a:off x="0" y="-47625"/>
              <a:ext cx="3784309" cy="1853616"/>
            </a:xfrm>
            <a:prstGeom prst="rect">
              <a:avLst/>
            </a:prstGeom>
          </p:spPr>
          <p:txBody>
            <a:bodyPr lIns="50800" tIns="50800" rIns="50800" bIns="50800" rtlCol="0" anchor="ctr"/>
            <a:lstStyle/>
            <a:p>
              <a:pPr algn="ctr">
                <a:lnSpc>
                  <a:spcPts val="2659"/>
                </a:lnSpc>
              </a:pPr>
              <a:endParaRPr/>
            </a:p>
          </p:txBody>
        </p:sp>
      </p:grpSp>
      <p:sp>
        <p:nvSpPr>
          <p:cNvPr id="5" name="Freeform 5">
            <a:extLst>
              <a:ext uri="{FF2B5EF4-FFF2-40B4-BE49-F238E27FC236}">
                <a16:creationId xmlns:a16="http://schemas.microsoft.com/office/drawing/2014/main" id="{92BF8BED-A041-1CFE-1D9F-147BE8AD199B}"/>
              </a:ext>
            </a:extLst>
          </p:cNvPr>
          <p:cNvSpPr/>
          <p:nvPr/>
        </p:nvSpPr>
        <p:spPr>
          <a:xfrm>
            <a:off x="14792271" y="1846229"/>
            <a:ext cx="3360397" cy="6823141"/>
          </a:xfrm>
          <a:custGeom>
            <a:avLst/>
            <a:gdLst/>
            <a:ahLst/>
            <a:cxnLst/>
            <a:rect l="l" t="t" r="r" b="b"/>
            <a:pathLst>
              <a:path w="3360397" h="6823141">
                <a:moveTo>
                  <a:pt x="0" y="0"/>
                </a:moveTo>
                <a:lnTo>
                  <a:pt x="3360397" y="0"/>
                </a:lnTo>
                <a:lnTo>
                  <a:pt x="3360397" y="6823140"/>
                </a:lnTo>
                <a:lnTo>
                  <a:pt x="0" y="6823140"/>
                </a:lnTo>
                <a:lnTo>
                  <a:pt x="0" y="0"/>
                </a:lnTo>
                <a:close/>
              </a:path>
            </a:pathLst>
          </a:custGeom>
          <a:blipFill>
            <a:blip r:embed="rId2"/>
            <a:stretch>
              <a:fillRect/>
            </a:stretch>
          </a:blipFill>
        </p:spPr>
        <p:txBody>
          <a:bodyPr/>
          <a:lstStyle/>
          <a:p>
            <a:endParaRPr lang="en-VN"/>
          </a:p>
        </p:txBody>
      </p:sp>
      <p:sp>
        <p:nvSpPr>
          <p:cNvPr id="13" name="TextBox 12">
            <a:extLst>
              <a:ext uri="{FF2B5EF4-FFF2-40B4-BE49-F238E27FC236}">
                <a16:creationId xmlns:a16="http://schemas.microsoft.com/office/drawing/2014/main" id="{9DC51BC0-CD56-74C5-4C04-8210498D29EF}"/>
              </a:ext>
            </a:extLst>
          </p:cNvPr>
          <p:cNvSpPr txBox="1"/>
          <p:nvPr/>
        </p:nvSpPr>
        <p:spPr>
          <a:xfrm>
            <a:off x="1680034" y="1697082"/>
            <a:ext cx="12113377" cy="6878293"/>
          </a:xfrm>
          <a:prstGeom prst="rect">
            <a:avLst/>
          </a:prstGeom>
          <a:noFill/>
        </p:spPr>
        <p:txBody>
          <a:bodyPr wrap="square">
            <a:spAutoFit/>
          </a:bodyPr>
          <a:lstStyle/>
          <a:p>
            <a:pPr algn="just">
              <a:lnSpc>
                <a:spcPct val="150000"/>
              </a:lnSpc>
            </a:pPr>
            <a:r>
              <a:rPr lang="en-VN" sz="6000" b="1">
                <a:solidFill>
                  <a:schemeClr val="accent2"/>
                </a:solidFill>
                <a:latin typeface="American Typewriter" panose="02090604020004020304" pitchFamily="18" charset="77"/>
              </a:rPr>
              <a:t>🔹 </a:t>
            </a:r>
            <a:r>
              <a:rPr lang="en-US" sz="6000" b="1">
                <a:solidFill>
                  <a:schemeClr val="accent2"/>
                </a:solidFill>
                <a:latin typeface="American Typewriter" panose="02090604020004020304" pitchFamily="18" charset="77"/>
              </a:rPr>
              <a:t>ANH ẤY: He – him – his</a:t>
            </a:r>
          </a:p>
          <a:p>
            <a:pPr algn="just">
              <a:lnSpc>
                <a:spcPct val="150000"/>
              </a:lnSpc>
            </a:pPr>
            <a:r>
              <a:rPr lang="en-US" sz="6000" b="1">
                <a:latin typeface="American Typewriter" panose="02090604020004020304" pitchFamily="18" charset="77"/>
                <a:ea typeface="Calibri" panose="020F0502020204030204" pitchFamily="34" charset="0"/>
                <a:cs typeface="Times New Roman" panose="02020603050405020304" pitchFamily="18" charset="0"/>
              </a:rPr>
              <a:t>He</a:t>
            </a:r>
            <a:r>
              <a:rPr lang="en-US" sz="6000">
                <a:latin typeface="American Typewriter" panose="02090604020004020304" pitchFamily="18" charset="77"/>
                <a:ea typeface="Calibri" panose="020F0502020204030204" pitchFamily="34" charset="0"/>
                <a:cs typeface="Times New Roman" panose="02020603050405020304" pitchFamily="18" charset="0"/>
              </a:rPr>
              <a:t> joined a community service program last summer. Everyone admired </a:t>
            </a:r>
            <a:r>
              <a:rPr lang="en-US" sz="6000" b="1">
                <a:latin typeface="American Typewriter" panose="02090604020004020304" pitchFamily="18" charset="77"/>
                <a:ea typeface="Calibri" panose="020F0502020204030204" pitchFamily="34" charset="0"/>
                <a:cs typeface="Times New Roman" panose="02020603050405020304" pitchFamily="18" charset="0"/>
              </a:rPr>
              <a:t>his</a:t>
            </a:r>
            <a:r>
              <a:rPr lang="en-US" sz="6000">
                <a:latin typeface="American Typewriter" panose="02090604020004020304" pitchFamily="18" charset="77"/>
                <a:ea typeface="Calibri" panose="020F0502020204030204" pitchFamily="34" charset="0"/>
                <a:cs typeface="Times New Roman" panose="02020603050405020304" pitchFamily="18" charset="0"/>
              </a:rPr>
              <a:t> commitment and supported </a:t>
            </a:r>
            <a:r>
              <a:rPr lang="en-US" sz="6000" b="1">
                <a:latin typeface="American Typewriter" panose="02090604020004020304" pitchFamily="18" charset="77"/>
                <a:ea typeface="Calibri" panose="020F0502020204030204" pitchFamily="34" charset="0"/>
                <a:cs typeface="Times New Roman" panose="02020603050405020304" pitchFamily="18" charset="0"/>
              </a:rPr>
              <a:t>him</a:t>
            </a:r>
            <a:r>
              <a:rPr lang="en-US" sz="6000">
                <a:latin typeface="American Typewriter" panose="02090604020004020304" pitchFamily="18" charset="77"/>
                <a:ea typeface="Calibri" panose="020F0502020204030204" pitchFamily="34" charset="0"/>
                <a:cs typeface="Times New Roman" panose="02020603050405020304" pitchFamily="18" charset="0"/>
              </a:rPr>
              <a:t>.</a:t>
            </a:r>
            <a:r>
              <a:rPr lang="en-VN" sz="6000"/>
              <a:t> </a:t>
            </a:r>
            <a:endParaRPr lang="en-US" sz="6000">
              <a:latin typeface="American Typewriter" panose="02090604020004020304" pitchFamily="18" charset="77"/>
            </a:endParaRPr>
          </a:p>
        </p:txBody>
      </p:sp>
    </p:spTree>
    <p:extLst>
      <p:ext uri="{BB962C8B-B14F-4D97-AF65-F5344CB8AC3E}">
        <p14:creationId xmlns:p14="http://schemas.microsoft.com/office/powerpoint/2010/main" val="1547846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anim calcmode="lin" valueType="num">
                                      <p:cBhvr additive="base">
                                        <p:cTn id="13"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77975-9995-9E2C-FBA2-0CA369A9586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97EDFD8-3674-F245-3A27-37804C239C10}"/>
              </a:ext>
            </a:extLst>
          </p:cNvPr>
          <p:cNvGrpSpPr/>
          <p:nvPr/>
        </p:nvGrpSpPr>
        <p:grpSpPr>
          <a:xfrm>
            <a:off x="457200" y="647700"/>
            <a:ext cx="14559047" cy="9220200"/>
            <a:chOff x="0" y="0"/>
            <a:chExt cx="3784309" cy="1805991"/>
          </a:xfrm>
        </p:grpSpPr>
        <p:sp>
          <p:nvSpPr>
            <p:cNvPr id="3" name="Freeform 3">
              <a:extLst>
                <a:ext uri="{FF2B5EF4-FFF2-40B4-BE49-F238E27FC236}">
                  <a16:creationId xmlns:a16="http://schemas.microsoft.com/office/drawing/2014/main" id="{FB686D63-9043-E5FE-73BB-BE132DE80C90}"/>
                </a:ext>
              </a:extLst>
            </p:cNvPr>
            <p:cNvSpPr/>
            <p:nvPr/>
          </p:nvSpPr>
          <p:spPr>
            <a:xfrm>
              <a:off x="0" y="0"/>
              <a:ext cx="3784309" cy="1805991"/>
            </a:xfrm>
            <a:custGeom>
              <a:avLst/>
              <a:gdLst/>
              <a:ahLst/>
              <a:cxnLst/>
              <a:rect l="l" t="t" r="r" b="b"/>
              <a:pathLst>
                <a:path w="3784309" h="1805991">
                  <a:moveTo>
                    <a:pt x="0" y="0"/>
                  </a:moveTo>
                  <a:lnTo>
                    <a:pt x="3784309" y="0"/>
                  </a:lnTo>
                  <a:lnTo>
                    <a:pt x="3784309" y="1805991"/>
                  </a:lnTo>
                  <a:lnTo>
                    <a:pt x="0" y="1805991"/>
                  </a:lnTo>
                  <a:close/>
                </a:path>
              </a:pathLst>
            </a:custGeom>
            <a:pattFill prst="ltUpDiag">
              <a:fgClr>
                <a:schemeClr val="accent2">
                  <a:lumMod val="20000"/>
                  <a:lumOff val="80000"/>
                </a:schemeClr>
              </a:fgClr>
              <a:bgClr>
                <a:schemeClr val="bg1"/>
              </a:bgClr>
            </a:pattFill>
          </p:spPr>
          <p:txBody>
            <a:bodyPr/>
            <a:lstStyle/>
            <a:p>
              <a:endParaRPr lang="en-VN"/>
            </a:p>
          </p:txBody>
        </p:sp>
        <p:sp>
          <p:nvSpPr>
            <p:cNvPr id="4" name="TextBox 4">
              <a:extLst>
                <a:ext uri="{FF2B5EF4-FFF2-40B4-BE49-F238E27FC236}">
                  <a16:creationId xmlns:a16="http://schemas.microsoft.com/office/drawing/2014/main" id="{9D250128-32EA-D608-C819-F3E6D13FF51C}"/>
                </a:ext>
              </a:extLst>
            </p:cNvPr>
            <p:cNvSpPr txBox="1"/>
            <p:nvPr/>
          </p:nvSpPr>
          <p:spPr>
            <a:xfrm>
              <a:off x="0" y="-47625"/>
              <a:ext cx="3784309" cy="1853616"/>
            </a:xfrm>
            <a:prstGeom prst="rect">
              <a:avLst/>
            </a:prstGeom>
          </p:spPr>
          <p:txBody>
            <a:bodyPr lIns="50800" tIns="50800" rIns="50800" bIns="50800" rtlCol="0" anchor="ctr"/>
            <a:lstStyle/>
            <a:p>
              <a:pPr algn="ctr">
                <a:lnSpc>
                  <a:spcPts val="2659"/>
                </a:lnSpc>
              </a:pPr>
              <a:endParaRPr/>
            </a:p>
          </p:txBody>
        </p:sp>
      </p:grpSp>
      <p:sp>
        <p:nvSpPr>
          <p:cNvPr id="5" name="Freeform 5">
            <a:extLst>
              <a:ext uri="{FF2B5EF4-FFF2-40B4-BE49-F238E27FC236}">
                <a16:creationId xmlns:a16="http://schemas.microsoft.com/office/drawing/2014/main" id="{16DF55A6-DB34-0DE9-13F6-5E40508A0B27}"/>
              </a:ext>
            </a:extLst>
          </p:cNvPr>
          <p:cNvSpPr/>
          <p:nvPr/>
        </p:nvSpPr>
        <p:spPr>
          <a:xfrm>
            <a:off x="14792271" y="1846229"/>
            <a:ext cx="3360397" cy="6823141"/>
          </a:xfrm>
          <a:custGeom>
            <a:avLst/>
            <a:gdLst/>
            <a:ahLst/>
            <a:cxnLst/>
            <a:rect l="l" t="t" r="r" b="b"/>
            <a:pathLst>
              <a:path w="3360397" h="6823141">
                <a:moveTo>
                  <a:pt x="0" y="0"/>
                </a:moveTo>
                <a:lnTo>
                  <a:pt x="3360397" y="0"/>
                </a:lnTo>
                <a:lnTo>
                  <a:pt x="3360397" y="6823140"/>
                </a:lnTo>
                <a:lnTo>
                  <a:pt x="0" y="6823140"/>
                </a:lnTo>
                <a:lnTo>
                  <a:pt x="0" y="0"/>
                </a:lnTo>
                <a:close/>
              </a:path>
            </a:pathLst>
          </a:custGeom>
          <a:blipFill>
            <a:blip r:embed="rId2"/>
            <a:stretch>
              <a:fillRect/>
            </a:stretch>
          </a:blipFill>
        </p:spPr>
        <p:txBody>
          <a:bodyPr/>
          <a:lstStyle/>
          <a:p>
            <a:endParaRPr lang="en-VN"/>
          </a:p>
        </p:txBody>
      </p:sp>
      <p:sp>
        <p:nvSpPr>
          <p:cNvPr id="13" name="TextBox 12">
            <a:extLst>
              <a:ext uri="{FF2B5EF4-FFF2-40B4-BE49-F238E27FC236}">
                <a16:creationId xmlns:a16="http://schemas.microsoft.com/office/drawing/2014/main" id="{594AA464-CB25-6969-B046-632DFE20B596}"/>
              </a:ext>
            </a:extLst>
          </p:cNvPr>
          <p:cNvSpPr txBox="1"/>
          <p:nvPr/>
        </p:nvSpPr>
        <p:spPr>
          <a:xfrm>
            <a:off x="1680034" y="1697082"/>
            <a:ext cx="12113377" cy="6878293"/>
          </a:xfrm>
          <a:prstGeom prst="rect">
            <a:avLst/>
          </a:prstGeom>
          <a:noFill/>
        </p:spPr>
        <p:txBody>
          <a:bodyPr wrap="square">
            <a:spAutoFit/>
          </a:bodyPr>
          <a:lstStyle/>
          <a:p>
            <a:pPr algn="just">
              <a:lnSpc>
                <a:spcPct val="150000"/>
              </a:lnSpc>
            </a:pPr>
            <a:r>
              <a:rPr lang="en-VN" sz="6000" b="1">
                <a:solidFill>
                  <a:schemeClr val="accent2"/>
                </a:solidFill>
                <a:latin typeface="American Typewriter" panose="02090604020004020304" pitchFamily="18" charset="77"/>
              </a:rPr>
              <a:t>🔹 </a:t>
            </a:r>
            <a:r>
              <a:rPr lang="en-US" sz="6000" b="1">
                <a:solidFill>
                  <a:schemeClr val="accent2"/>
                </a:solidFill>
                <a:latin typeface="American Typewriter" panose="02090604020004020304" pitchFamily="18" charset="77"/>
              </a:rPr>
              <a:t>CÔ ẤY: She – her – her</a:t>
            </a:r>
          </a:p>
          <a:p>
            <a:pPr algn="just">
              <a:lnSpc>
                <a:spcPct val="150000"/>
              </a:lnSpc>
            </a:pPr>
            <a:r>
              <a:rPr lang="en-US" sz="6000" b="1">
                <a:latin typeface="American Typewriter" panose="02090604020004020304" pitchFamily="18" charset="77"/>
                <a:ea typeface="Calibri" panose="020F0502020204030204" pitchFamily="34" charset="0"/>
                <a:cs typeface="Times New Roman" panose="02020603050405020304" pitchFamily="18" charset="0"/>
              </a:rPr>
              <a:t>She</a:t>
            </a:r>
            <a:r>
              <a:rPr lang="en-US" sz="6000">
                <a:latin typeface="American Typewriter" panose="02090604020004020304" pitchFamily="18" charset="77"/>
                <a:ea typeface="Calibri" panose="020F0502020204030204" pitchFamily="34" charset="0"/>
                <a:cs typeface="Times New Roman" panose="02020603050405020304" pitchFamily="18" charset="0"/>
              </a:rPr>
              <a:t> wrote an essay about gender equality. </a:t>
            </a:r>
            <a:r>
              <a:rPr lang="en-US" sz="6000" b="1">
                <a:latin typeface="American Typewriter" panose="02090604020004020304" pitchFamily="18" charset="77"/>
                <a:ea typeface="Calibri" panose="020F0502020204030204" pitchFamily="34" charset="0"/>
                <a:cs typeface="Times New Roman" panose="02020603050405020304" pitchFamily="18" charset="0"/>
              </a:rPr>
              <a:t>Her</a:t>
            </a:r>
            <a:r>
              <a:rPr lang="en-US" sz="6000">
                <a:latin typeface="American Typewriter" panose="02090604020004020304" pitchFamily="18" charset="77"/>
                <a:ea typeface="Calibri" panose="020F0502020204030204" pitchFamily="34" charset="0"/>
                <a:cs typeface="Times New Roman" panose="02020603050405020304" pitchFamily="18" charset="0"/>
              </a:rPr>
              <a:t> ideas were very strong, and the teacher praised </a:t>
            </a:r>
            <a:r>
              <a:rPr lang="en-US" sz="6000" b="1">
                <a:latin typeface="American Typewriter" panose="02090604020004020304" pitchFamily="18" charset="77"/>
                <a:ea typeface="Calibri" panose="020F0502020204030204" pitchFamily="34" charset="0"/>
                <a:cs typeface="Times New Roman" panose="02020603050405020304" pitchFamily="18" charset="0"/>
              </a:rPr>
              <a:t>her</a:t>
            </a:r>
            <a:r>
              <a:rPr lang="en-US" sz="6000">
                <a:latin typeface="American Typewriter" panose="02090604020004020304" pitchFamily="18" charset="77"/>
                <a:ea typeface="Calibri" panose="020F0502020204030204" pitchFamily="34" charset="0"/>
                <a:cs typeface="Times New Roman" panose="02020603050405020304" pitchFamily="18" charset="0"/>
              </a:rPr>
              <a:t>.</a:t>
            </a:r>
            <a:r>
              <a:rPr lang="en-VN" sz="6000"/>
              <a:t> </a:t>
            </a:r>
            <a:endParaRPr lang="en-US" sz="6000">
              <a:latin typeface="American Typewriter" panose="02090604020004020304" pitchFamily="18" charset="77"/>
            </a:endParaRPr>
          </a:p>
        </p:txBody>
      </p:sp>
    </p:spTree>
    <p:extLst>
      <p:ext uri="{BB962C8B-B14F-4D97-AF65-F5344CB8AC3E}">
        <p14:creationId xmlns:p14="http://schemas.microsoft.com/office/powerpoint/2010/main" val="775500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anim calcmode="lin" valueType="num">
                                      <p:cBhvr additive="base">
                                        <p:cTn id="13"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1FC42-4AAE-C425-A462-06F01BCF14E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1757769-D2D5-7A4D-D295-9CAC77395ED5}"/>
              </a:ext>
            </a:extLst>
          </p:cNvPr>
          <p:cNvGrpSpPr/>
          <p:nvPr/>
        </p:nvGrpSpPr>
        <p:grpSpPr>
          <a:xfrm>
            <a:off x="457200" y="647700"/>
            <a:ext cx="14559047" cy="9220200"/>
            <a:chOff x="0" y="0"/>
            <a:chExt cx="3784309" cy="1805991"/>
          </a:xfrm>
        </p:grpSpPr>
        <p:sp>
          <p:nvSpPr>
            <p:cNvPr id="3" name="Freeform 3">
              <a:extLst>
                <a:ext uri="{FF2B5EF4-FFF2-40B4-BE49-F238E27FC236}">
                  <a16:creationId xmlns:a16="http://schemas.microsoft.com/office/drawing/2014/main" id="{DCFB0E78-E498-11B6-6AC8-1ECDCE2E77AD}"/>
                </a:ext>
              </a:extLst>
            </p:cNvPr>
            <p:cNvSpPr/>
            <p:nvPr/>
          </p:nvSpPr>
          <p:spPr>
            <a:xfrm>
              <a:off x="0" y="0"/>
              <a:ext cx="3784309" cy="1805991"/>
            </a:xfrm>
            <a:custGeom>
              <a:avLst/>
              <a:gdLst/>
              <a:ahLst/>
              <a:cxnLst/>
              <a:rect l="l" t="t" r="r" b="b"/>
              <a:pathLst>
                <a:path w="3784309" h="1805991">
                  <a:moveTo>
                    <a:pt x="0" y="0"/>
                  </a:moveTo>
                  <a:lnTo>
                    <a:pt x="3784309" y="0"/>
                  </a:lnTo>
                  <a:lnTo>
                    <a:pt x="3784309" y="1805991"/>
                  </a:lnTo>
                  <a:lnTo>
                    <a:pt x="0" y="1805991"/>
                  </a:lnTo>
                  <a:close/>
                </a:path>
              </a:pathLst>
            </a:custGeom>
            <a:pattFill prst="ltUpDiag">
              <a:fgClr>
                <a:schemeClr val="accent2">
                  <a:lumMod val="20000"/>
                  <a:lumOff val="80000"/>
                </a:schemeClr>
              </a:fgClr>
              <a:bgClr>
                <a:schemeClr val="bg1"/>
              </a:bgClr>
            </a:pattFill>
          </p:spPr>
          <p:txBody>
            <a:bodyPr/>
            <a:lstStyle/>
            <a:p>
              <a:endParaRPr lang="en-VN"/>
            </a:p>
          </p:txBody>
        </p:sp>
        <p:sp>
          <p:nvSpPr>
            <p:cNvPr id="4" name="TextBox 4">
              <a:extLst>
                <a:ext uri="{FF2B5EF4-FFF2-40B4-BE49-F238E27FC236}">
                  <a16:creationId xmlns:a16="http://schemas.microsoft.com/office/drawing/2014/main" id="{A52F9623-C7C7-1527-724C-6852E4173723}"/>
                </a:ext>
              </a:extLst>
            </p:cNvPr>
            <p:cNvSpPr txBox="1"/>
            <p:nvPr/>
          </p:nvSpPr>
          <p:spPr>
            <a:xfrm>
              <a:off x="0" y="-47625"/>
              <a:ext cx="3784309" cy="1853616"/>
            </a:xfrm>
            <a:prstGeom prst="rect">
              <a:avLst/>
            </a:prstGeom>
          </p:spPr>
          <p:txBody>
            <a:bodyPr lIns="50800" tIns="50800" rIns="50800" bIns="50800" rtlCol="0" anchor="ctr"/>
            <a:lstStyle/>
            <a:p>
              <a:pPr algn="ctr">
                <a:lnSpc>
                  <a:spcPts val="2659"/>
                </a:lnSpc>
              </a:pPr>
              <a:endParaRPr/>
            </a:p>
          </p:txBody>
        </p:sp>
      </p:grpSp>
      <p:sp>
        <p:nvSpPr>
          <p:cNvPr id="5" name="Freeform 5">
            <a:extLst>
              <a:ext uri="{FF2B5EF4-FFF2-40B4-BE49-F238E27FC236}">
                <a16:creationId xmlns:a16="http://schemas.microsoft.com/office/drawing/2014/main" id="{9A3B07D7-A227-74D3-600E-CDC214679548}"/>
              </a:ext>
            </a:extLst>
          </p:cNvPr>
          <p:cNvSpPr/>
          <p:nvPr/>
        </p:nvSpPr>
        <p:spPr>
          <a:xfrm>
            <a:off x="14792271" y="1846229"/>
            <a:ext cx="3360397" cy="6823141"/>
          </a:xfrm>
          <a:custGeom>
            <a:avLst/>
            <a:gdLst/>
            <a:ahLst/>
            <a:cxnLst/>
            <a:rect l="l" t="t" r="r" b="b"/>
            <a:pathLst>
              <a:path w="3360397" h="6823141">
                <a:moveTo>
                  <a:pt x="0" y="0"/>
                </a:moveTo>
                <a:lnTo>
                  <a:pt x="3360397" y="0"/>
                </a:lnTo>
                <a:lnTo>
                  <a:pt x="3360397" y="6823140"/>
                </a:lnTo>
                <a:lnTo>
                  <a:pt x="0" y="6823140"/>
                </a:lnTo>
                <a:lnTo>
                  <a:pt x="0" y="0"/>
                </a:lnTo>
                <a:close/>
              </a:path>
            </a:pathLst>
          </a:custGeom>
          <a:blipFill>
            <a:blip r:embed="rId2"/>
            <a:stretch>
              <a:fillRect/>
            </a:stretch>
          </a:blipFill>
        </p:spPr>
        <p:txBody>
          <a:bodyPr/>
          <a:lstStyle/>
          <a:p>
            <a:endParaRPr lang="en-VN"/>
          </a:p>
        </p:txBody>
      </p:sp>
      <p:sp>
        <p:nvSpPr>
          <p:cNvPr id="13" name="TextBox 12">
            <a:extLst>
              <a:ext uri="{FF2B5EF4-FFF2-40B4-BE49-F238E27FC236}">
                <a16:creationId xmlns:a16="http://schemas.microsoft.com/office/drawing/2014/main" id="{CDC06BE4-99DE-D842-AC12-F4689CB9DDF6}"/>
              </a:ext>
            </a:extLst>
          </p:cNvPr>
          <p:cNvSpPr txBox="1"/>
          <p:nvPr/>
        </p:nvSpPr>
        <p:spPr>
          <a:xfrm>
            <a:off x="1049016" y="1846229"/>
            <a:ext cx="13375413" cy="6878293"/>
          </a:xfrm>
          <a:prstGeom prst="rect">
            <a:avLst/>
          </a:prstGeom>
          <a:noFill/>
        </p:spPr>
        <p:txBody>
          <a:bodyPr wrap="square">
            <a:spAutoFit/>
          </a:bodyPr>
          <a:lstStyle/>
          <a:p>
            <a:pPr algn="just">
              <a:lnSpc>
                <a:spcPct val="150000"/>
              </a:lnSpc>
            </a:pPr>
            <a:r>
              <a:rPr lang="en-VN" sz="6000" b="1">
                <a:solidFill>
                  <a:schemeClr val="accent2"/>
                </a:solidFill>
                <a:latin typeface="American Typewriter" panose="02090604020004020304" pitchFamily="18" charset="77"/>
              </a:rPr>
              <a:t>🔹 </a:t>
            </a:r>
            <a:r>
              <a:rPr lang="en-US" sz="6000" b="1">
                <a:solidFill>
                  <a:schemeClr val="accent2"/>
                </a:solidFill>
                <a:latin typeface="American Typewriter" panose="02090604020004020304" pitchFamily="18" charset="77"/>
              </a:rPr>
              <a:t>NÓ (vật/con vật): It – it – its</a:t>
            </a:r>
          </a:p>
          <a:p>
            <a:pPr algn="just">
              <a:lnSpc>
                <a:spcPct val="150000"/>
              </a:lnSpc>
            </a:pPr>
            <a:r>
              <a:rPr lang="en-US" sz="6000" b="1">
                <a:latin typeface="American Typewriter" panose="02090604020004020304" pitchFamily="18" charset="77"/>
                <a:ea typeface="Calibri" panose="020F0502020204030204" pitchFamily="34" charset="0"/>
                <a:cs typeface="Times New Roman" panose="02020603050405020304" pitchFamily="18" charset="0"/>
              </a:rPr>
              <a:t>It</a:t>
            </a:r>
            <a:r>
              <a:rPr lang="en-US" sz="6000">
                <a:latin typeface="American Typewriter" panose="02090604020004020304" pitchFamily="18" charset="77"/>
                <a:ea typeface="Calibri" panose="020F0502020204030204" pitchFamily="34" charset="0"/>
                <a:cs typeface="Times New Roman" panose="02020603050405020304" pitchFamily="18" charset="0"/>
              </a:rPr>
              <a:t> is a useful app for language learners. Many students use </a:t>
            </a:r>
            <a:r>
              <a:rPr lang="en-US" sz="6000" b="1">
                <a:latin typeface="American Typewriter" panose="02090604020004020304" pitchFamily="18" charset="77"/>
                <a:ea typeface="Calibri" panose="020F0502020204030204" pitchFamily="34" charset="0"/>
                <a:cs typeface="Times New Roman" panose="02020603050405020304" pitchFamily="18" charset="0"/>
              </a:rPr>
              <a:t>it</a:t>
            </a:r>
            <a:r>
              <a:rPr lang="en-US" sz="6000">
                <a:latin typeface="American Typewriter" panose="02090604020004020304" pitchFamily="18" charset="77"/>
                <a:ea typeface="Calibri" panose="020F0502020204030204" pitchFamily="34" charset="0"/>
                <a:cs typeface="Times New Roman" panose="02020603050405020304" pitchFamily="18" charset="0"/>
              </a:rPr>
              <a:t> daily to improve their pronunciation and expand </a:t>
            </a:r>
            <a:r>
              <a:rPr lang="en-US" sz="6000" b="1">
                <a:latin typeface="American Typewriter" panose="02090604020004020304" pitchFamily="18" charset="77"/>
                <a:ea typeface="Calibri" panose="020F0502020204030204" pitchFamily="34" charset="0"/>
                <a:cs typeface="Times New Roman" panose="02020603050405020304" pitchFamily="18" charset="0"/>
              </a:rPr>
              <a:t>its</a:t>
            </a:r>
            <a:r>
              <a:rPr lang="en-US" sz="6000">
                <a:latin typeface="American Typewriter" panose="02090604020004020304" pitchFamily="18" charset="77"/>
                <a:ea typeface="Calibri" panose="020F0502020204030204" pitchFamily="34" charset="0"/>
                <a:cs typeface="Times New Roman" panose="02020603050405020304" pitchFamily="18" charset="0"/>
              </a:rPr>
              <a:t> functions.</a:t>
            </a:r>
            <a:r>
              <a:rPr lang="en-VN" sz="6000"/>
              <a:t> </a:t>
            </a:r>
            <a:endParaRPr lang="en-US" sz="6000">
              <a:latin typeface="American Typewriter" panose="02090604020004020304" pitchFamily="18" charset="77"/>
            </a:endParaRPr>
          </a:p>
        </p:txBody>
      </p:sp>
    </p:spTree>
    <p:extLst>
      <p:ext uri="{BB962C8B-B14F-4D97-AF65-F5344CB8AC3E}">
        <p14:creationId xmlns:p14="http://schemas.microsoft.com/office/powerpoint/2010/main" val="1797548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anim calcmode="lin" valueType="num">
                                      <p:cBhvr additive="base">
                                        <p:cTn id="13"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55CF81-9613-3E38-0571-A8F59C84490F}"/>
              </a:ext>
            </a:extLst>
          </p:cNvPr>
          <p:cNvSpPr txBox="1"/>
          <p:nvPr/>
        </p:nvSpPr>
        <p:spPr>
          <a:xfrm>
            <a:off x="457200" y="495300"/>
            <a:ext cx="17373600" cy="9383916"/>
          </a:xfrm>
          <a:prstGeom prst="rect">
            <a:avLst/>
          </a:prstGeom>
          <a:noFill/>
        </p:spPr>
        <p:txBody>
          <a:bodyPr wrap="square">
            <a:spAutoFit/>
          </a:bodyPr>
          <a:lstStyle/>
          <a:p>
            <a:pPr>
              <a:lnSpc>
                <a:spcPct val="150000"/>
              </a:lnSpc>
              <a:spcBef>
                <a:spcPts val="1800"/>
              </a:spcBef>
              <a:spcAft>
                <a:spcPts val="1200"/>
              </a:spcAft>
              <a:buNone/>
            </a:pPr>
            <a:r>
              <a:rPr lang="en-US" sz="2800" b="1"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Bài tập áp dụng 1: Điền “đại từ nhân xưng” thích hợp vào đoạn văn sau. </a:t>
            </a:r>
            <a:endParaRPr lang="en-VN" sz="2800"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endParaRPr>
          </a:p>
          <a:p>
            <a:pPr algn="just">
              <a:lnSpc>
                <a:spcPct val="150000"/>
              </a:lnSpc>
              <a:spcBef>
                <a:spcPts val="1200"/>
              </a:spcBef>
              <a:spcAft>
                <a:spcPts val="1200"/>
              </a:spcAft>
            </a:pPr>
            <a:r>
              <a:rPr lang="en-VN" sz="2800" kern="100">
                <a:effectLst/>
                <a:latin typeface="American Typewriter" panose="02090604020004020304" pitchFamily="18" charset="77"/>
                <a:ea typeface="Calibri" panose="020F0502020204030204" pitchFamily="34" charset="0"/>
                <a:cs typeface="Times New Roman" panose="02020603050405020304" pitchFamily="18" charset="0"/>
              </a:rPr>
              <a:t>(1 – </a:t>
            </a:r>
            <a:r>
              <a:rPr lang="en-VN" sz="2800" b="1" kern="100">
                <a:effectLst/>
                <a:latin typeface="American Typewriter" panose="02090604020004020304" pitchFamily="18" charset="77"/>
                <a:ea typeface="Calibri" panose="020F0502020204030204" pitchFamily="34" charset="0"/>
                <a:cs typeface="Times New Roman" panose="02020603050405020304" pitchFamily="18" charset="0"/>
              </a:rPr>
              <a:t>tôi</a:t>
            </a:r>
            <a:r>
              <a:rPr lang="en-VN" sz="2800" kern="100">
                <a:effectLst/>
                <a:latin typeface="American Typewriter" panose="02090604020004020304" pitchFamily="18" charset="77"/>
                <a:ea typeface="Calibri" panose="020F0502020204030204" pitchFamily="34" charset="0"/>
                <a:cs typeface="Times New Roman" panose="02020603050405020304" pitchFamily="18" charset="0"/>
              </a:rPr>
              <a:t>) ______ am working on a group presentation with my friends. (2 – </a:t>
            </a:r>
            <a:r>
              <a:rPr lang="en-VN" sz="2800" b="1" kern="100">
                <a:effectLst/>
                <a:latin typeface="American Typewriter" panose="02090604020004020304" pitchFamily="18" charset="77"/>
                <a:ea typeface="Calibri" panose="020F0502020204030204" pitchFamily="34" charset="0"/>
                <a:cs typeface="Times New Roman" panose="02020603050405020304" pitchFamily="18" charset="0"/>
              </a:rPr>
              <a:t>của chúng tôi</a:t>
            </a:r>
            <a:r>
              <a:rPr lang="en-VN" sz="2800" kern="100">
                <a:effectLst/>
                <a:latin typeface="American Typewriter" panose="02090604020004020304" pitchFamily="18" charset="77"/>
                <a:ea typeface="Calibri" panose="020F0502020204030204" pitchFamily="34" charset="0"/>
                <a:cs typeface="Times New Roman" panose="02020603050405020304" pitchFamily="18" charset="0"/>
              </a:rPr>
              <a:t>) ___________ group includes Khoa, Mai, and me. Last week, our teacher gave (3 – </a:t>
            </a:r>
            <a:r>
              <a:rPr lang="en-VN" sz="2800" b="1" kern="100">
                <a:effectLst/>
                <a:latin typeface="American Typewriter" panose="02090604020004020304" pitchFamily="18" charset="77"/>
                <a:ea typeface="Calibri" panose="020F0502020204030204" pitchFamily="34" charset="0"/>
                <a:cs typeface="Times New Roman" panose="02020603050405020304" pitchFamily="18" charset="0"/>
              </a:rPr>
              <a:t>chúng tôi</a:t>
            </a:r>
            <a:r>
              <a:rPr lang="en-VN" sz="2800" kern="100">
                <a:effectLst/>
                <a:latin typeface="American Typewriter" panose="02090604020004020304" pitchFamily="18" charset="77"/>
                <a:ea typeface="Calibri" panose="020F0502020204030204" pitchFamily="34" charset="0"/>
                <a:cs typeface="Times New Roman" panose="02020603050405020304" pitchFamily="18" charset="0"/>
              </a:rPr>
              <a:t>) ______ the topic “air pollution in big cities.” Khoa is very responsible. (4 – </a:t>
            </a:r>
            <a:r>
              <a:rPr lang="en-VN" sz="2800" b="1" kern="100">
                <a:effectLst/>
                <a:latin typeface="American Typewriter" panose="02090604020004020304" pitchFamily="18" charset="77"/>
                <a:ea typeface="Calibri" panose="020F0502020204030204" pitchFamily="34" charset="0"/>
                <a:cs typeface="Times New Roman" panose="02020603050405020304" pitchFamily="18" charset="0"/>
              </a:rPr>
              <a:t>anh ấy</a:t>
            </a:r>
            <a:r>
              <a:rPr lang="en-VN" sz="2800" kern="100">
                <a:effectLst/>
                <a:latin typeface="American Typewriter" panose="02090604020004020304" pitchFamily="18" charset="77"/>
                <a:ea typeface="Calibri" panose="020F0502020204030204" pitchFamily="34" charset="0"/>
                <a:cs typeface="Times New Roman" panose="02020603050405020304" pitchFamily="18" charset="0"/>
              </a:rPr>
              <a:t>) ______ found many useful statistics and shared them with us. We really appreciate (5 – </a:t>
            </a:r>
            <a:r>
              <a:rPr lang="en-VN" sz="2800" b="1" kern="100">
                <a:effectLst/>
                <a:latin typeface="American Typewriter" panose="02090604020004020304" pitchFamily="18" charset="77"/>
                <a:ea typeface="Calibri" panose="020F0502020204030204" pitchFamily="34" charset="0"/>
                <a:cs typeface="Times New Roman" panose="02020603050405020304" pitchFamily="18" charset="0"/>
              </a:rPr>
              <a:t>của anh ấy</a:t>
            </a:r>
            <a:r>
              <a:rPr lang="en-VN" sz="2800" kern="100">
                <a:effectLst/>
                <a:latin typeface="American Typewriter" panose="02090604020004020304" pitchFamily="18" charset="77"/>
                <a:ea typeface="Calibri" panose="020F0502020204030204" pitchFamily="34" charset="0"/>
                <a:cs typeface="Times New Roman" panose="02020603050405020304" pitchFamily="18" charset="0"/>
              </a:rPr>
              <a:t>) ______ hard work and dedication. Mai also did a great job. (6 – </a:t>
            </a:r>
            <a:r>
              <a:rPr lang="en-VN" sz="2800" b="1" kern="100">
                <a:effectLst/>
                <a:latin typeface="American Typewriter" panose="02090604020004020304" pitchFamily="18" charset="77"/>
                <a:ea typeface="Calibri" panose="020F0502020204030204" pitchFamily="34" charset="0"/>
                <a:cs typeface="Times New Roman" panose="02020603050405020304" pitchFamily="18" charset="0"/>
              </a:rPr>
              <a:t>cô ấy</a:t>
            </a:r>
            <a:r>
              <a:rPr lang="en-VN" sz="2800" kern="100">
                <a:effectLst/>
                <a:latin typeface="American Typewriter" panose="02090604020004020304" pitchFamily="18" charset="77"/>
                <a:ea typeface="Calibri" panose="020F0502020204030204" pitchFamily="34" charset="0"/>
                <a:cs typeface="Times New Roman" panose="02020603050405020304" pitchFamily="18" charset="0"/>
              </a:rPr>
              <a:t>) ______ designed a colorful poster for the presentation. Everyone liked (7  - </a:t>
            </a:r>
            <a:r>
              <a:rPr lang="en-VN" sz="2800" b="1" kern="100">
                <a:effectLst/>
                <a:latin typeface="American Typewriter" panose="02090604020004020304" pitchFamily="18" charset="77"/>
                <a:ea typeface="Calibri" panose="020F0502020204030204" pitchFamily="34" charset="0"/>
                <a:cs typeface="Times New Roman" panose="02020603050405020304" pitchFamily="18" charset="0"/>
              </a:rPr>
              <a:t>của cô ấy</a:t>
            </a:r>
            <a:r>
              <a:rPr lang="en-VN" sz="2800" kern="100">
                <a:effectLst/>
                <a:latin typeface="American Typewriter" panose="02090604020004020304" pitchFamily="18" charset="77"/>
                <a:ea typeface="Calibri" panose="020F0502020204030204" pitchFamily="34" charset="0"/>
                <a:cs typeface="Times New Roman" panose="02020603050405020304" pitchFamily="18" charset="0"/>
              </a:rPr>
              <a:t>) ______ idea because it was creative and eye-catching. (8 – </a:t>
            </a:r>
            <a:r>
              <a:rPr lang="en-VN" sz="2800" b="1" kern="100">
                <a:effectLst/>
                <a:latin typeface="American Typewriter" panose="02090604020004020304" pitchFamily="18" charset="77"/>
                <a:ea typeface="Calibri" panose="020F0502020204030204" pitchFamily="34" charset="0"/>
                <a:cs typeface="Times New Roman" panose="02020603050405020304" pitchFamily="18" charset="0"/>
              </a:rPr>
              <a:t>chúng tôi</a:t>
            </a:r>
            <a:r>
              <a:rPr lang="en-VN" sz="2800" kern="100">
                <a:effectLst/>
                <a:latin typeface="American Typewriter" panose="02090604020004020304" pitchFamily="18" charset="77"/>
                <a:ea typeface="Calibri" panose="020F0502020204030204" pitchFamily="34" charset="0"/>
                <a:cs typeface="Times New Roman" panose="02020603050405020304" pitchFamily="18" charset="0"/>
              </a:rPr>
              <a:t>) ______ practiced together every afternoon after class. Sometimes, our teacher stayed to give (9 – </a:t>
            </a:r>
            <a:r>
              <a:rPr lang="en-VN" sz="2800" b="1" kern="100">
                <a:effectLst/>
                <a:latin typeface="American Typewriter" panose="02090604020004020304" pitchFamily="18" charset="77"/>
                <a:ea typeface="Calibri" panose="020F0502020204030204" pitchFamily="34" charset="0"/>
                <a:cs typeface="Times New Roman" panose="02020603050405020304" pitchFamily="18" charset="0"/>
              </a:rPr>
              <a:t>chúng tôi</a:t>
            </a:r>
            <a:r>
              <a:rPr lang="en-VN" sz="2800" kern="100">
                <a:effectLst/>
                <a:latin typeface="American Typewriter" panose="02090604020004020304" pitchFamily="18" charset="77"/>
                <a:ea typeface="Calibri" panose="020F0502020204030204" pitchFamily="34" charset="0"/>
                <a:cs typeface="Times New Roman" panose="02020603050405020304" pitchFamily="18" charset="0"/>
              </a:rPr>
              <a:t>) ______ feedback. She said, “(10 – </a:t>
            </a:r>
            <a:r>
              <a:rPr lang="en-VN" sz="2800" b="1" kern="100">
                <a:effectLst/>
                <a:latin typeface="American Typewriter" panose="02090604020004020304" pitchFamily="18" charset="77"/>
                <a:ea typeface="Calibri" panose="020F0502020204030204" pitchFamily="34" charset="0"/>
                <a:cs typeface="Times New Roman" panose="02020603050405020304" pitchFamily="18" charset="0"/>
              </a:rPr>
              <a:t>các em</a:t>
            </a:r>
            <a:r>
              <a:rPr lang="en-VN" sz="2800" kern="100">
                <a:effectLst/>
                <a:latin typeface="American Typewriter" panose="02090604020004020304" pitchFamily="18" charset="77"/>
                <a:ea typeface="Calibri" panose="020F0502020204030204" pitchFamily="34" charset="0"/>
                <a:cs typeface="Times New Roman" panose="02020603050405020304" pitchFamily="18" charset="0"/>
              </a:rPr>
              <a:t>) ______ are making good progress, but don’t forget to check your sources.” I replied, “Yes, thank you for helping (11 – </a:t>
            </a:r>
            <a:r>
              <a:rPr lang="en-VN" sz="2800" b="1" kern="100">
                <a:effectLst/>
                <a:latin typeface="American Typewriter" panose="02090604020004020304" pitchFamily="18" charset="77"/>
                <a:ea typeface="Calibri" panose="020F0502020204030204" pitchFamily="34" charset="0"/>
                <a:cs typeface="Times New Roman" panose="02020603050405020304" pitchFamily="18" charset="0"/>
              </a:rPr>
              <a:t>chúng em</a:t>
            </a:r>
            <a:r>
              <a:rPr lang="en-VN" sz="2800" kern="100">
                <a:effectLst/>
                <a:latin typeface="American Typewriter" panose="02090604020004020304" pitchFamily="18" charset="77"/>
                <a:ea typeface="Calibri" panose="020F0502020204030204" pitchFamily="34" charset="0"/>
                <a:cs typeface="Times New Roman" panose="02020603050405020304" pitchFamily="18" charset="0"/>
              </a:rPr>
              <a:t>) ______ improve.” During the process, I also used a learning app. (12 – </a:t>
            </a:r>
            <a:r>
              <a:rPr lang="en-VN" sz="2800" b="1" kern="100">
                <a:effectLst/>
                <a:latin typeface="American Typewriter" panose="02090604020004020304" pitchFamily="18" charset="77"/>
                <a:ea typeface="Calibri" panose="020F0502020204030204" pitchFamily="34" charset="0"/>
                <a:cs typeface="Times New Roman" panose="02020603050405020304" pitchFamily="18" charset="0"/>
              </a:rPr>
              <a:t>nó</a:t>
            </a:r>
            <a:r>
              <a:rPr lang="en-VN" sz="2800" kern="100">
                <a:effectLst/>
                <a:latin typeface="American Typewriter" panose="02090604020004020304" pitchFamily="18" charset="77"/>
                <a:ea typeface="Calibri" panose="020F0502020204030204" pitchFamily="34" charset="0"/>
                <a:cs typeface="Times New Roman" panose="02020603050405020304" pitchFamily="18" charset="0"/>
              </a:rPr>
              <a:t>) ______ sends daily tips and reminds me to review. I like (13 – </a:t>
            </a:r>
            <a:r>
              <a:rPr lang="en-VN" sz="2800" b="1" kern="100">
                <a:effectLst/>
                <a:latin typeface="American Typewriter" panose="02090604020004020304" pitchFamily="18" charset="77"/>
                <a:ea typeface="Calibri" panose="020F0502020204030204" pitchFamily="34" charset="0"/>
                <a:cs typeface="Times New Roman" panose="02020603050405020304" pitchFamily="18" charset="0"/>
              </a:rPr>
              <a:t>của nó</a:t>
            </a:r>
            <a:r>
              <a:rPr lang="en-VN" sz="2800" kern="100">
                <a:effectLst/>
                <a:latin typeface="American Typewriter" panose="02090604020004020304" pitchFamily="18" charset="77"/>
                <a:ea typeface="Calibri" panose="020F0502020204030204" pitchFamily="34" charset="0"/>
                <a:cs typeface="Times New Roman" panose="02020603050405020304" pitchFamily="18" charset="0"/>
              </a:rPr>
              <a:t>) ______ design because it’s simple and user-friendly. Tomorrow is our presentation day. (14 – </a:t>
            </a:r>
            <a:r>
              <a:rPr lang="en-VN" sz="2800" b="1" kern="100">
                <a:effectLst/>
                <a:latin typeface="American Typewriter" panose="02090604020004020304" pitchFamily="18" charset="77"/>
                <a:ea typeface="Calibri" panose="020F0502020204030204" pitchFamily="34" charset="0"/>
                <a:cs typeface="Times New Roman" panose="02020603050405020304" pitchFamily="18" charset="0"/>
              </a:rPr>
              <a:t>chúng tôi</a:t>
            </a:r>
            <a:r>
              <a:rPr lang="en-VN" sz="2800" kern="100">
                <a:effectLst/>
                <a:latin typeface="American Typewriter" panose="02090604020004020304" pitchFamily="18" charset="77"/>
                <a:ea typeface="Calibri" panose="020F0502020204030204" pitchFamily="34" charset="0"/>
                <a:cs typeface="Times New Roman" panose="02020603050405020304" pitchFamily="18" charset="0"/>
              </a:rPr>
              <a:t>) ______ hope everything will go well. Khoa is a bit nervous, but I told (15 – </a:t>
            </a:r>
            <a:r>
              <a:rPr lang="en-VN" sz="2800" b="1" kern="100">
                <a:effectLst/>
                <a:latin typeface="American Typewriter" panose="02090604020004020304" pitchFamily="18" charset="77"/>
                <a:ea typeface="Calibri" panose="020F0502020204030204" pitchFamily="34" charset="0"/>
                <a:cs typeface="Times New Roman" panose="02020603050405020304" pitchFamily="18" charset="0"/>
              </a:rPr>
              <a:t>anh ấy</a:t>
            </a:r>
            <a:r>
              <a:rPr lang="en-VN" sz="2800" kern="100">
                <a:effectLst/>
                <a:latin typeface="American Typewriter" panose="02090604020004020304" pitchFamily="18" charset="77"/>
                <a:ea typeface="Calibri" panose="020F0502020204030204" pitchFamily="34" charset="0"/>
                <a:cs typeface="Times New Roman" panose="02020603050405020304" pitchFamily="18" charset="0"/>
              </a:rPr>
              <a:t>) ______ to just do his best. Our teacher believes in (16 – </a:t>
            </a:r>
            <a:r>
              <a:rPr lang="en-VN" sz="2800" b="1" kern="100">
                <a:effectLst/>
                <a:latin typeface="American Typewriter" panose="02090604020004020304" pitchFamily="18" charset="77"/>
                <a:ea typeface="Calibri" panose="020F0502020204030204" pitchFamily="34" charset="0"/>
                <a:cs typeface="Times New Roman" panose="02020603050405020304" pitchFamily="18" charset="0"/>
              </a:rPr>
              <a:t>chúng tôi</a:t>
            </a:r>
            <a:r>
              <a:rPr lang="en-VN" sz="2800" kern="100">
                <a:effectLst/>
                <a:latin typeface="American Typewriter" panose="02090604020004020304" pitchFamily="18" charset="77"/>
                <a:ea typeface="Calibri" panose="020F0502020204030204" pitchFamily="34" charset="0"/>
                <a:cs typeface="Times New Roman" panose="02020603050405020304" pitchFamily="18" charset="0"/>
              </a:rPr>
              <a:t>) ______, and that gives us confidence.</a:t>
            </a:r>
          </a:p>
        </p:txBody>
      </p:sp>
    </p:spTree>
    <p:extLst>
      <p:ext uri="{BB962C8B-B14F-4D97-AF65-F5344CB8AC3E}">
        <p14:creationId xmlns:p14="http://schemas.microsoft.com/office/powerpoint/2010/main" val="3385791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FD974-8497-9AF3-AABB-B0484792BBC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6AE0156-641A-F6CF-CFC4-D9806CEBBB73}"/>
              </a:ext>
            </a:extLst>
          </p:cNvPr>
          <p:cNvSpPr txBox="1"/>
          <p:nvPr/>
        </p:nvSpPr>
        <p:spPr>
          <a:xfrm>
            <a:off x="457200" y="553878"/>
            <a:ext cx="17373600" cy="9179244"/>
          </a:xfrm>
          <a:prstGeom prst="rect">
            <a:avLst/>
          </a:prstGeom>
          <a:noFill/>
        </p:spPr>
        <p:txBody>
          <a:bodyPr wrap="square">
            <a:spAutoFit/>
          </a:bodyPr>
          <a:lstStyle/>
          <a:p>
            <a:pPr>
              <a:lnSpc>
                <a:spcPct val="150000"/>
              </a:lnSpc>
              <a:spcBef>
                <a:spcPts val="1800"/>
              </a:spcBef>
              <a:spcAft>
                <a:spcPts val="1200"/>
              </a:spcAft>
              <a:buNone/>
            </a:pPr>
            <a:r>
              <a:rPr lang="en-US" sz="3000" b="1"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Bài tập áp dụng 1: Điền “đại từ nhân xưng” thích hợp vào đoạn văn sau. </a:t>
            </a:r>
            <a:endParaRPr lang="en-VN" sz="3000"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endParaRPr>
          </a:p>
          <a:p>
            <a:pPr algn="just">
              <a:lnSpc>
                <a:spcPct val="150000"/>
              </a:lnSpc>
            </a:pPr>
            <a:r>
              <a:rPr lang="vi-VN" sz="3000" b="1">
                <a:latin typeface="American Typewriter" panose="02090604020004020304" pitchFamily="18" charset="77"/>
              </a:rPr>
              <a:t>(1) I</a:t>
            </a:r>
            <a:r>
              <a:rPr lang="vi-VN" sz="3000">
                <a:latin typeface="American Typewriter" panose="02090604020004020304" pitchFamily="18" charset="77"/>
              </a:rPr>
              <a:t> am working on a group presentation with my friends. </a:t>
            </a:r>
            <a:r>
              <a:rPr lang="vi-VN" sz="3000" b="1">
                <a:latin typeface="American Typewriter" panose="02090604020004020304" pitchFamily="18" charset="77"/>
              </a:rPr>
              <a:t>(2) Our</a:t>
            </a:r>
            <a:r>
              <a:rPr lang="vi-VN" sz="3000">
                <a:latin typeface="American Typewriter" panose="02090604020004020304" pitchFamily="18" charset="77"/>
              </a:rPr>
              <a:t> group includes Khoa, Mai, and me. Last week, our teacher gave </a:t>
            </a:r>
            <a:r>
              <a:rPr lang="vi-VN" sz="3000" b="1">
                <a:latin typeface="American Typewriter" panose="02090604020004020304" pitchFamily="18" charset="77"/>
              </a:rPr>
              <a:t>(3) us</a:t>
            </a:r>
            <a:r>
              <a:rPr lang="vi-VN" sz="3000">
                <a:latin typeface="American Typewriter" panose="02090604020004020304" pitchFamily="18" charset="77"/>
              </a:rPr>
              <a:t> the topic “air pollution in big cities.” Khoa is very responsible. </a:t>
            </a:r>
            <a:r>
              <a:rPr lang="vi-VN" sz="3000" b="1">
                <a:latin typeface="American Typewriter" panose="02090604020004020304" pitchFamily="18" charset="77"/>
              </a:rPr>
              <a:t>(4) He</a:t>
            </a:r>
            <a:r>
              <a:rPr lang="vi-VN" sz="3000">
                <a:latin typeface="American Typewriter" panose="02090604020004020304" pitchFamily="18" charset="77"/>
              </a:rPr>
              <a:t> found many useful statistics and shared them with us. We really appreciate </a:t>
            </a:r>
            <a:r>
              <a:rPr lang="vi-VN" sz="3000" b="1">
                <a:latin typeface="American Typewriter" panose="02090604020004020304" pitchFamily="18" charset="77"/>
              </a:rPr>
              <a:t>(5) his</a:t>
            </a:r>
            <a:r>
              <a:rPr lang="vi-VN" sz="3000">
                <a:latin typeface="American Typewriter" panose="02090604020004020304" pitchFamily="18" charset="77"/>
              </a:rPr>
              <a:t> hard work and dedication. Mai also did a great job. </a:t>
            </a:r>
            <a:r>
              <a:rPr lang="vi-VN" sz="3000" b="1">
                <a:latin typeface="American Typewriter" panose="02090604020004020304" pitchFamily="18" charset="77"/>
              </a:rPr>
              <a:t>(6) She</a:t>
            </a:r>
            <a:r>
              <a:rPr lang="vi-VN" sz="3000">
                <a:latin typeface="American Typewriter" panose="02090604020004020304" pitchFamily="18" charset="77"/>
              </a:rPr>
              <a:t> designed a colorful poster for the presentation. Everyone liked </a:t>
            </a:r>
            <a:r>
              <a:rPr lang="vi-VN" sz="3000" b="1">
                <a:latin typeface="American Typewriter" panose="02090604020004020304" pitchFamily="18" charset="77"/>
              </a:rPr>
              <a:t>(7) her</a:t>
            </a:r>
            <a:r>
              <a:rPr lang="vi-VN" sz="3000">
                <a:latin typeface="American Typewriter" panose="02090604020004020304" pitchFamily="18" charset="77"/>
              </a:rPr>
              <a:t> idea because it was creative and eye-catching. </a:t>
            </a:r>
            <a:r>
              <a:rPr lang="vi-VN" sz="3000" b="1">
                <a:latin typeface="American Typewriter" panose="02090604020004020304" pitchFamily="18" charset="77"/>
              </a:rPr>
              <a:t>(8) We</a:t>
            </a:r>
            <a:r>
              <a:rPr lang="vi-VN" sz="3000">
                <a:latin typeface="American Typewriter" panose="02090604020004020304" pitchFamily="18" charset="77"/>
              </a:rPr>
              <a:t> practiced together every afternoon after class. Sometimes, our teacher stayed to give </a:t>
            </a:r>
            <a:r>
              <a:rPr lang="vi-VN" sz="3000" b="1">
                <a:latin typeface="American Typewriter" panose="02090604020004020304" pitchFamily="18" charset="77"/>
              </a:rPr>
              <a:t>(9) us</a:t>
            </a:r>
            <a:r>
              <a:rPr lang="vi-VN" sz="3000">
                <a:latin typeface="American Typewriter" panose="02090604020004020304" pitchFamily="18" charset="77"/>
              </a:rPr>
              <a:t> feedback. She said, “</a:t>
            </a:r>
            <a:r>
              <a:rPr lang="vi-VN" sz="3000" b="1">
                <a:latin typeface="American Typewriter" panose="02090604020004020304" pitchFamily="18" charset="77"/>
              </a:rPr>
              <a:t>(10) You</a:t>
            </a:r>
            <a:r>
              <a:rPr lang="vi-VN" sz="3000">
                <a:latin typeface="American Typewriter" panose="02090604020004020304" pitchFamily="18" charset="77"/>
              </a:rPr>
              <a:t> are making good progress, but don’t forget to check your sources.” I replied, “Yes, thank you for helping </a:t>
            </a:r>
            <a:r>
              <a:rPr lang="vi-VN" sz="3000" b="1">
                <a:latin typeface="American Typewriter" panose="02090604020004020304" pitchFamily="18" charset="77"/>
              </a:rPr>
              <a:t>(11) us</a:t>
            </a:r>
            <a:r>
              <a:rPr lang="vi-VN" sz="3000">
                <a:latin typeface="American Typewriter" panose="02090604020004020304" pitchFamily="18" charset="77"/>
              </a:rPr>
              <a:t> improve.” During the process, I also used a learning app. </a:t>
            </a:r>
            <a:r>
              <a:rPr lang="vi-VN" sz="3000" b="1">
                <a:latin typeface="American Typewriter" panose="02090604020004020304" pitchFamily="18" charset="77"/>
              </a:rPr>
              <a:t>(12) It</a:t>
            </a:r>
            <a:r>
              <a:rPr lang="vi-VN" sz="3000">
                <a:latin typeface="American Typewriter" panose="02090604020004020304" pitchFamily="18" charset="77"/>
              </a:rPr>
              <a:t> sends daily tips and reminds me to review. I like </a:t>
            </a:r>
            <a:r>
              <a:rPr lang="vi-VN" sz="3000" b="1">
                <a:latin typeface="American Typewriter" panose="02090604020004020304" pitchFamily="18" charset="77"/>
              </a:rPr>
              <a:t>(13) its</a:t>
            </a:r>
            <a:r>
              <a:rPr lang="vi-VN" sz="3000">
                <a:latin typeface="American Typewriter" panose="02090604020004020304" pitchFamily="18" charset="77"/>
              </a:rPr>
              <a:t> design because it’s simple and user-friendly. Tomorrow is our presentation day. </a:t>
            </a:r>
            <a:r>
              <a:rPr lang="vi-VN" sz="3000" b="1">
                <a:latin typeface="American Typewriter" panose="02090604020004020304" pitchFamily="18" charset="77"/>
              </a:rPr>
              <a:t>(14) We</a:t>
            </a:r>
            <a:r>
              <a:rPr lang="vi-VN" sz="3000">
                <a:latin typeface="American Typewriter" panose="02090604020004020304" pitchFamily="18" charset="77"/>
              </a:rPr>
              <a:t> hope everything will go well. Khoa is a bit nervous, but I told </a:t>
            </a:r>
            <a:r>
              <a:rPr lang="vi-VN" sz="3000" b="1">
                <a:latin typeface="American Typewriter" panose="02090604020004020304" pitchFamily="18" charset="77"/>
              </a:rPr>
              <a:t>(15) him</a:t>
            </a:r>
            <a:r>
              <a:rPr lang="vi-VN" sz="3000">
                <a:latin typeface="American Typewriter" panose="02090604020004020304" pitchFamily="18" charset="77"/>
              </a:rPr>
              <a:t> to just do his best. Our teacher believes in </a:t>
            </a:r>
            <a:r>
              <a:rPr lang="vi-VN" sz="3000" b="1">
                <a:latin typeface="American Typewriter" panose="02090604020004020304" pitchFamily="18" charset="77"/>
              </a:rPr>
              <a:t>(16) us</a:t>
            </a:r>
            <a:r>
              <a:rPr lang="vi-VN" sz="3000">
                <a:latin typeface="American Typewriter" panose="02090604020004020304" pitchFamily="18" charset="77"/>
              </a:rPr>
              <a:t>, and that gives us confidence.</a:t>
            </a:r>
          </a:p>
        </p:txBody>
      </p:sp>
    </p:spTree>
    <p:extLst>
      <p:ext uri="{BB962C8B-B14F-4D97-AF65-F5344CB8AC3E}">
        <p14:creationId xmlns:p14="http://schemas.microsoft.com/office/powerpoint/2010/main" val="23962022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C2E05-48C2-A27C-5C3A-6A2361D6878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F5C205A-7E65-EE97-C472-84E03885DD8B}"/>
              </a:ext>
            </a:extLst>
          </p:cNvPr>
          <p:cNvSpPr txBox="1"/>
          <p:nvPr/>
        </p:nvSpPr>
        <p:spPr>
          <a:xfrm>
            <a:off x="342900" y="190500"/>
            <a:ext cx="17602200" cy="1759071"/>
          </a:xfrm>
          <a:prstGeom prst="rect">
            <a:avLst/>
          </a:prstGeom>
          <a:noFill/>
        </p:spPr>
        <p:txBody>
          <a:bodyPr wrap="square">
            <a:spAutoFit/>
          </a:bodyPr>
          <a:lstStyle/>
          <a:p>
            <a:pPr algn="just">
              <a:lnSpc>
                <a:spcPct val="150000"/>
              </a:lnSpc>
              <a:spcBef>
                <a:spcPts val="600"/>
              </a:spcBef>
              <a:spcAft>
                <a:spcPts val="600"/>
              </a:spcAft>
            </a:pPr>
            <a:r>
              <a:rPr lang="en-US" sz="3800" b="1" kern="100" dirty="0" err="1">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Bài</a:t>
            </a:r>
            <a:r>
              <a:rPr lang="en-US" sz="3800" b="1" kern="100" dirty="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 </a:t>
            </a:r>
            <a:r>
              <a:rPr lang="en-US" sz="3800" b="1" kern="100" dirty="0" err="1">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tập</a:t>
            </a:r>
            <a:r>
              <a:rPr lang="en-US" sz="3800" b="1" kern="100" dirty="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 </a:t>
            </a:r>
            <a:r>
              <a:rPr lang="en-US" sz="3800" b="1" kern="100" dirty="0" err="1">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áp</a:t>
            </a:r>
            <a:r>
              <a:rPr lang="en-US" sz="3800" b="1" kern="100" dirty="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 </a:t>
            </a:r>
            <a:r>
              <a:rPr lang="en-US" sz="3800" b="1" kern="100" dirty="0" err="1">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dụng</a:t>
            </a:r>
            <a:r>
              <a:rPr lang="en-US" sz="3800" b="1" kern="100" dirty="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 2: </a:t>
            </a:r>
            <a:r>
              <a:rPr lang="en-US" sz="3800" b="1" kern="100" dirty="0" err="1">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Diễn</a:t>
            </a:r>
            <a:r>
              <a:rPr lang="en-US" sz="3800" b="1" kern="100" dirty="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 </a:t>
            </a:r>
            <a:r>
              <a:rPr lang="en-US" sz="3800" b="1" kern="100" dirty="0" err="1">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đạt</a:t>
            </a:r>
            <a:r>
              <a:rPr lang="en-US" sz="3800" b="1" kern="100" dirty="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 </a:t>
            </a:r>
            <a:r>
              <a:rPr lang="en-US" sz="3800" b="1" kern="100" dirty="0" err="1">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các</a:t>
            </a:r>
            <a:r>
              <a:rPr lang="en-US" sz="3800" b="1" kern="100" dirty="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 </a:t>
            </a:r>
            <a:r>
              <a:rPr lang="en-US" sz="3800" b="1" kern="100" dirty="0" err="1">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cụm</a:t>
            </a:r>
            <a:r>
              <a:rPr lang="en-US" sz="3800" b="1" kern="100" dirty="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 </a:t>
            </a:r>
            <a:r>
              <a:rPr lang="en-US" sz="3800" b="1" kern="100" dirty="0" err="1">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từ</a:t>
            </a:r>
            <a:r>
              <a:rPr lang="en-US" sz="3800" b="1" kern="100" dirty="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 </a:t>
            </a:r>
            <a:r>
              <a:rPr lang="en-US" sz="3800" b="1" kern="100" dirty="0" err="1">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sau</a:t>
            </a:r>
            <a:r>
              <a:rPr lang="en-US" sz="3800" b="1" kern="100" dirty="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 </a:t>
            </a:r>
            <a:r>
              <a:rPr lang="en-US" sz="3800" b="1" kern="100" dirty="0" err="1">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đây</a:t>
            </a:r>
            <a:r>
              <a:rPr lang="en-US" sz="3800" b="1" kern="100" dirty="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 </a:t>
            </a:r>
            <a:r>
              <a:rPr lang="en-US" sz="3800" b="1" kern="100" dirty="0" err="1">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thành</a:t>
            </a:r>
            <a:r>
              <a:rPr lang="en-US" sz="3800" b="1" kern="100" dirty="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 </a:t>
            </a:r>
            <a:r>
              <a:rPr lang="en-US" sz="3800" b="1" kern="100" dirty="0" err="1">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các</a:t>
            </a:r>
            <a:r>
              <a:rPr lang="en-US" sz="3800" b="1" kern="100" dirty="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 “</a:t>
            </a:r>
            <a:r>
              <a:rPr lang="en-US" sz="3800" b="1" kern="100" dirty="0" err="1">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cụm</a:t>
            </a:r>
            <a:r>
              <a:rPr lang="en-US" sz="3800" b="1" kern="100" dirty="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 </a:t>
            </a:r>
            <a:r>
              <a:rPr lang="en-US" sz="3800" b="1" kern="100" dirty="0" err="1">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danh</a:t>
            </a:r>
            <a:r>
              <a:rPr lang="en-US" sz="3800" b="1" kern="100" dirty="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 </a:t>
            </a:r>
            <a:r>
              <a:rPr lang="en-US" sz="3800" b="1" kern="100" dirty="0" err="1">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từ</a:t>
            </a:r>
            <a:r>
              <a:rPr lang="en-US" sz="3800" b="1" kern="100" dirty="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 </a:t>
            </a:r>
            <a:r>
              <a:rPr lang="en-US" sz="3800" b="1" kern="100" dirty="0" err="1">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tiếng</a:t>
            </a:r>
            <a:r>
              <a:rPr lang="en-US" sz="3800" b="1" kern="100" dirty="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 Anh”.</a:t>
            </a:r>
            <a:endParaRPr lang="en-VN" sz="3800" kern="100" dirty="0">
              <a:solidFill>
                <a:schemeClr val="accent2"/>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C8B86465-20F2-F6E8-4409-52B871A36B9E}"/>
              </a:ext>
            </a:extLst>
          </p:cNvPr>
          <p:cNvSpPr txBox="1"/>
          <p:nvPr/>
        </p:nvSpPr>
        <p:spPr>
          <a:xfrm>
            <a:off x="342900" y="1949571"/>
            <a:ext cx="9410700" cy="8083751"/>
          </a:xfrm>
          <a:prstGeom prst="rect">
            <a:avLst/>
          </a:prstGeom>
          <a:noFill/>
        </p:spPr>
        <p:txBody>
          <a:bodyPr wrap="square">
            <a:spAutoFit/>
          </a:bodyPr>
          <a:lstStyle/>
          <a:p>
            <a:pPr marL="514350" indent="-514350">
              <a:lnSpc>
                <a:spcPct val="150000"/>
              </a:lnSpc>
              <a:buAutoNum type="arabicPeriod"/>
            </a:pPr>
            <a:r>
              <a:rPr lang="vi-VN" sz="3500" b="1" dirty="0">
                <a:latin typeface="American Typewriter" panose="02090604020004020304" pitchFamily="18" charset="77"/>
              </a:rPr>
              <a:t>môi trường học tập tích cực</a:t>
            </a:r>
            <a:endParaRPr lang="vi-VN" sz="3500" dirty="0">
              <a:latin typeface="American Typewriter" panose="02090604020004020304" pitchFamily="18" charset="77"/>
            </a:endParaRPr>
          </a:p>
          <a:p>
            <a:pPr>
              <a:lnSpc>
                <a:spcPct val="150000"/>
              </a:lnSpc>
            </a:pPr>
            <a:r>
              <a:rPr lang="vi-VN" sz="3500" dirty="0">
                <a:solidFill>
                  <a:srgbClr val="00B0F0"/>
                </a:solidFill>
                <a:latin typeface="American Typewriter" panose="02090604020004020304" pitchFamily="18" charset="77"/>
              </a:rPr>
              <a:t>→ </a:t>
            </a:r>
            <a:r>
              <a:rPr lang="vi-VN" sz="3500" i="1" dirty="0">
                <a:solidFill>
                  <a:srgbClr val="00B0F0"/>
                </a:solidFill>
                <a:latin typeface="American Typewriter" panose="02090604020004020304" pitchFamily="18" charset="77"/>
              </a:rPr>
              <a:t>a positive learning environment</a:t>
            </a:r>
            <a:endParaRPr lang="vi-VN" sz="3500" dirty="0">
              <a:solidFill>
                <a:srgbClr val="00B0F0"/>
              </a:solidFill>
              <a:latin typeface="American Typewriter" panose="02090604020004020304" pitchFamily="18" charset="77"/>
            </a:endParaRPr>
          </a:p>
          <a:p>
            <a:pPr>
              <a:lnSpc>
                <a:spcPct val="150000"/>
              </a:lnSpc>
              <a:buNone/>
            </a:pPr>
            <a:r>
              <a:rPr lang="vi-VN" sz="3500" b="1" dirty="0">
                <a:latin typeface="American Typewriter" panose="02090604020004020304" pitchFamily="18" charset="77"/>
              </a:rPr>
              <a:t>2. những lợi ích của việc học trực tuyến</a:t>
            </a:r>
            <a:endParaRPr lang="vi-VN" sz="3500" dirty="0">
              <a:latin typeface="American Typewriter" panose="02090604020004020304" pitchFamily="18" charset="77"/>
            </a:endParaRPr>
          </a:p>
          <a:p>
            <a:pPr>
              <a:lnSpc>
                <a:spcPct val="150000"/>
              </a:lnSpc>
            </a:pPr>
            <a:r>
              <a:rPr lang="vi-VN" sz="3500" dirty="0">
                <a:solidFill>
                  <a:srgbClr val="00B0F0"/>
                </a:solidFill>
                <a:latin typeface="American Typewriter" panose="02090604020004020304" pitchFamily="18" charset="77"/>
              </a:rPr>
              <a:t>→ </a:t>
            </a:r>
            <a:r>
              <a:rPr lang="vi-VN" sz="3500" i="1" dirty="0">
                <a:solidFill>
                  <a:srgbClr val="00B0F0"/>
                </a:solidFill>
                <a:latin typeface="American Typewriter" panose="02090604020004020304" pitchFamily="18" charset="77"/>
              </a:rPr>
              <a:t>benefits of online learning</a:t>
            </a:r>
            <a:endParaRPr lang="vi-VN" sz="3500" dirty="0">
              <a:solidFill>
                <a:srgbClr val="00B0F0"/>
              </a:solidFill>
              <a:latin typeface="American Typewriter" panose="02090604020004020304" pitchFamily="18" charset="77"/>
            </a:endParaRPr>
          </a:p>
          <a:p>
            <a:pPr>
              <a:lnSpc>
                <a:spcPct val="150000"/>
              </a:lnSpc>
              <a:buNone/>
            </a:pPr>
            <a:r>
              <a:rPr lang="vi-VN" sz="3500" b="1" dirty="0">
                <a:latin typeface="American Typewriter" panose="02090604020004020304" pitchFamily="18" charset="77"/>
              </a:rPr>
              <a:t>3. các kỹ năng mềm quan trọng</a:t>
            </a:r>
            <a:endParaRPr lang="vi-VN" sz="3500" dirty="0">
              <a:latin typeface="American Typewriter" panose="02090604020004020304" pitchFamily="18" charset="77"/>
            </a:endParaRPr>
          </a:p>
          <a:p>
            <a:pPr>
              <a:lnSpc>
                <a:spcPct val="150000"/>
              </a:lnSpc>
              <a:buNone/>
            </a:pPr>
            <a:r>
              <a:rPr lang="vi-VN" sz="3500" dirty="0">
                <a:solidFill>
                  <a:srgbClr val="00B0F0"/>
                </a:solidFill>
                <a:latin typeface="American Typewriter" panose="02090604020004020304" pitchFamily="18" charset="77"/>
              </a:rPr>
              <a:t>→ </a:t>
            </a:r>
            <a:r>
              <a:rPr lang="vi-VN" sz="3500" i="1" dirty="0">
                <a:solidFill>
                  <a:srgbClr val="00B0F0"/>
                </a:solidFill>
                <a:latin typeface="American Typewriter" panose="02090604020004020304" pitchFamily="18" charset="77"/>
              </a:rPr>
              <a:t>important soft skills</a:t>
            </a:r>
            <a:endParaRPr lang="vi-VN" sz="3500" dirty="0">
              <a:solidFill>
                <a:srgbClr val="00B0F0"/>
              </a:solidFill>
              <a:latin typeface="American Typewriter" panose="02090604020004020304" pitchFamily="18" charset="77"/>
            </a:endParaRPr>
          </a:p>
          <a:p>
            <a:pPr algn="just">
              <a:lnSpc>
                <a:spcPct val="150000"/>
              </a:lnSpc>
              <a:buNone/>
            </a:pPr>
            <a:r>
              <a:rPr lang="vi-VN" sz="3500" b="1" dirty="0">
                <a:latin typeface="American Typewriter" panose="02090604020004020304" pitchFamily="18" charset="77"/>
              </a:rPr>
              <a:t>4. những nguyên nhân của ô </a:t>
            </a:r>
            <a:r>
              <a:rPr lang="vi-VN" sz="3500" b="1">
                <a:latin typeface="American Typewriter" panose="02090604020004020304" pitchFamily="18" charset="77"/>
              </a:rPr>
              <a:t>nhiễm KK</a:t>
            </a:r>
            <a:endParaRPr lang="vi-VN" sz="3500" dirty="0">
              <a:latin typeface="American Typewriter" panose="02090604020004020304" pitchFamily="18" charset="77"/>
            </a:endParaRPr>
          </a:p>
          <a:p>
            <a:pPr>
              <a:lnSpc>
                <a:spcPct val="150000"/>
              </a:lnSpc>
              <a:buNone/>
            </a:pPr>
            <a:r>
              <a:rPr lang="vi-VN" sz="3500" dirty="0">
                <a:solidFill>
                  <a:srgbClr val="00B0F0"/>
                </a:solidFill>
                <a:latin typeface="American Typewriter" panose="02090604020004020304" pitchFamily="18" charset="77"/>
              </a:rPr>
              <a:t>→ </a:t>
            </a:r>
            <a:r>
              <a:rPr lang="vi-VN" sz="3500" i="1" dirty="0">
                <a:solidFill>
                  <a:srgbClr val="00B0F0"/>
                </a:solidFill>
                <a:latin typeface="American Typewriter" panose="02090604020004020304" pitchFamily="18" charset="77"/>
              </a:rPr>
              <a:t>causes of air pollution</a:t>
            </a:r>
            <a:endParaRPr lang="vi-VN" sz="3500" dirty="0">
              <a:solidFill>
                <a:srgbClr val="00B0F0"/>
              </a:solidFill>
              <a:latin typeface="American Typewriter" panose="02090604020004020304" pitchFamily="18" charset="77"/>
            </a:endParaRPr>
          </a:p>
          <a:p>
            <a:pPr>
              <a:lnSpc>
                <a:spcPct val="150000"/>
              </a:lnSpc>
            </a:pPr>
            <a:r>
              <a:rPr lang="vi-VN" sz="3500" b="1" dirty="0">
                <a:latin typeface="American Typewriter" panose="02090604020004020304" pitchFamily="18" charset="77"/>
              </a:rPr>
              <a:t>5. một bài kiểm tra cuối kỳ</a:t>
            </a:r>
            <a:endParaRPr lang="vi-VN" sz="3500" dirty="0">
              <a:latin typeface="American Typewriter" panose="02090604020004020304" pitchFamily="18" charset="77"/>
            </a:endParaRPr>
          </a:p>
          <a:p>
            <a:pPr>
              <a:lnSpc>
                <a:spcPct val="150000"/>
              </a:lnSpc>
            </a:pPr>
            <a:r>
              <a:rPr lang="vi-VN" sz="3500" dirty="0">
                <a:solidFill>
                  <a:srgbClr val="00B0F0"/>
                </a:solidFill>
                <a:latin typeface="American Typewriter" panose="02090604020004020304" pitchFamily="18" charset="77"/>
              </a:rPr>
              <a:t>→ </a:t>
            </a:r>
            <a:r>
              <a:rPr lang="vi-VN" sz="3500" i="1" dirty="0">
                <a:solidFill>
                  <a:srgbClr val="00B0F0"/>
                </a:solidFill>
                <a:latin typeface="American Typewriter" panose="02090604020004020304" pitchFamily="18" charset="77"/>
              </a:rPr>
              <a:t>a final exam</a:t>
            </a:r>
            <a:endParaRPr lang="vi-VN" sz="3500" dirty="0">
              <a:solidFill>
                <a:srgbClr val="00B0F0"/>
              </a:solidFill>
              <a:latin typeface="American Typewriter" panose="02090604020004020304" pitchFamily="18" charset="77"/>
            </a:endParaRPr>
          </a:p>
        </p:txBody>
      </p:sp>
      <p:sp>
        <p:nvSpPr>
          <p:cNvPr id="9" name="TextBox 8">
            <a:extLst>
              <a:ext uri="{FF2B5EF4-FFF2-40B4-BE49-F238E27FC236}">
                <a16:creationId xmlns:a16="http://schemas.microsoft.com/office/drawing/2014/main" id="{608F985C-D499-F7B8-334F-3F0A14B46414}"/>
              </a:ext>
            </a:extLst>
          </p:cNvPr>
          <p:cNvSpPr txBox="1"/>
          <p:nvPr/>
        </p:nvSpPr>
        <p:spPr>
          <a:xfrm>
            <a:off x="9582150" y="1949571"/>
            <a:ext cx="8534400" cy="8312084"/>
          </a:xfrm>
          <a:prstGeom prst="rect">
            <a:avLst/>
          </a:prstGeom>
          <a:noFill/>
        </p:spPr>
        <p:txBody>
          <a:bodyPr wrap="square">
            <a:spAutoFit/>
          </a:bodyPr>
          <a:lstStyle/>
          <a:p>
            <a:pPr>
              <a:lnSpc>
                <a:spcPct val="150000"/>
              </a:lnSpc>
            </a:pPr>
            <a:r>
              <a:rPr lang="en-US" sz="3500" b="1">
                <a:latin typeface="American Typewriter" panose="02090604020004020304" pitchFamily="18" charset="77"/>
              </a:rPr>
              <a:t>6. những thiết bị công nghệ hiện đại</a:t>
            </a:r>
          </a:p>
          <a:p>
            <a:pPr>
              <a:lnSpc>
                <a:spcPct val="150000"/>
              </a:lnSpc>
            </a:pPr>
            <a:r>
              <a:rPr lang="en-US" sz="3500">
                <a:solidFill>
                  <a:srgbClr val="00B0F0"/>
                </a:solidFill>
                <a:latin typeface="American Typewriter" panose="02090604020004020304" pitchFamily="18" charset="77"/>
              </a:rPr>
              <a:t>→ </a:t>
            </a:r>
            <a:r>
              <a:rPr lang="en-US" sz="3500" i="1">
                <a:solidFill>
                  <a:srgbClr val="00B0F0"/>
                </a:solidFill>
                <a:latin typeface="American Typewriter" panose="02090604020004020304" pitchFamily="18" charset="77"/>
              </a:rPr>
              <a:t>modern technological devices</a:t>
            </a:r>
            <a:endParaRPr lang="en-US" sz="3500">
              <a:solidFill>
                <a:srgbClr val="00B0F0"/>
              </a:solidFill>
              <a:latin typeface="American Typewriter" panose="02090604020004020304" pitchFamily="18" charset="77"/>
            </a:endParaRPr>
          </a:p>
          <a:p>
            <a:pPr>
              <a:lnSpc>
                <a:spcPct val="150000"/>
              </a:lnSpc>
            </a:pPr>
            <a:r>
              <a:rPr lang="en-US" sz="3500" b="1">
                <a:latin typeface="American Typewriter" panose="02090604020004020304" pitchFamily="18" charset="77"/>
              </a:rPr>
              <a:t>7. ngày tốt nghiệp của tôi</a:t>
            </a:r>
            <a:endParaRPr lang="en-US" sz="3500">
              <a:latin typeface="American Typewriter" panose="02090604020004020304" pitchFamily="18" charset="77"/>
            </a:endParaRPr>
          </a:p>
          <a:p>
            <a:pPr>
              <a:lnSpc>
                <a:spcPct val="150000"/>
              </a:lnSpc>
            </a:pPr>
            <a:r>
              <a:rPr lang="en-US" sz="3500">
                <a:solidFill>
                  <a:srgbClr val="00B0F0"/>
                </a:solidFill>
                <a:latin typeface="American Typewriter" panose="02090604020004020304" pitchFamily="18" charset="77"/>
              </a:rPr>
              <a:t>→ </a:t>
            </a:r>
            <a:r>
              <a:rPr lang="en-US" sz="3500" i="1">
                <a:solidFill>
                  <a:srgbClr val="00B0F0"/>
                </a:solidFill>
                <a:latin typeface="American Typewriter" panose="02090604020004020304" pitchFamily="18" charset="77"/>
              </a:rPr>
              <a:t>my graduation day</a:t>
            </a:r>
            <a:endParaRPr lang="en-US" sz="3500">
              <a:solidFill>
                <a:srgbClr val="00B0F0"/>
              </a:solidFill>
              <a:latin typeface="American Typewriter" panose="02090604020004020304" pitchFamily="18" charset="77"/>
            </a:endParaRPr>
          </a:p>
          <a:p>
            <a:pPr>
              <a:lnSpc>
                <a:spcPct val="150000"/>
              </a:lnSpc>
            </a:pPr>
            <a:r>
              <a:rPr lang="en-US" sz="3500" b="1">
                <a:latin typeface="American Typewriter" panose="02090604020004020304" pitchFamily="18" charset="77"/>
              </a:rPr>
              <a:t>8. sức khỏe tinh thần của chúng ta</a:t>
            </a:r>
            <a:endParaRPr lang="en-US" sz="3500">
              <a:latin typeface="American Typewriter" panose="02090604020004020304" pitchFamily="18" charset="77"/>
            </a:endParaRPr>
          </a:p>
          <a:p>
            <a:pPr>
              <a:lnSpc>
                <a:spcPct val="150000"/>
              </a:lnSpc>
            </a:pPr>
            <a:r>
              <a:rPr lang="en-US" sz="3500">
                <a:solidFill>
                  <a:srgbClr val="00B0F0"/>
                </a:solidFill>
                <a:latin typeface="American Typewriter" panose="02090604020004020304" pitchFamily="18" charset="77"/>
              </a:rPr>
              <a:t>→ </a:t>
            </a:r>
            <a:r>
              <a:rPr lang="en-US" sz="3500" i="1">
                <a:solidFill>
                  <a:srgbClr val="00B0F0"/>
                </a:solidFill>
                <a:latin typeface="American Typewriter" panose="02090604020004020304" pitchFamily="18" charset="77"/>
              </a:rPr>
              <a:t>our mental health</a:t>
            </a:r>
            <a:endParaRPr lang="en-US" sz="3500">
              <a:solidFill>
                <a:srgbClr val="00B0F0"/>
              </a:solidFill>
              <a:latin typeface="American Typewriter" panose="02090604020004020304" pitchFamily="18" charset="77"/>
            </a:endParaRPr>
          </a:p>
          <a:p>
            <a:pPr>
              <a:lnSpc>
                <a:spcPct val="150000"/>
              </a:lnSpc>
            </a:pPr>
            <a:r>
              <a:rPr lang="en-US" sz="3500" b="1">
                <a:latin typeface="American Typewriter" panose="02090604020004020304" pitchFamily="18" charset="77"/>
              </a:rPr>
              <a:t>9. thói quen ăn uống lành mạnh</a:t>
            </a:r>
            <a:endParaRPr lang="en-US" sz="3500">
              <a:latin typeface="American Typewriter" panose="02090604020004020304" pitchFamily="18" charset="77"/>
            </a:endParaRPr>
          </a:p>
          <a:p>
            <a:pPr>
              <a:lnSpc>
                <a:spcPct val="150000"/>
              </a:lnSpc>
            </a:pPr>
            <a:r>
              <a:rPr lang="en-US" sz="3500">
                <a:solidFill>
                  <a:srgbClr val="00B0F0"/>
                </a:solidFill>
                <a:latin typeface="American Typewriter" panose="02090604020004020304" pitchFamily="18" charset="77"/>
              </a:rPr>
              <a:t>→ </a:t>
            </a:r>
            <a:r>
              <a:rPr lang="en-US" sz="3500" i="1">
                <a:solidFill>
                  <a:srgbClr val="00B0F0"/>
                </a:solidFill>
                <a:latin typeface="American Typewriter" panose="02090604020004020304" pitchFamily="18" charset="77"/>
              </a:rPr>
              <a:t>healthy eating habits</a:t>
            </a:r>
            <a:endParaRPr lang="en-US" sz="3500">
              <a:solidFill>
                <a:srgbClr val="00B0F0"/>
              </a:solidFill>
              <a:latin typeface="American Typewriter" panose="02090604020004020304" pitchFamily="18" charset="77"/>
            </a:endParaRPr>
          </a:p>
          <a:p>
            <a:pPr>
              <a:lnSpc>
                <a:spcPct val="150000"/>
              </a:lnSpc>
            </a:pPr>
            <a:r>
              <a:rPr lang="en-US" sz="3500" b="1">
                <a:latin typeface="American Typewriter" panose="02090604020004020304" pitchFamily="18" charset="77"/>
              </a:rPr>
              <a:t>10. một lối sống lành mạnh</a:t>
            </a:r>
            <a:endParaRPr lang="en-US" sz="3500">
              <a:latin typeface="American Typewriter" panose="02090604020004020304" pitchFamily="18" charset="77"/>
            </a:endParaRPr>
          </a:p>
          <a:p>
            <a:pPr>
              <a:lnSpc>
                <a:spcPct val="150000"/>
              </a:lnSpc>
            </a:pPr>
            <a:r>
              <a:rPr lang="en-US" sz="3500">
                <a:solidFill>
                  <a:srgbClr val="00B0F0"/>
                </a:solidFill>
                <a:latin typeface="American Typewriter" panose="02090604020004020304" pitchFamily="18" charset="77"/>
              </a:rPr>
              <a:t>→ </a:t>
            </a:r>
            <a:r>
              <a:rPr lang="en-US" sz="3500" i="1">
                <a:solidFill>
                  <a:srgbClr val="00B0F0"/>
                </a:solidFill>
                <a:latin typeface="American Typewriter" panose="02090604020004020304" pitchFamily="18" charset="77"/>
              </a:rPr>
              <a:t>a healthy lifestyle</a:t>
            </a:r>
            <a:endParaRPr lang="en-US" sz="3500">
              <a:solidFill>
                <a:srgbClr val="00B0F0"/>
              </a:solidFill>
              <a:latin typeface="American Typewriter" panose="02090604020004020304" pitchFamily="18" charset="77"/>
            </a:endParaRPr>
          </a:p>
        </p:txBody>
      </p:sp>
    </p:spTree>
    <p:extLst>
      <p:ext uri="{BB962C8B-B14F-4D97-AF65-F5344CB8AC3E}">
        <p14:creationId xmlns:p14="http://schemas.microsoft.com/office/powerpoint/2010/main" val="1438140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 calcmode="lin" valueType="num">
                                      <p:cBhvr additive="base">
                                        <p:cTn id="7"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anim calcmode="lin" valueType="num">
                                      <p:cBhvr additive="base">
                                        <p:cTn id="13"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xEl>
                                              <p:pRg st="5" end="5"/>
                                            </p:txEl>
                                          </p:spTgt>
                                        </p:tgtEl>
                                        <p:attrNameLst>
                                          <p:attrName>style.visibility</p:attrName>
                                        </p:attrNameLst>
                                      </p:cBhvr>
                                      <p:to>
                                        <p:strVal val="visible"/>
                                      </p:to>
                                    </p:set>
                                    <p:anim calcmode="lin" valueType="num">
                                      <p:cBhvr additive="base">
                                        <p:cTn id="19"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xEl>
                                              <p:pRg st="7" end="7"/>
                                            </p:txEl>
                                          </p:spTgt>
                                        </p:tgtEl>
                                        <p:attrNameLst>
                                          <p:attrName>style.visibility</p:attrName>
                                        </p:attrNameLst>
                                      </p:cBhvr>
                                      <p:to>
                                        <p:strVal val="visible"/>
                                      </p:to>
                                    </p:set>
                                    <p:anim calcmode="lin" valueType="num">
                                      <p:cBhvr additive="base">
                                        <p:cTn id="25" dur="500" fill="hold"/>
                                        <p:tgtEl>
                                          <p:spTgt spid="8">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
                                            <p:txEl>
                                              <p:pRg st="9" end="9"/>
                                            </p:txEl>
                                          </p:spTgt>
                                        </p:tgtEl>
                                        <p:attrNameLst>
                                          <p:attrName>style.visibility</p:attrName>
                                        </p:attrNameLst>
                                      </p:cBhvr>
                                      <p:to>
                                        <p:strVal val="visible"/>
                                      </p:to>
                                    </p:set>
                                    <p:anim calcmode="lin" valueType="num">
                                      <p:cBhvr additive="base">
                                        <p:cTn id="31" dur="500" fill="hold"/>
                                        <p:tgtEl>
                                          <p:spTgt spid="8">
                                            <p:txEl>
                                              <p:pRg st="9" end="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
                                            <p:txEl>
                                              <p:pRg st="1" end="1"/>
                                            </p:txEl>
                                          </p:spTgt>
                                        </p:tgtEl>
                                        <p:attrNameLst>
                                          <p:attrName>style.visibility</p:attrName>
                                        </p:attrNameLst>
                                      </p:cBhvr>
                                      <p:to>
                                        <p:strVal val="visible"/>
                                      </p:to>
                                    </p:set>
                                    <p:anim calcmode="lin" valueType="num">
                                      <p:cBhvr additive="base">
                                        <p:cTn id="37"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
                                            <p:txEl>
                                              <p:pRg st="3" end="3"/>
                                            </p:txEl>
                                          </p:spTgt>
                                        </p:tgtEl>
                                        <p:attrNameLst>
                                          <p:attrName>style.visibility</p:attrName>
                                        </p:attrNameLst>
                                      </p:cBhvr>
                                      <p:to>
                                        <p:strVal val="visible"/>
                                      </p:to>
                                    </p:set>
                                    <p:anim calcmode="lin" valueType="num">
                                      <p:cBhvr additive="base">
                                        <p:cTn id="43"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9">
                                            <p:txEl>
                                              <p:pRg st="5" end="5"/>
                                            </p:txEl>
                                          </p:spTgt>
                                        </p:tgtEl>
                                        <p:attrNameLst>
                                          <p:attrName>style.visibility</p:attrName>
                                        </p:attrNameLst>
                                      </p:cBhvr>
                                      <p:to>
                                        <p:strVal val="visible"/>
                                      </p:to>
                                    </p:set>
                                    <p:anim calcmode="lin" valueType="num">
                                      <p:cBhvr additive="base">
                                        <p:cTn id="49"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9">
                                            <p:txEl>
                                              <p:pRg st="7" end="7"/>
                                            </p:txEl>
                                          </p:spTgt>
                                        </p:tgtEl>
                                        <p:attrNameLst>
                                          <p:attrName>style.visibility</p:attrName>
                                        </p:attrNameLst>
                                      </p:cBhvr>
                                      <p:to>
                                        <p:strVal val="visible"/>
                                      </p:to>
                                    </p:set>
                                    <p:anim calcmode="lin" valueType="num">
                                      <p:cBhvr additive="base">
                                        <p:cTn id="55" dur="500" fill="hold"/>
                                        <p:tgtEl>
                                          <p:spTgt spid="9">
                                            <p:txEl>
                                              <p:pRg st="7" end="7"/>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9">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9">
                                            <p:txEl>
                                              <p:pRg st="9" end="9"/>
                                            </p:txEl>
                                          </p:spTgt>
                                        </p:tgtEl>
                                        <p:attrNameLst>
                                          <p:attrName>style.visibility</p:attrName>
                                        </p:attrNameLst>
                                      </p:cBhvr>
                                      <p:to>
                                        <p:strVal val="visible"/>
                                      </p:to>
                                    </p:set>
                                    <p:anim calcmode="lin" valueType="num">
                                      <p:cBhvr additive="base">
                                        <p:cTn id="61" dur="500" fill="hold"/>
                                        <p:tgtEl>
                                          <p:spTgt spid="9">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9">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8600" y="1651399"/>
            <a:ext cx="17678399" cy="8368901"/>
            <a:chOff x="0" y="0"/>
            <a:chExt cx="4354251" cy="1805991"/>
          </a:xfrm>
        </p:grpSpPr>
        <p:sp>
          <p:nvSpPr>
            <p:cNvPr id="3" name="Freeform 3"/>
            <p:cNvSpPr/>
            <p:nvPr/>
          </p:nvSpPr>
          <p:spPr>
            <a:xfrm>
              <a:off x="0" y="0"/>
              <a:ext cx="4354251" cy="1805991"/>
            </a:xfrm>
            <a:custGeom>
              <a:avLst/>
              <a:gdLst/>
              <a:ahLst/>
              <a:cxnLst/>
              <a:rect l="l" t="t" r="r" b="b"/>
              <a:pathLst>
                <a:path w="4354251" h="1805991">
                  <a:moveTo>
                    <a:pt x="0" y="0"/>
                  </a:moveTo>
                  <a:lnTo>
                    <a:pt x="4354251" y="0"/>
                  </a:lnTo>
                  <a:lnTo>
                    <a:pt x="4354251" y="1805991"/>
                  </a:lnTo>
                  <a:lnTo>
                    <a:pt x="0" y="1805991"/>
                  </a:lnTo>
                  <a:close/>
                </a:path>
              </a:pathLst>
            </a:custGeom>
            <a:solidFill>
              <a:schemeClr val="accent4">
                <a:lumMod val="20000"/>
                <a:lumOff val="80000"/>
                <a:alpha val="39266"/>
              </a:schemeClr>
            </a:solidFill>
          </p:spPr>
          <p:txBody>
            <a:bodyPr/>
            <a:lstStyle/>
            <a:p>
              <a:endParaRPr lang="en-VN"/>
            </a:p>
          </p:txBody>
        </p:sp>
        <p:sp>
          <p:nvSpPr>
            <p:cNvPr id="4" name="TextBox 4"/>
            <p:cNvSpPr txBox="1"/>
            <p:nvPr/>
          </p:nvSpPr>
          <p:spPr>
            <a:xfrm>
              <a:off x="0" y="-47625"/>
              <a:ext cx="4354251" cy="1853616"/>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14477999" y="-10783"/>
            <a:ext cx="3429000" cy="1820795"/>
          </a:xfrm>
          <a:custGeom>
            <a:avLst/>
            <a:gdLst/>
            <a:ahLst/>
            <a:cxnLst/>
            <a:rect l="l" t="t" r="r" b="b"/>
            <a:pathLst>
              <a:path w="5854942" h="3220218">
                <a:moveTo>
                  <a:pt x="0" y="0"/>
                </a:moveTo>
                <a:lnTo>
                  <a:pt x="5854942" y="0"/>
                </a:lnTo>
                <a:lnTo>
                  <a:pt x="5854942" y="3220218"/>
                </a:lnTo>
                <a:lnTo>
                  <a:pt x="0" y="3220218"/>
                </a:lnTo>
                <a:lnTo>
                  <a:pt x="0" y="0"/>
                </a:lnTo>
                <a:close/>
              </a:path>
            </a:pathLst>
          </a:custGeom>
          <a:blipFill>
            <a:blip r:embed="rId2"/>
            <a:stretch>
              <a:fillRect/>
            </a:stretch>
          </a:blipFill>
        </p:spPr>
        <p:txBody>
          <a:bodyPr/>
          <a:lstStyle/>
          <a:p>
            <a:endParaRPr lang="en-VN"/>
          </a:p>
        </p:txBody>
      </p:sp>
      <p:sp>
        <p:nvSpPr>
          <p:cNvPr id="7" name="TextBox 6">
            <a:extLst>
              <a:ext uri="{FF2B5EF4-FFF2-40B4-BE49-F238E27FC236}">
                <a16:creationId xmlns:a16="http://schemas.microsoft.com/office/drawing/2014/main" id="{F692BE40-BB7E-A2E0-CE2B-6739B28C45E7}"/>
              </a:ext>
            </a:extLst>
          </p:cNvPr>
          <p:cNvSpPr txBox="1"/>
          <p:nvPr/>
        </p:nvSpPr>
        <p:spPr>
          <a:xfrm>
            <a:off x="228600" y="394037"/>
            <a:ext cx="9144000" cy="1015663"/>
          </a:xfrm>
          <a:prstGeom prst="rect">
            <a:avLst/>
          </a:prstGeom>
          <a:noFill/>
        </p:spPr>
        <p:txBody>
          <a:bodyPr wrap="square">
            <a:spAutoFit/>
          </a:bodyPr>
          <a:lstStyle/>
          <a:p>
            <a:pPr>
              <a:spcBef>
                <a:spcPts val="600"/>
              </a:spcBef>
              <a:spcAft>
                <a:spcPts val="600"/>
              </a:spcAft>
            </a:pPr>
            <a:r>
              <a:rPr lang="en-US" sz="6000" b="1" kern="100">
                <a:solidFill>
                  <a:schemeClr val="accent2"/>
                </a:solidFill>
                <a:effectLst/>
                <a:latin typeface="American Typewriter" panose="02090604020004020304" pitchFamily="18" charset="77"/>
                <a:ea typeface="Calibri" panose="020F0502020204030204" pitchFamily="34" charset="0"/>
                <a:cs typeface="Times New Roman" panose="02020603050405020304" pitchFamily="18" charset="0"/>
              </a:rPr>
              <a:t>C. ĐỘNG TỪ</a:t>
            </a:r>
            <a:endParaRPr lang="en-VN" sz="6000" kern="100">
              <a:solidFill>
                <a:schemeClr val="accent2"/>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546D4131-0BFD-EBAC-C072-5739BD01D47C}"/>
              </a:ext>
            </a:extLst>
          </p:cNvPr>
          <p:cNvSpPr txBox="1"/>
          <p:nvPr/>
        </p:nvSpPr>
        <p:spPr>
          <a:xfrm>
            <a:off x="533400" y="1787886"/>
            <a:ext cx="17068800" cy="8298105"/>
          </a:xfrm>
          <a:prstGeom prst="rect">
            <a:avLst/>
          </a:prstGeom>
          <a:noFill/>
        </p:spPr>
        <p:txBody>
          <a:bodyPr wrap="square">
            <a:spAutoFit/>
          </a:bodyPr>
          <a:lstStyle/>
          <a:p>
            <a:pPr>
              <a:lnSpc>
                <a:spcPct val="150000"/>
              </a:lnSpc>
              <a:buNone/>
            </a:pPr>
            <a:r>
              <a:rPr lang="en-US" sz="4500" b="1">
                <a:solidFill>
                  <a:srgbClr val="00B0F0"/>
                </a:solidFill>
                <a:latin typeface="American Typewriter" panose="02090604020004020304" pitchFamily="18" charset="77"/>
              </a:rPr>
              <a:t>1. Định nghĩa</a:t>
            </a:r>
          </a:p>
          <a:p>
            <a:pPr marL="685800" indent="-685800" algn="just">
              <a:lnSpc>
                <a:spcPct val="150000"/>
              </a:lnSpc>
              <a:buFont typeface="Wingdings" pitchFamily="2" charset="2"/>
              <a:buChar char="§"/>
            </a:pPr>
            <a:r>
              <a:rPr lang="en-US" sz="4500" b="1">
                <a:latin typeface="American Typewriter" panose="02090604020004020304" pitchFamily="18" charset="77"/>
              </a:rPr>
              <a:t>Động từ</a:t>
            </a:r>
            <a:r>
              <a:rPr lang="en-US" sz="4500">
                <a:latin typeface="American Typewriter" panose="02090604020004020304" pitchFamily="18" charset="77"/>
              </a:rPr>
              <a:t> là từ dùng để diễn tả </a:t>
            </a:r>
            <a:r>
              <a:rPr lang="en-US" sz="4500" b="1">
                <a:latin typeface="American Typewriter" panose="02090604020004020304" pitchFamily="18" charset="77"/>
              </a:rPr>
              <a:t>hành động</a:t>
            </a:r>
            <a:r>
              <a:rPr lang="en-US" sz="4500">
                <a:latin typeface="American Typewriter" panose="02090604020004020304" pitchFamily="18" charset="77"/>
              </a:rPr>
              <a:t>, </a:t>
            </a:r>
            <a:r>
              <a:rPr lang="en-US" sz="4500" b="1">
                <a:latin typeface="American Typewriter" panose="02090604020004020304" pitchFamily="18" charset="77"/>
              </a:rPr>
              <a:t>trạng thái</a:t>
            </a:r>
            <a:r>
              <a:rPr lang="en-US" sz="4500">
                <a:latin typeface="American Typewriter" panose="02090604020004020304" pitchFamily="18" charset="77"/>
              </a:rPr>
              <a:t>, hoặc </a:t>
            </a:r>
            <a:r>
              <a:rPr lang="en-US" sz="4500" b="1">
                <a:latin typeface="American Typewriter" panose="02090604020004020304" pitchFamily="18" charset="77"/>
              </a:rPr>
              <a:t>sự tồn tại</a:t>
            </a:r>
            <a:r>
              <a:rPr lang="en-US" sz="4500">
                <a:latin typeface="American Typewriter" panose="02090604020004020304" pitchFamily="18" charset="77"/>
              </a:rPr>
              <a:t> của chủ ngữ trong câu.</a:t>
            </a:r>
          </a:p>
          <a:p>
            <a:pPr marL="685800" indent="-685800" algn="just">
              <a:lnSpc>
                <a:spcPct val="150000"/>
              </a:lnSpc>
              <a:buFont typeface="Wingdings" pitchFamily="2" charset="2"/>
              <a:buChar char="§"/>
            </a:pPr>
            <a:r>
              <a:rPr lang="en-US" sz="4500">
                <a:latin typeface="American Typewriter" panose="02090604020004020304" pitchFamily="18" charset="77"/>
              </a:rPr>
              <a:t>Mỗi câu </a:t>
            </a:r>
            <a:r>
              <a:rPr lang="en-US" sz="4500" b="1">
                <a:latin typeface="American Typewriter" panose="02090604020004020304" pitchFamily="18" charset="77"/>
              </a:rPr>
              <a:t>bắt buộc phải có động từ</a:t>
            </a:r>
            <a:r>
              <a:rPr lang="en-US" sz="4500">
                <a:latin typeface="American Typewriter" panose="02090604020004020304" pitchFamily="18" charset="77"/>
              </a:rPr>
              <a:t> → là </a:t>
            </a:r>
            <a:r>
              <a:rPr lang="en-US" sz="4500" b="1">
                <a:latin typeface="American Typewriter" panose="02090604020004020304" pitchFamily="18" charset="77"/>
              </a:rPr>
              <a:t>trụ cột</a:t>
            </a:r>
            <a:r>
              <a:rPr lang="en-US" sz="4500">
                <a:latin typeface="American Typewriter" panose="02090604020004020304" pitchFamily="18" charset="77"/>
              </a:rPr>
              <a:t> của câu.</a:t>
            </a:r>
          </a:p>
          <a:p>
            <a:pPr>
              <a:lnSpc>
                <a:spcPct val="150000"/>
              </a:lnSpc>
              <a:buNone/>
            </a:pPr>
            <a:r>
              <a:rPr lang="en-VN" sz="4500">
                <a:solidFill>
                  <a:schemeClr val="accent6"/>
                </a:solidFill>
                <a:latin typeface="American Typewriter" panose="02090604020004020304" pitchFamily="18" charset="77"/>
              </a:rPr>
              <a:t>📝 </a:t>
            </a:r>
            <a:r>
              <a:rPr lang="en-US" sz="4500" i="1">
                <a:solidFill>
                  <a:schemeClr val="accent6"/>
                </a:solidFill>
                <a:latin typeface="American Typewriter" panose="02090604020004020304" pitchFamily="18" charset="77"/>
              </a:rPr>
              <a:t>Ví dụ:</a:t>
            </a:r>
            <a:endParaRPr lang="en-US" sz="4500">
              <a:solidFill>
                <a:schemeClr val="accent6"/>
              </a:solidFill>
              <a:latin typeface="American Typewriter" panose="02090604020004020304" pitchFamily="18" charset="77"/>
            </a:endParaRPr>
          </a:p>
          <a:p>
            <a:pPr marL="685800" indent="-685800">
              <a:lnSpc>
                <a:spcPct val="150000"/>
              </a:lnSpc>
              <a:buFont typeface="Courier New" panose="02070309020205020404" pitchFamily="49" charset="0"/>
              <a:buChar char="o"/>
            </a:pPr>
            <a:r>
              <a:rPr lang="en-US" sz="4500">
                <a:latin typeface="American Typewriter" panose="02090604020004020304" pitchFamily="18" charset="77"/>
              </a:rPr>
              <a:t>She </a:t>
            </a:r>
            <a:r>
              <a:rPr lang="en-US" sz="4500" b="1">
                <a:latin typeface="American Typewriter" panose="02090604020004020304" pitchFamily="18" charset="77"/>
              </a:rPr>
              <a:t>studies</a:t>
            </a:r>
            <a:r>
              <a:rPr lang="en-US" sz="4500">
                <a:latin typeface="American Typewriter" panose="02090604020004020304" pitchFamily="18" charset="77"/>
              </a:rPr>
              <a:t> English every day.</a:t>
            </a:r>
          </a:p>
          <a:p>
            <a:pPr marL="685800" indent="-685800">
              <a:lnSpc>
                <a:spcPct val="150000"/>
              </a:lnSpc>
              <a:buFont typeface="Courier New" panose="02070309020205020404" pitchFamily="49" charset="0"/>
              <a:buChar char="o"/>
            </a:pPr>
            <a:r>
              <a:rPr lang="en-US" sz="4500">
                <a:latin typeface="American Typewriter" panose="02090604020004020304" pitchFamily="18" charset="77"/>
              </a:rPr>
              <a:t>They </a:t>
            </a:r>
            <a:r>
              <a:rPr lang="en-US" sz="4500" b="1">
                <a:latin typeface="American Typewriter" panose="02090604020004020304" pitchFamily="18" charset="77"/>
              </a:rPr>
              <a:t>are</a:t>
            </a:r>
            <a:r>
              <a:rPr lang="en-US" sz="4500">
                <a:latin typeface="American Typewriter" panose="02090604020004020304" pitchFamily="18" charset="77"/>
              </a:rPr>
              <a:t> happy.</a:t>
            </a:r>
          </a:p>
          <a:p>
            <a:pPr marL="685800" indent="-685800">
              <a:lnSpc>
                <a:spcPct val="150000"/>
              </a:lnSpc>
              <a:buFont typeface="Courier New" panose="02070309020205020404" pitchFamily="49" charset="0"/>
              <a:buChar char="o"/>
            </a:pPr>
            <a:r>
              <a:rPr lang="en-US" sz="4500">
                <a:latin typeface="American Typewriter" panose="02090604020004020304" pitchFamily="18" charset="77"/>
              </a:rPr>
              <a:t>I </a:t>
            </a:r>
            <a:r>
              <a:rPr lang="en-US" sz="4500" b="1">
                <a:latin typeface="American Typewriter" panose="02090604020004020304" pitchFamily="18" charset="77"/>
              </a:rPr>
              <a:t>have lived</a:t>
            </a:r>
            <a:r>
              <a:rPr lang="en-US" sz="4500">
                <a:latin typeface="American Typewriter" panose="02090604020004020304" pitchFamily="18" charset="77"/>
              </a:rPr>
              <a:t> here for 10 years.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 calcmode="lin" valueType="num">
                                      <p:cBhvr additive="base">
                                        <p:cTn id="13"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 calcmode="lin" valueType="num">
                                      <p:cBhvr additive="base">
                                        <p:cTn id="19"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
                                            <p:txEl>
                                              <p:pRg st="3" end="3"/>
                                            </p:txEl>
                                          </p:spTgt>
                                        </p:tgtEl>
                                        <p:attrNameLst>
                                          <p:attrName>style.visibility</p:attrName>
                                        </p:attrNameLst>
                                      </p:cBhvr>
                                      <p:to>
                                        <p:strVal val="visible"/>
                                      </p:to>
                                    </p:set>
                                    <p:anim calcmode="lin" valueType="num">
                                      <p:cBhvr additive="base">
                                        <p:cTn id="25"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
                                            <p:txEl>
                                              <p:pRg st="4" end="4"/>
                                            </p:txEl>
                                          </p:spTgt>
                                        </p:tgtEl>
                                        <p:attrNameLst>
                                          <p:attrName>style.visibility</p:attrName>
                                        </p:attrNameLst>
                                      </p:cBhvr>
                                      <p:to>
                                        <p:strVal val="visible"/>
                                      </p:to>
                                    </p:set>
                                    <p:anim calcmode="lin" valueType="num">
                                      <p:cBhvr additive="base">
                                        <p:cTn id="31"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
                                            <p:txEl>
                                              <p:pRg st="5" end="5"/>
                                            </p:txEl>
                                          </p:spTgt>
                                        </p:tgtEl>
                                        <p:attrNameLst>
                                          <p:attrName>style.visibility</p:attrName>
                                        </p:attrNameLst>
                                      </p:cBhvr>
                                      <p:to>
                                        <p:strVal val="visible"/>
                                      </p:to>
                                    </p:set>
                                    <p:anim calcmode="lin" valueType="num">
                                      <p:cBhvr additive="base">
                                        <p:cTn id="37"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
                                            <p:txEl>
                                              <p:pRg st="6" end="6"/>
                                            </p:txEl>
                                          </p:spTgt>
                                        </p:tgtEl>
                                        <p:attrNameLst>
                                          <p:attrName>style.visibility</p:attrName>
                                        </p:attrNameLst>
                                      </p:cBhvr>
                                      <p:to>
                                        <p:strVal val="visible"/>
                                      </p:to>
                                    </p:set>
                                    <p:anim calcmode="lin" valueType="num">
                                      <p:cBhvr additive="base">
                                        <p:cTn id="43" dur="500" fill="hold"/>
                                        <p:tgtEl>
                                          <p:spTgt spid="9">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1BDC9-9534-0B59-EB38-FB8C50892A7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AEF4BA3-174B-7DF8-C898-3A822A1F1A0F}"/>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endParaRPr lang="en-VN"/>
          </a:p>
        </p:txBody>
      </p:sp>
      <p:sp>
        <p:nvSpPr>
          <p:cNvPr id="3" name="Freeform 3">
            <a:extLst>
              <a:ext uri="{FF2B5EF4-FFF2-40B4-BE49-F238E27FC236}">
                <a16:creationId xmlns:a16="http://schemas.microsoft.com/office/drawing/2014/main" id="{EE88DC64-75C7-98B2-7509-EF90CC6BD9BF}"/>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endParaRPr lang="en-VN"/>
          </a:p>
        </p:txBody>
      </p:sp>
      <p:sp>
        <p:nvSpPr>
          <p:cNvPr id="4" name="Freeform 4">
            <a:extLst>
              <a:ext uri="{FF2B5EF4-FFF2-40B4-BE49-F238E27FC236}">
                <a16:creationId xmlns:a16="http://schemas.microsoft.com/office/drawing/2014/main" id="{9DF3619B-AF4E-9E17-569F-7AF680F4ACE1}"/>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endParaRPr lang="en-VN"/>
          </a:p>
        </p:txBody>
      </p:sp>
      <p:grpSp>
        <p:nvGrpSpPr>
          <p:cNvPr id="5" name="Group 5">
            <a:extLst>
              <a:ext uri="{FF2B5EF4-FFF2-40B4-BE49-F238E27FC236}">
                <a16:creationId xmlns:a16="http://schemas.microsoft.com/office/drawing/2014/main" id="{3EB5CF08-591D-F60C-B6B1-9F45241363D8}"/>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8BBA1A1A-09E2-41ED-EB03-C5846721A92F}"/>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endParaRPr lang="en-VN"/>
            </a:p>
          </p:txBody>
        </p:sp>
        <p:sp>
          <p:nvSpPr>
            <p:cNvPr id="7" name="TextBox 7">
              <a:extLst>
                <a:ext uri="{FF2B5EF4-FFF2-40B4-BE49-F238E27FC236}">
                  <a16:creationId xmlns:a16="http://schemas.microsoft.com/office/drawing/2014/main" id="{85BD179D-9418-2D7A-0DFB-78420C3633C6}"/>
                </a:ext>
              </a:extLst>
            </p:cNvPr>
            <p:cNvSpPr txBox="1"/>
            <p:nvPr/>
          </p:nvSpPr>
          <p:spPr>
            <a:xfrm>
              <a:off x="0" y="-47625"/>
              <a:ext cx="5454346" cy="2751565"/>
            </a:xfrm>
            <a:prstGeom prst="rect">
              <a:avLst/>
            </a:prstGeom>
          </p:spPr>
          <p:txBody>
            <a:bodyPr lIns="49849" tIns="49849" rIns="49849" bIns="49849" rtlCol="0" anchor="ctr"/>
            <a:lstStyle/>
            <a:p>
              <a:pPr algn="ctr">
                <a:lnSpc>
                  <a:spcPts val="2659"/>
                </a:lnSpc>
              </a:pPr>
              <a:endParaRPr/>
            </a:p>
          </p:txBody>
        </p:sp>
      </p:grpSp>
      <p:grpSp>
        <p:nvGrpSpPr>
          <p:cNvPr id="8" name="Group 8">
            <a:extLst>
              <a:ext uri="{FF2B5EF4-FFF2-40B4-BE49-F238E27FC236}">
                <a16:creationId xmlns:a16="http://schemas.microsoft.com/office/drawing/2014/main" id="{7D85DDC0-B490-E2D6-CFDF-E6842F786757}"/>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986F8701-4A6C-6954-C218-0CDAA126E003}"/>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endParaRPr lang="en-VN"/>
            </a:p>
          </p:txBody>
        </p:sp>
        <p:sp>
          <p:nvSpPr>
            <p:cNvPr id="10" name="TextBox 10">
              <a:extLst>
                <a:ext uri="{FF2B5EF4-FFF2-40B4-BE49-F238E27FC236}">
                  <a16:creationId xmlns:a16="http://schemas.microsoft.com/office/drawing/2014/main" id="{B48338A8-87FD-4DEE-3891-F61E0BEC3217}"/>
                </a:ext>
              </a:extLst>
            </p:cNvPr>
            <p:cNvSpPr txBox="1"/>
            <p:nvPr/>
          </p:nvSpPr>
          <p:spPr>
            <a:xfrm>
              <a:off x="0" y="-47625"/>
              <a:ext cx="5429786" cy="2704410"/>
            </a:xfrm>
            <a:prstGeom prst="rect">
              <a:avLst/>
            </a:prstGeom>
          </p:spPr>
          <p:txBody>
            <a:bodyPr lIns="49849" tIns="49849" rIns="49849" bIns="49849" rtlCol="0" anchor="ctr"/>
            <a:lstStyle/>
            <a:p>
              <a:pPr algn="ctr">
                <a:lnSpc>
                  <a:spcPts val="2659"/>
                </a:lnSpc>
              </a:pPr>
              <a:endParaRPr/>
            </a:p>
          </p:txBody>
        </p:sp>
      </p:grpSp>
      <p:grpSp>
        <p:nvGrpSpPr>
          <p:cNvPr id="11" name="Group 11">
            <a:extLst>
              <a:ext uri="{FF2B5EF4-FFF2-40B4-BE49-F238E27FC236}">
                <a16:creationId xmlns:a16="http://schemas.microsoft.com/office/drawing/2014/main" id="{DB1267BD-241C-9756-BA47-D0C2DC528F7F}"/>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2A75D4BA-414B-AB91-24FF-3CE9EF8F2563}"/>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endParaRPr lang="en-VN"/>
            </a:p>
          </p:txBody>
        </p:sp>
        <p:sp>
          <p:nvSpPr>
            <p:cNvPr id="13" name="TextBox 13">
              <a:extLst>
                <a:ext uri="{FF2B5EF4-FFF2-40B4-BE49-F238E27FC236}">
                  <a16:creationId xmlns:a16="http://schemas.microsoft.com/office/drawing/2014/main" id="{E932D6D8-61FD-8082-E2D8-429FC49854CB}"/>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4" name="Group 14">
            <a:extLst>
              <a:ext uri="{FF2B5EF4-FFF2-40B4-BE49-F238E27FC236}">
                <a16:creationId xmlns:a16="http://schemas.microsoft.com/office/drawing/2014/main" id="{B53DE6B2-F512-0B6F-3000-081CDD866005}"/>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F5F3F1E3-6CE6-6F0B-22AF-0D7291183699}"/>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endParaRPr lang="en-VN"/>
            </a:p>
          </p:txBody>
        </p:sp>
        <p:sp>
          <p:nvSpPr>
            <p:cNvPr id="16" name="TextBox 16">
              <a:extLst>
                <a:ext uri="{FF2B5EF4-FFF2-40B4-BE49-F238E27FC236}">
                  <a16:creationId xmlns:a16="http://schemas.microsoft.com/office/drawing/2014/main" id="{5CF26A47-995A-AA0A-C941-7F4283D1D986}"/>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7" name="Group 17">
            <a:extLst>
              <a:ext uri="{FF2B5EF4-FFF2-40B4-BE49-F238E27FC236}">
                <a16:creationId xmlns:a16="http://schemas.microsoft.com/office/drawing/2014/main" id="{324B9C86-4AA7-88FD-2268-8FD83F229280}"/>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7375A9F5-90EA-BF73-10F2-BC6205ED7282}"/>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endParaRPr lang="en-VN"/>
            </a:p>
          </p:txBody>
        </p:sp>
        <p:sp>
          <p:nvSpPr>
            <p:cNvPr id="19" name="TextBox 19">
              <a:extLst>
                <a:ext uri="{FF2B5EF4-FFF2-40B4-BE49-F238E27FC236}">
                  <a16:creationId xmlns:a16="http://schemas.microsoft.com/office/drawing/2014/main" id="{50794C10-259F-599B-DF64-BC3709A9B5ED}"/>
                </a:ext>
              </a:extLst>
            </p:cNvPr>
            <p:cNvSpPr txBox="1"/>
            <p:nvPr/>
          </p:nvSpPr>
          <p:spPr>
            <a:xfrm>
              <a:off x="0" y="-47625"/>
              <a:ext cx="3961731" cy="2448417"/>
            </a:xfrm>
            <a:prstGeom prst="rect">
              <a:avLst/>
            </a:prstGeom>
          </p:spPr>
          <p:txBody>
            <a:bodyPr lIns="49849" tIns="49849" rIns="49849" bIns="49849" rtlCol="0" anchor="ctr"/>
            <a:lstStyle/>
            <a:p>
              <a:pPr algn="ctr">
                <a:lnSpc>
                  <a:spcPts val="2659"/>
                </a:lnSpc>
              </a:pPr>
              <a:endParaRPr/>
            </a:p>
          </p:txBody>
        </p:sp>
      </p:grpSp>
      <p:sp>
        <p:nvSpPr>
          <p:cNvPr id="34" name="Freeform 34">
            <a:extLst>
              <a:ext uri="{FF2B5EF4-FFF2-40B4-BE49-F238E27FC236}">
                <a16:creationId xmlns:a16="http://schemas.microsoft.com/office/drawing/2014/main" id="{E67AF460-412F-45DB-B22E-8160F94E666D}"/>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endParaRPr lang="en-VN"/>
          </a:p>
        </p:txBody>
      </p:sp>
      <p:grpSp>
        <p:nvGrpSpPr>
          <p:cNvPr id="35" name="Group 35">
            <a:extLst>
              <a:ext uri="{FF2B5EF4-FFF2-40B4-BE49-F238E27FC236}">
                <a16:creationId xmlns:a16="http://schemas.microsoft.com/office/drawing/2014/main" id="{0E0BC1DB-098F-B669-EE41-BBE7208A27E1}"/>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68DD4281-5CBD-AF42-178C-5A4E5C2BA304}"/>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2F1D63B6-103B-7F4A-0F0C-2492E74C9A0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38" name="TextBox 38">
                <a:extLst>
                  <a:ext uri="{FF2B5EF4-FFF2-40B4-BE49-F238E27FC236}">
                    <a16:creationId xmlns:a16="http://schemas.microsoft.com/office/drawing/2014/main" id="{2923D978-2C0C-2893-CA42-72042B5992E5}"/>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AA840A58-4C6B-7395-D174-2D15A4DF6A2D}"/>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5E580B42-3FF0-B099-27AC-5053BE345A2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1" name="TextBox 41">
                <a:extLst>
                  <a:ext uri="{FF2B5EF4-FFF2-40B4-BE49-F238E27FC236}">
                    <a16:creationId xmlns:a16="http://schemas.microsoft.com/office/drawing/2014/main" id="{E39E0BC1-9E78-D628-B168-C470312D768E}"/>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FF8724DC-2F59-A193-2592-E17A138628C3}"/>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8F931432-62FE-6A8E-E900-06FA120427D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4" name="TextBox 44">
                <a:extLst>
                  <a:ext uri="{FF2B5EF4-FFF2-40B4-BE49-F238E27FC236}">
                    <a16:creationId xmlns:a16="http://schemas.microsoft.com/office/drawing/2014/main" id="{243EB4C2-F088-D9F0-B476-015D68D04B6B}"/>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11C56783-C1C1-FDCA-D178-8AEC3943D48C}"/>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1FD018FA-4D7A-0F37-CEA6-D23E3BA72AB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7" name="TextBox 47">
                <a:extLst>
                  <a:ext uri="{FF2B5EF4-FFF2-40B4-BE49-F238E27FC236}">
                    <a16:creationId xmlns:a16="http://schemas.microsoft.com/office/drawing/2014/main" id="{F47FCE1B-0C10-6C01-4D9E-61A45FCD0F45}"/>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8" name="Group 48">
              <a:extLst>
                <a:ext uri="{FF2B5EF4-FFF2-40B4-BE49-F238E27FC236}">
                  <a16:creationId xmlns:a16="http://schemas.microsoft.com/office/drawing/2014/main" id="{8CB5C2C4-9250-4C0A-A7AF-7437DAF9E6DE}"/>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CE0D8A74-2B28-CD9F-0901-FE92F0AF071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0" name="TextBox 50">
                <a:extLst>
                  <a:ext uri="{FF2B5EF4-FFF2-40B4-BE49-F238E27FC236}">
                    <a16:creationId xmlns:a16="http://schemas.microsoft.com/office/drawing/2014/main" id="{509E92F0-7876-E8BD-4086-12BA43115A79}"/>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51" name="Freeform 51">
            <a:extLst>
              <a:ext uri="{FF2B5EF4-FFF2-40B4-BE49-F238E27FC236}">
                <a16:creationId xmlns:a16="http://schemas.microsoft.com/office/drawing/2014/main" id="{5445081B-E45C-2DCA-CDC8-61411D9B44BE}"/>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endParaRPr lang="en-VN"/>
          </a:p>
        </p:txBody>
      </p:sp>
      <p:grpSp>
        <p:nvGrpSpPr>
          <p:cNvPr id="52" name="Group 52">
            <a:extLst>
              <a:ext uri="{FF2B5EF4-FFF2-40B4-BE49-F238E27FC236}">
                <a16:creationId xmlns:a16="http://schemas.microsoft.com/office/drawing/2014/main" id="{D3960FEA-A850-864E-7E26-41B8088CA75B}"/>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99CBA07B-2731-C1B5-B914-C751FEFB8386}"/>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5565CE5F-5E62-9BB9-A96B-3786C4A4DC6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5" name="TextBox 55">
                <a:extLst>
                  <a:ext uri="{FF2B5EF4-FFF2-40B4-BE49-F238E27FC236}">
                    <a16:creationId xmlns:a16="http://schemas.microsoft.com/office/drawing/2014/main" id="{66BE8223-41BF-8148-4DEA-CF9DC15579C4}"/>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6" name="Group 56">
              <a:extLst>
                <a:ext uri="{FF2B5EF4-FFF2-40B4-BE49-F238E27FC236}">
                  <a16:creationId xmlns:a16="http://schemas.microsoft.com/office/drawing/2014/main" id="{DAC2CD79-704E-C3D6-A60A-876BF7D45798}"/>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958AD800-300A-62EE-C75B-DD7FCFCCF23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8" name="TextBox 58">
                <a:extLst>
                  <a:ext uri="{FF2B5EF4-FFF2-40B4-BE49-F238E27FC236}">
                    <a16:creationId xmlns:a16="http://schemas.microsoft.com/office/drawing/2014/main" id="{B69953C8-0B41-DA1B-AF94-1FAEEFCFAE97}"/>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9" name="Group 59">
              <a:extLst>
                <a:ext uri="{FF2B5EF4-FFF2-40B4-BE49-F238E27FC236}">
                  <a16:creationId xmlns:a16="http://schemas.microsoft.com/office/drawing/2014/main" id="{3E51A263-880B-434C-8885-E3A524038560}"/>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3952ACB1-AD5A-7B9B-A25C-5732FA23122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1" name="TextBox 61">
                <a:extLst>
                  <a:ext uri="{FF2B5EF4-FFF2-40B4-BE49-F238E27FC236}">
                    <a16:creationId xmlns:a16="http://schemas.microsoft.com/office/drawing/2014/main" id="{5B0998A7-C470-E189-FC93-956C198CEE67}"/>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2" name="Group 62">
              <a:extLst>
                <a:ext uri="{FF2B5EF4-FFF2-40B4-BE49-F238E27FC236}">
                  <a16:creationId xmlns:a16="http://schemas.microsoft.com/office/drawing/2014/main" id="{D90F4AD5-FF7E-3A05-06AB-71D5BCD51F74}"/>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5CFE43C7-0FFF-A68D-6564-8CAB1A92420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4" name="TextBox 64">
                <a:extLst>
                  <a:ext uri="{FF2B5EF4-FFF2-40B4-BE49-F238E27FC236}">
                    <a16:creationId xmlns:a16="http://schemas.microsoft.com/office/drawing/2014/main" id="{1C918E7B-A318-6163-3708-1DB8F2B59357}"/>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5" name="Group 65">
              <a:extLst>
                <a:ext uri="{FF2B5EF4-FFF2-40B4-BE49-F238E27FC236}">
                  <a16:creationId xmlns:a16="http://schemas.microsoft.com/office/drawing/2014/main" id="{DD300158-4922-71F7-6288-929D1BD45E37}"/>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1D05E4A7-9C66-2242-7188-A7B8C11ED70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7" name="TextBox 67">
                <a:extLst>
                  <a:ext uri="{FF2B5EF4-FFF2-40B4-BE49-F238E27FC236}">
                    <a16:creationId xmlns:a16="http://schemas.microsoft.com/office/drawing/2014/main" id="{B8B62B72-7A48-501E-5EFF-440615C4EB59}"/>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grpSp>
        <p:nvGrpSpPr>
          <p:cNvPr id="68" name="Group 68">
            <a:extLst>
              <a:ext uri="{FF2B5EF4-FFF2-40B4-BE49-F238E27FC236}">
                <a16:creationId xmlns:a16="http://schemas.microsoft.com/office/drawing/2014/main" id="{DC6C50A9-DD6F-B0BF-AAFA-DA449BF22A42}"/>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F11203D4-E2E2-6C40-5F8E-65C6B4E5E635}"/>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B1B73044-8101-BFF2-1441-C06461C6CF5E}"/>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1" name="TextBox 71">
                <a:extLst>
                  <a:ext uri="{FF2B5EF4-FFF2-40B4-BE49-F238E27FC236}">
                    <a16:creationId xmlns:a16="http://schemas.microsoft.com/office/drawing/2014/main" id="{DB5DD9CD-CF9F-46B8-F8C1-956245CA58EA}"/>
                  </a:ext>
                </a:extLst>
              </p:cNvPr>
              <p:cNvSpPr txBox="1"/>
              <p:nvPr/>
            </p:nvSpPr>
            <p:spPr>
              <a:xfrm>
                <a:off x="0" y="-47625"/>
                <a:ext cx="458420" cy="126378"/>
              </a:xfrm>
              <a:prstGeom prst="rect">
                <a:avLst/>
              </a:prstGeom>
            </p:spPr>
            <p:txBody>
              <a:bodyPr lIns="49849" tIns="49849" rIns="49849" bIns="49849" rtlCol="0" anchor="ctr"/>
              <a:lstStyle/>
              <a:p>
                <a:pPr algn="ctr">
                  <a:lnSpc>
                    <a:spcPts val="2659"/>
                  </a:lnSpc>
                </a:pPr>
                <a:endParaRPr/>
              </a:p>
            </p:txBody>
          </p:sp>
        </p:grpSp>
        <p:grpSp>
          <p:nvGrpSpPr>
            <p:cNvPr id="72" name="Group 72">
              <a:extLst>
                <a:ext uri="{FF2B5EF4-FFF2-40B4-BE49-F238E27FC236}">
                  <a16:creationId xmlns:a16="http://schemas.microsoft.com/office/drawing/2014/main" id="{FE7667A6-D8CA-FFED-8ECE-305FC7022BB2}"/>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74AC833C-1165-263B-C463-7E6B6A857183}"/>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4" name="TextBox 74">
                <a:extLst>
                  <a:ext uri="{FF2B5EF4-FFF2-40B4-BE49-F238E27FC236}">
                    <a16:creationId xmlns:a16="http://schemas.microsoft.com/office/drawing/2014/main" id="{34EB58E4-7964-F834-ABD1-D49BC7DF791F}"/>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5" name="Group 75">
              <a:extLst>
                <a:ext uri="{FF2B5EF4-FFF2-40B4-BE49-F238E27FC236}">
                  <a16:creationId xmlns:a16="http://schemas.microsoft.com/office/drawing/2014/main" id="{1CAF43CA-0416-6C92-D9CB-1CF1258F8CD4}"/>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DBC0ECDF-D530-3950-229D-E0DC6D14DCDD}"/>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7" name="TextBox 77">
                <a:extLst>
                  <a:ext uri="{FF2B5EF4-FFF2-40B4-BE49-F238E27FC236}">
                    <a16:creationId xmlns:a16="http://schemas.microsoft.com/office/drawing/2014/main" id="{36F15F28-89FB-3975-CE88-BD61EFE244FB}"/>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8" name="Group 78">
              <a:extLst>
                <a:ext uri="{FF2B5EF4-FFF2-40B4-BE49-F238E27FC236}">
                  <a16:creationId xmlns:a16="http://schemas.microsoft.com/office/drawing/2014/main" id="{129443AD-B410-F1AD-7749-3CF306F47C5C}"/>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4EBF4055-FD2B-6D3F-25A5-D7A812FBA465}"/>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0" name="TextBox 80">
                <a:extLst>
                  <a:ext uri="{FF2B5EF4-FFF2-40B4-BE49-F238E27FC236}">
                    <a16:creationId xmlns:a16="http://schemas.microsoft.com/office/drawing/2014/main" id="{345AFE99-1681-C40A-1A39-A9F909318D44}"/>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81" name="Group 81">
              <a:extLst>
                <a:ext uri="{FF2B5EF4-FFF2-40B4-BE49-F238E27FC236}">
                  <a16:creationId xmlns:a16="http://schemas.microsoft.com/office/drawing/2014/main" id="{E427C41C-7957-BDBD-49C7-1714F5A0EE64}"/>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1CE7F304-E1C5-FED0-E6DB-21F5353E9F26}"/>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3" name="TextBox 83">
                <a:extLst>
                  <a:ext uri="{FF2B5EF4-FFF2-40B4-BE49-F238E27FC236}">
                    <a16:creationId xmlns:a16="http://schemas.microsoft.com/office/drawing/2014/main" id="{99313951-F12C-58F5-78C6-73BBDCCAAAED}"/>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sp>
        <p:nvSpPr>
          <p:cNvPr id="84" name="Freeform 84">
            <a:extLst>
              <a:ext uri="{FF2B5EF4-FFF2-40B4-BE49-F238E27FC236}">
                <a16:creationId xmlns:a16="http://schemas.microsoft.com/office/drawing/2014/main" id="{80BEE3D9-A459-A70C-899C-5C0647FA6E99}"/>
              </a:ext>
            </a:extLst>
          </p:cNvPr>
          <p:cNvSpPr/>
          <p:nvPr/>
        </p:nvSpPr>
        <p:spPr>
          <a:xfrm rot="6451370">
            <a:off x="15324698" y="7886286"/>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98" name="TextBox 97">
            <a:extLst>
              <a:ext uri="{FF2B5EF4-FFF2-40B4-BE49-F238E27FC236}">
                <a16:creationId xmlns:a16="http://schemas.microsoft.com/office/drawing/2014/main" id="{EBBE8D6B-6F44-4826-3B8A-8A8005CD7DE7}"/>
              </a:ext>
            </a:extLst>
          </p:cNvPr>
          <p:cNvSpPr txBox="1"/>
          <p:nvPr/>
        </p:nvSpPr>
        <p:spPr>
          <a:xfrm>
            <a:off x="1646146" y="1139258"/>
            <a:ext cx="15727454" cy="8007192"/>
          </a:xfrm>
          <a:prstGeom prst="rect">
            <a:avLst/>
          </a:prstGeom>
          <a:noFill/>
        </p:spPr>
        <p:txBody>
          <a:bodyPr wrap="square">
            <a:spAutoFit/>
          </a:bodyPr>
          <a:lstStyle/>
          <a:p>
            <a:pPr algn="just">
              <a:lnSpc>
                <a:spcPct val="150000"/>
              </a:lnSpc>
              <a:spcBef>
                <a:spcPts val="600"/>
              </a:spcBef>
              <a:spcAft>
                <a:spcPts val="600"/>
              </a:spcAft>
              <a:buNone/>
            </a:pPr>
            <a:r>
              <a:rPr lang="vi-VN" sz="4000" b="1">
                <a:solidFill>
                  <a:srgbClr val="00B0F0"/>
                </a:solidFill>
                <a:latin typeface="American Typewriter" panose="02090604020004020304" pitchFamily="18" charset="77"/>
              </a:rPr>
              <a:t>2. Phân loại động từ</a:t>
            </a:r>
          </a:p>
          <a:p>
            <a:pPr algn="just">
              <a:lnSpc>
                <a:spcPct val="150000"/>
              </a:lnSpc>
              <a:spcBef>
                <a:spcPts val="600"/>
              </a:spcBef>
              <a:spcAft>
                <a:spcPts val="600"/>
              </a:spcAft>
              <a:buNone/>
            </a:pPr>
            <a:r>
              <a:rPr lang="vi-VN" sz="4000">
                <a:latin typeface="American Typewriter" panose="02090604020004020304" pitchFamily="18" charset="77"/>
              </a:rPr>
              <a:t>Trong tiếng Anh, động từ được chia làm hai loại chính:</a:t>
            </a:r>
          </a:p>
          <a:p>
            <a:pPr algn="just">
              <a:lnSpc>
                <a:spcPct val="150000"/>
              </a:lnSpc>
              <a:spcBef>
                <a:spcPts val="600"/>
              </a:spcBef>
              <a:spcAft>
                <a:spcPts val="600"/>
              </a:spcAft>
              <a:buNone/>
            </a:pPr>
            <a:r>
              <a:rPr lang="vi-VN" sz="4000" b="1">
                <a:solidFill>
                  <a:schemeClr val="accent4"/>
                </a:solidFill>
                <a:latin typeface="American Typewriter" panose="02090604020004020304" pitchFamily="18" charset="77"/>
              </a:rPr>
              <a:t>Động từ thường (ordinary verbs):</a:t>
            </a:r>
          </a:p>
          <a:p>
            <a:pPr algn="just">
              <a:lnSpc>
                <a:spcPct val="150000"/>
              </a:lnSpc>
              <a:spcBef>
                <a:spcPts val="600"/>
              </a:spcBef>
              <a:spcAft>
                <a:spcPts val="600"/>
              </a:spcAft>
              <a:buNone/>
            </a:pPr>
            <a:r>
              <a:rPr lang="vi-VN" sz="4000">
                <a:latin typeface="American Typewriter" panose="02090604020004020304" pitchFamily="18" charset="77"/>
              </a:rPr>
              <a:t>Đây là những động từ dùng để diễn tả </a:t>
            </a:r>
            <a:r>
              <a:rPr lang="vi-VN" sz="4000" b="1">
                <a:latin typeface="American Typewriter" panose="02090604020004020304" pitchFamily="18" charset="77"/>
              </a:rPr>
              <a:t>hành động</a:t>
            </a:r>
            <a:r>
              <a:rPr lang="vi-VN" sz="4000">
                <a:latin typeface="American Typewriter" panose="02090604020004020304" pitchFamily="18" charset="77"/>
              </a:rPr>
              <a:t>, </a:t>
            </a:r>
            <a:r>
              <a:rPr lang="vi-VN" sz="4000" b="1">
                <a:latin typeface="American Typewriter" panose="02090604020004020304" pitchFamily="18" charset="77"/>
              </a:rPr>
              <a:t>quá trình</a:t>
            </a:r>
            <a:r>
              <a:rPr lang="vi-VN" sz="4000">
                <a:latin typeface="American Typewriter" panose="02090604020004020304" pitchFamily="18" charset="77"/>
              </a:rPr>
              <a:t>, hoặc </a:t>
            </a:r>
            <a:r>
              <a:rPr lang="vi-VN" sz="4000" b="1">
                <a:latin typeface="American Typewriter" panose="02090604020004020304" pitchFamily="18" charset="77"/>
              </a:rPr>
              <a:t>trạng thái</a:t>
            </a:r>
            <a:r>
              <a:rPr lang="vi-VN" sz="4000">
                <a:latin typeface="American Typewriter" panose="02090604020004020304" pitchFamily="18" charset="77"/>
              </a:rPr>
              <a:t> cụ thể của chủ ngữ. Chúng thường trả lời cho câu hỏi “làm gì?” và là loại động từ phổ biến nhất trong tiếng Anh.</a:t>
            </a:r>
          </a:p>
          <a:p>
            <a:pPr algn="just">
              <a:lnSpc>
                <a:spcPct val="150000"/>
              </a:lnSpc>
              <a:spcBef>
                <a:spcPts val="600"/>
              </a:spcBef>
              <a:spcAft>
                <a:spcPts val="600"/>
              </a:spcAft>
              <a:buNone/>
            </a:pPr>
            <a:r>
              <a:rPr lang="en-VN" sz="4000">
                <a:latin typeface="American Typewriter" panose="02090604020004020304" pitchFamily="18" charset="77"/>
              </a:rPr>
              <a:t>👉 </a:t>
            </a:r>
            <a:r>
              <a:rPr lang="vi-VN" sz="4000">
                <a:latin typeface="American Typewriter" panose="02090604020004020304" pitchFamily="18" charset="77"/>
              </a:rPr>
              <a:t>Ví dụ: </a:t>
            </a:r>
            <a:r>
              <a:rPr lang="vi-VN" sz="4000" i="1">
                <a:latin typeface="American Typewriter" panose="02090604020004020304" pitchFamily="18" charset="77"/>
              </a:rPr>
              <a:t>go</a:t>
            </a:r>
            <a:r>
              <a:rPr lang="vi-VN" sz="4000">
                <a:latin typeface="American Typewriter" panose="02090604020004020304" pitchFamily="18" charset="77"/>
              </a:rPr>
              <a:t>, </a:t>
            </a:r>
            <a:r>
              <a:rPr lang="vi-VN" sz="4000" i="1">
                <a:latin typeface="American Typewriter" panose="02090604020004020304" pitchFamily="18" charset="77"/>
              </a:rPr>
              <a:t>eat</a:t>
            </a:r>
            <a:r>
              <a:rPr lang="vi-VN" sz="4000">
                <a:latin typeface="American Typewriter" panose="02090604020004020304" pitchFamily="18" charset="77"/>
              </a:rPr>
              <a:t>, </a:t>
            </a:r>
            <a:r>
              <a:rPr lang="vi-VN" sz="4000" i="1">
                <a:latin typeface="American Typewriter" panose="02090604020004020304" pitchFamily="18" charset="77"/>
              </a:rPr>
              <a:t>learn</a:t>
            </a:r>
            <a:r>
              <a:rPr lang="vi-VN" sz="4000">
                <a:latin typeface="American Typewriter" panose="02090604020004020304" pitchFamily="18" charset="77"/>
              </a:rPr>
              <a:t>, </a:t>
            </a:r>
            <a:r>
              <a:rPr lang="vi-VN" sz="4000" i="1">
                <a:latin typeface="American Typewriter" panose="02090604020004020304" pitchFamily="18" charset="77"/>
              </a:rPr>
              <a:t>like</a:t>
            </a:r>
            <a:r>
              <a:rPr lang="vi-VN" sz="4000">
                <a:latin typeface="American Typewriter" panose="02090604020004020304" pitchFamily="18" charset="77"/>
              </a:rPr>
              <a:t>, </a:t>
            </a:r>
            <a:r>
              <a:rPr lang="vi-VN" sz="4000" i="1">
                <a:latin typeface="American Typewriter" panose="02090604020004020304" pitchFamily="18" charset="77"/>
              </a:rPr>
              <a:t>want</a:t>
            </a:r>
            <a:r>
              <a:rPr lang="vi-VN" sz="4000">
                <a:latin typeface="American Typewriter" panose="02090604020004020304" pitchFamily="18" charset="77"/>
              </a:rPr>
              <a:t>, </a:t>
            </a:r>
            <a:r>
              <a:rPr lang="vi-VN" sz="4000" i="1">
                <a:latin typeface="American Typewriter" panose="02090604020004020304" pitchFamily="18" charset="77"/>
              </a:rPr>
              <a:t>study</a:t>
            </a:r>
            <a:r>
              <a:rPr lang="vi-VN" sz="4000">
                <a:latin typeface="American Typewriter" panose="02090604020004020304" pitchFamily="18" charset="77"/>
              </a:rPr>
              <a:t>, </a:t>
            </a:r>
            <a:r>
              <a:rPr lang="vi-VN" sz="4000" i="1">
                <a:latin typeface="American Typewriter" panose="02090604020004020304" pitchFamily="18" charset="77"/>
              </a:rPr>
              <a:t>work</a:t>
            </a:r>
            <a:r>
              <a:rPr lang="vi-VN" sz="4000">
                <a:latin typeface="American Typewriter" panose="02090604020004020304" pitchFamily="18" charset="77"/>
              </a:rPr>
              <a:t>...</a:t>
            </a:r>
          </a:p>
        </p:txBody>
      </p:sp>
    </p:spTree>
    <p:extLst>
      <p:ext uri="{BB962C8B-B14F-4D97-AF65-F5344CB8AC3E}">
        <p14:creationId xmlns:p14="http://schemas.microsoft.com/office/powerpoint/2010/main" val="370258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8">
                                            <p:txEl>
                                              <p:pRg st="4" end="4"/>
                                            </p:txEl>
                                          </p:spTgt>
                                        </p:tgtEl>
                                        <p:attrNameLst>
                                          <p:attrName>style.visibility</p:attrName>
                                        </p:attrNameLst>
                                      </p:cBhvr>
                                      <p:to>
                                        <p:strVal val="visible"/>
                                      </p:to>
                                    </p:set>
                                    <p:anim calcmode="lin" valueType="num">
                                      <p:cBhvr additive="base">
                                        <p:cTn id="31" dur="500" fill="hold"/>
                                        <p:tgtEl>
                                          <p:spTgt spid="9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8">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endParaRPr lang="en-VN"/>
          </a:p>
        </p:txBody>
      </p:sp>
      <p:sp>
        <p:nvSpPr>
          <p:cNvPr id="3" name="Freeform 3"/>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endParaRPr lang="en-VN"/>
          </a:p>
        </p:txBody>
      </p:sp>
      <p:sp>
        <p:nvSpPr>
          <p:cNvPr id="4" name="Freeform 4"/>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endParaRPr lang="en-VN"/>
          </a:p>
        </p:txBody>
      </p:sp>
      <p:grpSp>
        <p:nvGrpSpPr>
          <p:cNvPr id="5" name="Group 5"/>
          <p:cNvGrpSpPr/>
          <p:nvPr/>
        </p:nvGrpSpPr>
        <p:grpSpPr>
          <a:xfrm rot="-4655">
            <a:off x="-1354844" y="292332"/>
            <a:ext cx="18902914" cy="9535992"/>
            <a:chOff x="0" y="-47625"/>
            <a:chExt cx="5454346" cy="2751565"/>
          </a:xfrm>
        </p:grpSpPr>
        <p:sp>
          <p:nvSpPr>
            <p:cNvPr id="6" name="Freeform 6"/>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endParaRPr lang="en-VN"/>
            </a:p>
          </p:txBody>
        </p:sp>
        <p:sp>
          <p:nvSpPr>
            <p:cNvPr id="7" name="TextBox 7"/>
            <p:cNvSpPr txBox="1"/>
            <p:nvPr/>
          </p:nvSpPr>
          <p:spPr>
            <a:xfrm>
              <a:off x="0" y="-47625"/>
              <a:ext cx="5454346" cy="2751565"/>
            </a:xfrm>
            <a:prstGeom prst="rect">
              <a:avLst/>
            </a:prstGeom>
          </p:spPr>
          <p:txBody>
            <a:bodyPr lIns="49849" tIns="49849" rIns="49849" bIns="49849" rtlCol="0" anchor="ctr"/>
            <a:lstStyle/>
            <a:p>
              <a:pPr algn="ctr">
                <a:lnSpc>
                  <a:spcPts val="2659"/>
                </a:lnSpc>
              </a:pPr>
              <a:endParaRPr/>
            </a:p>
          </p:txBody>
        </p:sp>
      </p:grpSp>
      <p:grpSp>
        <p:nvGrpSpPr>
          <p:cNvPr id="8" name="Group 8"/>
          <p:cNvGrpSpPr/>
          <p:nvPr/>
        </p:nvGrpSpPr>
        <p:grpSpPr>
          <a:xfrm>
            <a:off x="-1193800" y="425195"/>
            <a:ext cx="19394428" cy="9372569"/>
            <a:chOff x="-28217" y="-47625"/>
            <a:chExt cx="5458003" cy="2704410"/>
          </a:xfrm>
        </p:grpSpPr>
        <p:sp>
          <p:nvSpPr>
            <p:cNvPr id="9" name="Freeform 9"/>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endParaRPr lang="en-VN"/>
            </a:p>
          </p:txBody>
        </p:sp>
        <p:sp>
          <p:nvSpPr>
            <p:cNvPr id="10" name="TextBox 10"/>
            <p:cNvSpPr txBox="1"/>
            <p:nvPr/>
          </p:nvSpPr>
          <p:spPr>
            <a:xfrm>
              <a:off x="0" y="-47625"/>
              <a:ext cx="5429786" cy="2704410"/>
            </a:xfrm>
            <a:prstGeom prst="rect">
              <a:avLst/>
            </a:prstGeom>
          </p:spPr>
          <p:txBody>
            <a:bodyPr lIns="49849" tIns="49849" rIns="49849" bIns="49849" rtlCol="0" anchor="ctr"/>
            <a:lstStyle/>
            <a:p>
              <a:pPr algn="ctr">
                <a:lnSpc>
                  <a:spcPts val="2659"/>
                </a:lnSpc>
              </a:pPr>
              <a:endParaRPr/>
            </a:p>
          </p:txBody>
        </p:sp>
      </p:grpSp>
      <p:grpSp>
        <p:nvGrpSpPr>
          <p:cNvPr id="11" name="Group 11"/>
          <p:cNvGrpSpPr/>
          <p:nvPr/>
        </p:nvGrpSpPr>
        <p:grpSpPr>
          <a:xfrm rot="-4655">
            <a:off x="16612334" y="3146261"/>
            <a:ext cx="1654976" cy="1084661"/>
            <a:chOff x="0" y="0"/>
            <a:chExt cx="361392" cy="312974"/>
          </a:xfrm>
        </p:grpSpPr>
        <p:sp>
          <p:nvSpPr>
            <p:cNvPr id="12" name="Freeform 12"/>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endParaRPr lang="en-VN"/>
            </a:p>
          </p:txBody>
        </p:sp>
        <p:sp>
          <p:nvSpPr>
            <p:cNvPr id="13" name="TextBox 13"/>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4" name="Group 14"/>
          <p:cNvGrpSpPr/>
          <p:nvPr/>
        </p:nvGrpSpPr>
        <p:grpSpPr>
          <a:xfrm rot="-4655">
            <a:off x="16612334" y="1809800"/>
            <a:ext cx="1655230" cy="1084661"/>
            <a:chOff x="0" y="0"/>
            <a:chExt cx="361392" cy="312974"/>
          </a:xfrm>
        </p:grpSpPr>
        <p:sp>
          <p:nvSpPr>
            <p:cNvPr id="15" name="Freeform 15"/>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endParaRPr lang="en-VN"/>
            </a:p>
          </p:txBody>
        </p:sp>
        <p:sp>
          <p:nvSpPr>
            <p:cNvPr id="16" name="TextBox 16"/>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7" name="Group 17"/>
          <p:cNvGrpSpPr/>
          <p:nvPr/>
        </p:nvGrpSpPr>
        <p:grpSpPr>
          <a:xfrm rot="-4655">
            <a:off x="1459077" y="-255135"/>
            <a:ext cx="16147690" cy="9528913"/>
            <a:chOff x="-382724" y="-47625"/>
            <a:chExt cx="4345598" cy="2749523"/>
          </a:xfrm>
        </p:grpSpPr>
        <p:sp>
          <p:nvSpPr>
            <p:cNvPr id="18" name="Freeform 18"/>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endParaRPr lang="en-VN"/>
            </a:p>
          </p:txBody>
        </p:sp>
        <p:sp>
          <p:nvSpPr>
            <p:cNvPr id="19" name="TextBox 19"/>
            <p:cNvSpPr txBox="1"/>
            <p:nvPr/>
          </p:nvSpPr>
          <p:spPr>
            <a:xfrm>
              <a:off x="0" y="-47625"/>
              <a:ext cx="3961731" cy="2448417"/>
            </a:xfrm>
            <a:prstGeom prst="rect">
              <a:avLst/>
            </a:prstGeom>
          </p:spPr>
          <p:txBody>
            <a:bodyPr lIns="49849" tIns="49849" rIns="49849" bIns="49849" rtlCol="0" anchor="ctr"/>
            <a:lstStyle/>
            <a:p>
              <a:pPr algn="ctr">
                <a:lnSpc>
                  <a:spcPts val="2659"/>
                </a:lnSpc>
              </a:pPr>
              <a:endParaRPr/>
            </a:p>
          </p:txBody>
        </p:sp>
      </p:grpSp>
      <p:sp>
        <p:nvSpPr>
          <p:cNvPr id="34" name="Freeform 34"/>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endParaRPr lang="en-VN"/>
          </a:p>
        </p:txBody>
      </p:sp>
      <p:grpSp>
        <p:nvGrpSpPr>
          <p:cNvPr id="35" name="Group 35"/>
          <p:cNvGrpSpPr/>
          <p:nvPr/>
        </p:nvGrpSpPr>
        <p:grpSpPr>
          <a:xfrm>
            <a:off x="539390" y="1514432"/>
            <a:ext cx="558859" cy="7203980"/>
            <a:chOff x="0" y="0"/>
            <a:chExt cx="745145" cy="9605307"/>
          </a:xfrm>
        </p:grpSpPr>
        <p:grpSp>
          <p:nvGrpSpPr>
            <p:cNvPr id="36" name="Group 36"/>
            <p:cNvGrpSpPr/>
            <p:nvPr/>
          </p:nvGrpSpPr>
          <p:grpSpPr>
            <a:xfrm>
              <a:off x="0" y="0"/>
              <a:ext cx="745145" cy="745145"/>
              <a:chOff x="0" y="0"/>
              <a:chExt cx="812800" cy="812800"/>
            </a:xfrm>
          </p:grpSpPr>
          <p:sp>
            <p:nvSpPr>
              <p:cNvPr id="37" name="Freeform 3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38" name="TextBox 38"/>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9" name="Group 39"/>
            <p:cNvGrpSpPr/>
            <p:nvPr/>
          </p:nvGrpSpPr>
          <p:grpSpPr>
            <a:xfrm>
              <a:off x="0" y="2215041"/>
              <a:ext cx="745145" cy="745145"/>
              <a:chOff x="0" y="0"/>
              <a:chExt cx="812800" cy="812800"/>
            </a:xfrm>
          </p:grpSpPr>
          <p:sp>
            <p:nvSpPr>
              <p:cNvPr id="40" name="Freeform 4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1" name="TextBox 41"/>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2" name="Group 42"/>
            <p:cNvGrpSpPr/>
            <p:nvPr/>
          </p:nvGrpSpPr>
          <p:grpSpPr>
            <a:xfrm>
              <a:off x="0" y="4430081"/>
              <a:ext cx="745145" cy="745145"/>
              <a:chOff x="0" y="0"/>
              <a:chExt cx="812800" cy="812800"/>
            </a:xfrm>
          </p:grpSpPr>
          <p:sp>
            <p:nvSpPr>
              <p:cNvPr id="43" name="Freeform 4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4" name="TextBox 44"/>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5" name="Group 45"/>
            <p:cNvGrpSpPr/>
            <p:nvPr/>
          </p:nvGrpSpPr>
          <p:grpSpPr>
            <a:xfrm>
              <a:off x="0" y="6645122"/>
              <a:ext cx="745145" cy="745145"/>
              <a:chOff x="0" y="0"/>
              <a:chExt cx="812800" cy="812800"/>
            </a:xfrm>
          </p:grpSpPr>
          <p:sp>
            <p:nvSpPr>
              <p:cNvPr id="46" name="Freeform 4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7" name="TextBox 47"/>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8" name="Group 48"/>
            <p:cNvGrpSpPr/>
            <p:nvPr/>
          </p:nvGrpSpPr>
          <p:grpSpPr>
            <a:xfrm>
              <a:off x="0" y="8860162"/>
              <a:ext cx="745145" cy="745145"/>
              <a:chOff x="0" y="0"/>
              <a:chExt cx="812800" cy="812800"/>
            </a:xfrm>
          </p:grpSpPr>
          <p:sp>
            <p:nvSpPr>
              <p:cNvPr id="49" name="Freeform 4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0" name="TextBox 50"/>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51" name="Freeform 51"/>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endParaRPr lang="en-VN"/>
          </a:p>
        </p:txBody>
      </p:sp>
      <p:grpSp>
        <p:nvGrpSpPr>
          <p:cNvPr id="52" name="Group 52"/>
          <p:cNvGrpSpPr/>
          <p:nvPr/>
        </p:nvGrpSpPr>
        <p:grpSpPr>
          <a:xfrm>
            <a:off x="-913244" y="1514432"/>
            <a:ext cx="558859" cy="7203980"/>
            <a:chOff x="0" y="0"/>
            <a:chExt cx="745145" cy="9605307"/>
          </a:xfrm>
        </p:grpSpPr>
        <p:grpSp>
          <p:nvGrpSpPr>
            <p:cNvPr id="53" name="Group 53"/>
            <p:cNvGrpSpPr/>
            <p:nvPr/>
          </p:nvGrpSpPr>
          <p:grpSpPr>
            <a:xfrm>
              <a:off x="0" y="0"/>
              <a:ext cx="745145" cy="745145"/>
              <a:chOff x="0" y="0"/>
              <a:chExt cx="812800" cy="812800"/>
            </a:xfrm>
          </p:grpSpPr>
          <p:sp>
            <p:nvSpPr>
              <p:cNvPr id="54" name="Freeform 5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5" name="TextBox 55"/>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6" name="Group 56"/>
            <p:cNvGrpSpPr/>
            <p:nvPr/>
          </p:nvGrpSpPr>
          <p:grpSpPr>
            <a:xfrm>
              <a:off x="0" y="2215041"/>
              <a:ext cx="745145" cy="745145"/>
              <a:chOff x="0" y="0"/>
              <a:chExt cx="812800" cy="812800"/>
            </a:xfrm>
          </p:grpSpPr>
          <p:sp>
            <p:nvSpPr>
              <p:cNvPr id="57" name="Freeform 5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8" name="TextBox 58"/>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9" name="Group 59"/>
            <p:cNvGrpSpPr/>
            <p:nvPr/>
          </p:nvGrpSpPr>
          <p:grpSpPr>
            <a:xfrm>
              <a:off x="0" y="4430081"/>
              <a:ext cx="745145" cy="745145"/>
              <a:chOff x="0" y="0"/>
              <a:chExt cx="812800" cy="812800"/>
            </a:xfrm>
          </p:grpSpPr>
          <p:sp>
            <p:nvSpPr>
              <p:cNvPr id="60" name="Freeform 6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1" name="TextBox 61"/>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2" name="Group 62"/>
            <p:cNvGrpSpPr/>
            <p:nvPr/>
          </p:nvGrpSpPr>
          <p:grpSpPr>
            <a:xfrm>
              <a:off x="0" y="6645122"/>
              <a:ext cx="745145" cy="745145"/>
              <a:chOff x="0" y="0"/>
              <a:chExt cx="812800" cy="812800"/>
            </a:xfrm>
          </p:grpSpPr>
          <p:sp>
            <p:nvSpPr>
              <p:cNvPr id="63" name="Freeform 6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4" name="TextBox 64"/>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5" name="Group 65"/>
            <p:cNvGrpSpPr/>
            <p:nvPr/>
          </p:nvGrpSpPr>
          <p:grpSpPr>
            <a:xfrm>
              <a:off x="0" y="8860162"/>
              <a:ext cx="745145" cy="745145"/>
              <a:chOff x="0" y="0"/>
              <a:chExt cx="812800" cy="812800"/>
            </a:xfrm>
          </p:grpSpPr>
          <p:sp>
            <p:nvSpPr>
              <p:cNvPr id="66" name="Freeform 6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7" name="TextBox 67"/>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grpSp>
        <p:nvGrpSpPr>
          <p:cNvPr id="68" name="Group 68"/>
          <p:cNvGrpSpPr/>
          <p:nvPr/>
        </p:nvGrpSpPr>
        <p:grpSpPr>
          <a:xfrm>
            <a:off x="-720578" y="1654173"/>
            <a:ext cx="1594601" cy="6924497"/>
            <a:chOff x="0" y="0"/>
            <a:chExt cx="2126135" cy="9232663"/>
          </a:xfrm>
        </p:grpSpPr>
        <p:grpSp>
          <p:nvGrpSpPr>
            <p:cNvPr id="69" name="Group 69"/>
            <p:cNvGrpSpPr/>
            <p:nvPr/>
          </p:nvGrpSpPr>
          <p:grpSpPr>
            <a:xfrm rot="-4655">
              <a:off x="245" y="1434"/>
              <a:ext cx="2118306" cy="363908"/>
              <a:chOff x="0" y="0"/>
              <a:chExt cx="458420" cy="78753"/>
            </a:xfrm>
          </p:grpSpPr>
          <p:sp>
            <p:nvSpPr>
              <p:cNvPr id="70" name="Freeform 70"/>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1" name="TextBox 71"/>
              <p:cNvSpPr txBox="1"/>
              <p:nvPr/>
            </p:nvSpPr>
            <p:spPr>
              <a:xfrm>
                <a:off x="0" y="-47625"/>
                <a:ext cx="458420" cy="126378"/>
              </a:xfrm>
              <a:prstGeom prst="rect">
                <a:avLst/>
              </a:prstGeom>
            </p:spPr>
            <p:txBody>
              <a:bodyPr lIns="49849" tIns="49849" rIns="49849" bIns="49849" rtlCol="0" anchor="ctr"/>
              <a:lstStyle/>
              <a:p>
                <a:pPr algn="ctr">
                  <a:lnSpc>
                    <a:spcPts val="2659"/>
                  </a:lnSpc>
                </a:pPr>
                <a:endParaRPr/>
              </a:p>
            </p:txBody>
          </p:sp>
        </p:grpSp>
        <p:grpSp>
          <p:nvGrpSpPr>
            <p:cNvPr id="72" name="Group 72"/>
            <p:cNvGrpSpPr/>
            <p:nvPr/>
          </p:nvGrpSpPr>
          <p:grpSpPr>
            <a:xfrm rot="-4655">
              <a:off x="6054" y="2217905"/>
              <a:ext cx="2119835" cy="363908"/>
              <a:chOff x="0" y="0"/>
              <a:chExt cx="458751" cy="78753"/>
            </a:xfrm>
          </p:grpSpPr>
          <p:sp>
            <p:nvSpPr>
              <p:cNvPr id="73" name="Freeform 73"/>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4" name="TextBox 74"/>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5" name="Group 75"/>
            <p:cNvGrpSpPr/>
            <p:nvPr/>
          </p:nvGrpSpPr>
          <p:grpSpPr>
            <a:xfrm rot="-4655">
              <a:off x="6054" y="4434376"/>
              <a:ext cx="2119835" cy="363908"/>
              <a:chOff x="0" y="0"/>
              <a:chExt cx="458751" cy="78753"/>
            </a:xfrm>
          </p:grpSpPr>
          <p:sp>
            <p:nvSpPr>
              <p:cNvPr id="76" name="Freeform 76"/>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7" name="TextBox 77"/>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8" name="Group 78"/>
            <p:cNvGrpSpPr/>
            <p:nvPr/>
          </p:nvGrpSpPr>
          <p:grpSpPr>
            <a:xfrm rot="-4655">
              <a:off x="6054" y="6650847"/>
              <a:ext cx="2119835" cy="363908"/>
              <a:chOff x="0" y="0"/>
              <a:chExt cx="458751" cy="78753"/>
            </a:xfrm>
          </p:grpSpPr>
          <p:sp>
            <p:nvSpPr>
              <p:cNvPr id="79" name="Freeform 79"/>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0" name="TextBox 80"/>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81" name="Group 81"/>
            <p:cNvGrpSpPr/>
            <p:nvPr/>
          </p:nvGrpSpPr>
          <p:grpSpPr>
            <a:xfrm rot="-4655">
              <a:off x="245" y="8867319"/>
              <a:ext cx="2119835" cy="363908"/>
              <a:chOff x="0" y="0"/>
              <a:chExt cx="458751" cy="78753"/>
            </a:xfrm>
          </p:grpSpPr>
          <p:sp>
            <p:nvSpPr>
              <p:cNvPr id="82" name="Freeform 82"/>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3" name="TextBox 83"/>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sp>
        <p:nvSpPr>
          <p:cNvPr id="84" name="Freeform 84"/>
          <p:cNvSpPr/>
          <p:nvPr/>
        </p:nvSpPr>
        <p:spPr>
          <a:xfrm rot="6451370">
            <a:off x="15324698" y="7886286"/>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98" name="TextBox 97">
            <a:extLst>
              <a:ext uri="{FF2B5EF4-FFF2-40B4-BE49-F238E27FC236}">
                <a16:creationId xmlns:a16="http://schemas.microsoft.com/office/drawing/2014/main" id="{E2B3C7D3-BCC6-DC27-270D-82A679994A74}"/>
              </a:ext>
            </a:extLst>
          </p:cNvPr>
          <p:cNvSpPr txBox="1"/>
          <p:nvPr/>
        </p:nvSpPr>
        <p:spPr>
          <a:xfrm>
            <a:off x="1670013" y="1478397"/>
            <a:ext cx="15727454" cy="7163821"/>
          </a:xfrm>
          <a:prstGeom prst="rect">
            <a:avLst/>
          </a:prstGeom>
          <a:noFill/>
        </p:spPr>
        <p:txBody>
          <a:bodyPr wrap="square">
            <a:spAutoFit/>
          </a:bodyPr>
          <a:lstStyle/>
          <a:p>
            <a:pPr algn="just">
              <a:lnSpc>
                <a:spcPct val="150000"/>
              </a:lnSpc>
              <a:spcBef>
                <a:spcPts val="600"/>
              </a:spcBef>
              <a:spcAft>
                <a:spcPts val="600"/>
              </a:spcAft>
            </a:pPr>
            <a:r>
              <a:rPr lang="vi-VN" sz="4250" b="1">
                <a:solidFill>
                  <a:schemeClr val="accent4"/>
                </a:solidFill>
                <a:latin typeface="American Typewriter" panose="02090604020004020304" pitchFamily="18" charset="77"/>
              </a:rPr>
              <a:t>Động từ to be:</a:t>
            </a:r>
          </a:p>
          <a:p>
            <a:pPr algn="just">
              <a:lnSpc>
                <a:spcPct val="150000"/>
              </a:lnSpc>
              <a:spcBef>
                <a:spcPts val="600"/>
              </a:spcBef>
              <a:spcAft>
                <a:spcPts val="600"/>
              </a:spcAft>
            </a:pPr>
            <a:r>
              <a:rPr lang="vi-VN" sz="4250">
                <a:latin typeface="American Typewriter" panose="02090604020004020304" pitchFamily="18" charset="77"/>
              </a:rPr>
              <a:t>Đây là nhóm động từ đặc biệt dùng để diễn tả </a:t>
            </a:r>
            <a:r>
              <a:rPr lang="vi-VN" sz="4250" b="1">
                <a:latin typeface="American Typewriter" panose="02090604020004020304" pitchFamily="18" charset="77"/>
              </a:rPr>
              <a:t>trạng thái, đặc điểm, hoặc sự tồn tại</a:t>
            </a:r>
            <a:r>
              <a:rPr lang="vi-VN" sz="4250">
                <a:latin typeface="American Typewriter" panose="02090604020004020304" pitchFamily="18" charset="77"/>
              </a:rPr>
              <a:t> của chủ ngữ. Ngoài ra, “to be” còn đóng vai trò </a:t>
            </a:r>
            <a:r>
              <a:rPr lang="vi-VN" sz="4250" b="1">
                <a:latin typeface="American Typewriter" panose="02090604020004020304" pitchFamily="18" charset="77"/>
              </a:rPr>
              <a:t>liên động từ</a:t>
            </a:r>
            <a:r>
              <a:rPr lang="vi-VN" sz="4250">
                <a:latin typeface="American Typewriter" panose="02090604020004020304" pitchFamily="18" charset="77"/>
              </a:rPr>
              <a:t> (nối chủ ngữ với tính từ/danh từ) hoặc </a:t>
            </a:r>
            <a:r>
              <a:rPr lang="vi-VN" sz="4250" b="1">
                <a:latin typeface="American Typewriter" panose="02090604020004020304" pitchFamily="18" charset="77"/>
              </a:rPr>
              <a:t>trợ động từ</a:t>
            </a:r>
            <a:r>
              <a:rPr lang="vi-VN" sz="4250">
                <a:latin typeface="American Typewriter" panose="02090604020004020304" pitchFamily="18" charset="77"/>
              </a:rPr>
              <a:t> (trong các thì tiếp diễn, bị động...).</a:t>
            </a:r>
          </a:p>
          <a:p>
            <a:pPr algn="just">
              <a:lnSpc>
                <a:spcPct val="150000"/>
              </a:lnSpc>
              <a:spcBef>
                <a:spcPts val="600"/>
              </a:spcBef>
              <a:spcAft>
                <a:spcPts val="600"/>
              </a:spcAft>
            </a:pPr>
            <a:r>
              <a:rPr lang="en-VN" sz="4250">
                <a:latin typeface="American Typewriter" panose="02090604020004020304" pitchFamily="18" charset="77"/>
              </a:rPr>
              <a:t>👉 </a:t>
            </a:r>
            <a:r>
              <a:rPr lang="vi-VN" sz="4250">
                <a:latin typeface="American Typewriter" panose="02090604020004020304" pitchFamily="18" charset="77"/>
              </a:rPr>
              <a:t>Các dạng thường gặp: </a:t>
            </a:r>
            <a:r>
              <a:rPr lang="vi-VN" sz="4250" i="1">
                <a:latin typeface="American Typewriter" panose="02090604020004020304" pitchFamily="18" charset="77"/>
              </a:rPr>
              <a:t>am</a:t>
            </a:r>
            <a:r>
              <a:rPr lang="vi-VN" sz="4250">
                <a:latin typeface="American Typewriter" panose="02090604020004020304" pitchFamily="18" charset="77"/>
              </a:rPr>
              <a:t>, </a:t>
            </a:r>
            <a:r>
              <a:rPr lang="vi-VN" sz="4250" i="1">
                <a:latin typeface="American Typewriter" panose="02090604020004020304" pitchFamily="18" charset="77"/>
              </a:rPr>
              <a:t>is</a:t>
            </a:r>
            <a:r>
              <a:rPr lang="vi-VN" sz="4250">
                <a:latin typeface="American Typewriter" panose="02090604020004020304" pitchFamily="18" charset="77"/>
              </a:rPr>
              <a:t>, </a:t>
            </a:r>
            <a:r>
              <a:rPr lang="vi-VN" sz="4250" i="1">
                <a:latin typeface="American Typewriter" panose="02090604020004020304" pitchFamily="18" charset="77"/>
              </a:rPr>
              <a:t>are</a:t>
            </a:r>
            <a:r>
              <a:rPr lang="vi-VN" sz="4250">
                <a:latin typeface="American Typewriter" panose="02090604020004020304" pitchFamily="18" charset="77"/>
              </a:rPr>
              <a:t>, </a:t>
            </a:r>
            <a:r>
              <a:rPr lang="vi-VN" sz="4250" i="1">
                <a:latin typeface="American Typewriter" panose="02090604020004020304" pitchFamily="18" charset="77"/>
              </a:rPr>
              <a:t>was</a:t>
            </a:r>
            <a:r>
              <a:rPr lang="vi-VN" sz="4250">
                <a:latin typeface="American Typewriter" panose="02090604020004020304" pitchFamily="18" charset="77"/>
              </a:rPr>
              <a:t>, </a:t>
            </a:r>
            <a:r>
              <a:rPr lang="vi-VN" sz="4250" i="1">
                <a:latin typeface="American Typewriter" panose="02090604020004020304" pitchFamily="18" charset="77"/>
              </a:rPr>
              <a:t>were</a:t>
            </a:r>
            <a:r>
              <a:rPr lang="vi-VN" sz="4250">
                <a:latin typeface="American Typewriter" panose="02090604020004020304" pitchFamily="18" charset="77"/>
              </a:rPr>
              <a:t>, </a:t>
            </a:r>
            <a:r>
              <a:rPr lang="vi-VN" sz="4250" i="1">
                <a:latin typeface="American Typewriter" panose="02090604020004020304" pitchFamily="18" charset="77"/>
              </a:rPr>
              <a:t>be</a:t>
            </a:r>
            <a:r>
              <a:rPr lang="vi-VN" sz="4250">
                <a:latin typeface="American Typewriter" panose="02090604020004020304" pitchFamily="18" charset="77"/>
              </a:rPr>
              <a:t>, </a:t>
            </a:r>
            <a:r>
              <a:rPr lang="vi-VN" sz="4250" i="1">
                <a:latin typeface="American Typewriter" panose="02090604020004020304" pitchFamily="18" charset="77"/>
              </a:rPr>
              <a:t>been</a:t>
            </a:r>
            <a:r>
              <a:rPr lang="vi-VN" sz="4250">
                <a:latin typeface="American Typewriter" panose="02090604020004020304" pitchFamily="18" charset="77"/>
              </a:rPr>
              <a:t>, </a:t>
            </a:r>
            <a:r>
              <a:rPr lang="vi-VN" sz="4250" i="1">
                <a:latin typeface="American Typewriter" panose="02090604020004020304" pitchFamily="18" charset="77"/>
              </a:rPr>
              <a:t>being</a:t>
            </a:r>
            <a:r>
              <a:rPr lang="vi-VN" sz="4250">
                <a:latin typeface="American Typewriter" panose="02090604020004020304" pitchFamily="18" charset="77"/>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F9481-F74F-3C39-36D8-9DCD15E9B5F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E824096-E131-4EEF-B06F-A3C7679B4BC8}"/>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endParaRPr lang="en-VN"/>
          </a:p>
        </p:txBody>
      </p:sp>
      <p:sp>
        <p:nvSpPr>
          <p:cNvPr id="3" name="Freeform 3">
            <a:extLst>
              <a:ext uri="{FF2B5EF4-FFF2-40B4-BE49-F238E27FC236}">
                <a16:creationId xmlns:a16="http://schemas.microsoft.com/office/drawing/2014/main" id="{6852E90D-096D-9404-C05E-F2931A3D1473}"/>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endParaRPr lang="en-VN"/>
          </a:p>
        </p:txBody>
      </p:sp>
      <p:sp>
        <p:nvSpPr>
          <p:cNvPr id="4" name="Freeform 4">
            <a:extLst>
              <a:ext uri="{FF2B5EF4-FFF2-40B4-BE49-F238E27FC236}">
                <a16:creationId xmlns:a16="http://schemas.microsoft.com/office/drawing/2014/main" id="{52A8685B-AD33-3E8A-C213-EED9DE8D0997}"/>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endParaRPr lang="en-VN"/>
          </a:p>
        </p:txBody>
      </p:sp>
      <p:grpSp>
        <p:nvGrpSpPr>
          <p:cNvPr id="5" name="Group 5">
            <a:extLst>
              <a:ext uri="{FF2B5EF4-FFF2-40B4-BE49-F238E27FC236}">
                <a16:creationId xmlns:a16="http://schemas.microsoft.com/office/drawing/2014/main" id="{11F82A83-B494-37B8-DB6F-18D537C4BBF3}"/>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E1070E85-8A98-A7B4-28F4-9E63513F612A}"/>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endParaRPr lang="en-VN"/>
            </a:p>
          </p:txBody>
        </p:sp>
        <p:sp>
          <p:nvSpPr>
            <p:cNvPr id="7" name="TextBox 7">
              <a:extLst>
                <a:ext uri="{FF2B5EF4-FFF2-40B4-BE49-F238E27FC236}">
                  <a16:creationId xmlns:a16="http://schemas.microsoft.com/office/drawing/2014/main" id="{1B6DC897-86C8-F329-A33A-EDD66DF88F4E}"/>
                </a:ext>
              </a:extLst>
            </p:cNvPr>
            <p:cNvSpPr txBox="1"/>
            <p:nvPr/>
          </p:nvSpPr>
          <p:spPr>
            <a:xfrm>
              <a:off x="0" y="-47625"/>
              <a:ext cx="5454346" cy="2751565"/>
            </a:xfrm>
            <a:prstGeom prst="rect">
              <a:avLst/>
            </a:prstGeom>
          </p:spPr>
          <p:txBody>
            <a:bodyPr lIns="49849" tIns="49849" rIns="49849" bIns="49849" rtlCol="0" anchor="ctr"/>
            <a:lstStyle/>
            <a:p>
              <a:pPr algn="ctr">
                <a:lnSpc>
                  <a:spcPts val="2659"/>
                </a:lnSpc>
              </a:pPr>
              <a:endParaRPr/>
            </a:p>
          </p:txBody>
        </p:sp>
      </p:grpSp>
      <p:grpSp>
        <p:nvGrpSpPr>
          <p:cNvPr id="8" name="Group 8">
            <a:extLst>
              <a:ext uri="{FF2B5EF4-FFF2-40B4-BE49-F238E27FC236}">
                <a16:creationId xmlns:a16="http://schemas.microsoft.com/office/drawing/2014/main" id="{EA954100-8134-1A58-A0F7-D8FE20CF4F94}"/>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07A51DBD-D395-79B0-BD49-35563DF7D354}"/>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endParaRPr lang="en-VN"/>
            </a:p>
          </p:txBody>
        </p:sp>
        <p:sp>
          <p:nvSpPr>
            <p:cNvPr id="10" name="TextBox 10">
              <a:extLst>
                <a:ext uri="{FF2B5EF4-FFF2-40B4-BE49-F238E27FC236}">
                  <a16:creationId xmlns:a16="http://schemas.microsoft.com/office/drawing/2014/main" id="{B0ECB119-CAD4-9F6C-DDD3-ECD05848A59A}"/>
                </a:ext>
              </a:extLst>
            </p:cNvPr>
            <p:cNvSpPr txBox="1"/>
            <p:nvPr/>
          </p:nvSpPr>
          <p:spPr>
            <a:xfrm>
              <a:off x="0" y="-47625"/>
              <a:ext cx="5429786" cy="2704410"/>
            </a:xfrm>
            <a:prstGeom prst="rect">
              <a:avLst/>
            </a:prstGeom>
          </p:spPr>
          <p:txBody>
            <a:bodyPr lIns="49849" tIns="49849" rIns="49849" bIns="49849" rtlCol="0" anchor="ctr"/>
            <a:lstStyle/>
            <a:p>
              <a:pPr algn="ctr">
                <a:lnSpc>
                  <a:spcPts val="2659"/>
                </a:lnSpc>
              </a:pPr>
              <a:endParaRPr/>
            </a:p>
          </p:txBody>
        </p:sp>
      </p:grpSp>
      <p:grpSp>
        <p:nvGrpSpPr>
          <p:cNvPr id="11" name="Group 11">
            <a:extLst>
              <a:ext uri="{FF2B5EF4-FFF2-40B4-BE49-F238E27FC236}">
                <a16:creationId xmlns:a16="http://schemas.microsoft.com/office/drawing/2014/main" id="{90742E89-020E-7FCA-3F29-348EE66C2109}"/>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ADFD7F57-465B-5EA2-7551-A04624C2F8E9}"/>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endParaRPr lang="en-VN"/>
            </a:p>
          </p:txBody>
        </p:sp>
        <p:sp>
          <p:nvSpPr>
            <p:cNvPr id="13" name="TextBox 13">
              <a:extLst>
                <a:ext uri="{FF2B5EF4-FFF2-40B4-BE49-F238E27FC236}">
                  <a16:creationId xmlns:a16="http://schemas.microsoft.com/office/drawing/2014/main" id="{8F943DA8-E0CE-5F8D-FF24-0B4C330BCFA5}"/>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4" name="Group 14">
            <a:extLst>
              <a:ext uri="{FF2B5EF4-FFF2-40B4-BE49-F238E27FC236}">
                <a16:creationId xmlns:a16="http://schemas.microsoft.com/office/drawing/2014/main" id="{A0038960-030C-1D30-18B6-8C6529FF128B}"/>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69A6175B-0423-99A4-FD05-F892E40368D0}"/>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endParaRPr lang="en-VN"/>
            </a:p>
          </p:txBody>
        </p:sp>
        <p:sp>
          <p:nvSpPr>
            <p:cNvPr id="16" name="TextBox 16">
              <a:extLst>
                <a:ext uri="{FF2B5EF4-FFF2-40B4-BE49-F238E27FC236}">
                  <a16:creationId xmlns:a16="http://schemas.microsoft.com/office/drawing/2014/main" id="{FB65396E-4705-EA2F-25BD-0D59553A6377}"/>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7" name="Group 17">
            <a:extLst>
              <a:ext uri="{FF2B5EF4-FFF2-40B4-BE49-F238E27FC236}">
                <a16:creationId xmlns:a16="http://schemas.microsoft.com/office/drawing/2014/main" id="{81D8FE00-B5A9-3D4B-F1E7-9B76D6553280}"/>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39979318-8FD2-5429-1794-C3B282C9C574}"/>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endParaRPr lang="en-VN"/>
            </a:p>
          </p:txBody>
        </p:sp>
        <p:sp>
          <p:nvSpPr>
            <p:cNvPr id="19" name="TextBox 19">
              <a:extLst>
                <a:ext uri="{FF2B5EF4-FFF2-40B4-BE49-F238E27FC236}">
                  <a16:creationId xmlns:a16="http://schemas.microsoft.com/office/drawing/2014/main" id="{96DE2145-87FF-3CA3-CB48-E6AD456E1E8A}"/>
                </a:ext>
              </a:extLst>
            </p:cNvPr>
            <p:cNvSpPr txBox="1"/>
            <p:nvPr/>
          </p:nvSpPr>
          <p:spPr>
            <a:xfrm>
              <a:off x="0" y="-47625"/>
              <a:ext cx="3961731" cy="2448417"/>
            </a:xfrm>
            <a:prstGeom prst="rect">
              <a:avLst/>
            </a:prstGeom>
          </p:spPr>
          <p:txBody>
            <a:bodyPr lIns="49849" tIns="49849" rIns="49849" bIns="49849" rtlCol="0" anchor="ctr"/>
            <a:lstStyle/>
            <a:p>
              <a:pPr algn="ctr">
                <a:lnSpc>
                  <a:spcPts val="2659"/>
                </a:lnSpc>
              </a:pPr>
              <a:endParaRPr/>
            </a:p>
          </p:txBody>
        </p:sp>
      </p:grpSp>
      <p:sp>
        <p:nvSpPr>
          <p:cNvPr id="34" name="Freeform 34">
            <a:extLst>
              <a:ext uri="{FF2B5EF4-FFF2-40B4-BE49-F238E27FC236}">
                <a16:creationId xmlns:a16="http://schemas.microsoft.com/office/drawing/2014/main" id="{6C369B4B-6317-9304-13EE-EB9F4ED37E6A}"/>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endParaRPr lang="en-VN"/>
          </a:p>
        </p:txBody>
      </p:sp>
      <p:grpSp>
        <p:nvGrpSpPr>
          <p:cNvPr id="35" name="Group 35">
            <a:extLst>
              <a:ext uri="{FF2B5EF4-FFF2-40B4-BE49-F238E27FC236}">
                <a16:creationId xmlns:a16="http://schemas.microsoft.com/office/drawing/2014/main" id="{AA0C8DC1-6339-9C0B-413F-E421287E3640}"/>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626CEBB2-E872-AC54-47D5-B77E90115835}"/>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CF29522E-0351-E547-7E9C-EF4E1578436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38" name="TextBox 38">
                <a:extLst>
                  <a:ext uri="{FF2B5EF4-FFF2-40B4-BE49-F238E27FC236}">
                    <a16:creationId xmlns:a16="http://schemas.microsoft.com/office/drawing/2014/main" id="{AC01B174-F753-D573-4751-EE748EE4AF22}"/>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3AF868E2-02FC-9DB3-362A-CED1EE3B6774}"/>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41DB45EE-8974-E919-E6CC-8DA58134071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1" name="TextBox 41">
                <a:extLst>
                  <a:ext uri="{FF2B5EF4-FFF2-40B4-BE49-F238E27FC236}">
                    <a16:creationId xmlns:a16="http://schemas.microsoft.com/office/drawing/2014/main" id="{9068C032-C439-807C-9A88-B985C9066902}"/>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CBFA72E6-2B6F-DC47-605B-DD35FE9FE816}"/>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53BA3169-92CB-D38A-0D6A-8078DAC66EC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4" name="TextBox 44">
                <a:extLst>
                  <a:ext uri="{FF2B5EF4-FFF2-40B4-BE49-F238E27FC236}">
                    <a16:creationId xmlns:a16="http://schemas.microsoft.com/office/drawing/2014/main" id="{34F5CA4A-999A-773F-DD1B-C8D4A92D33D9}"/>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69D36294-D5D6-1647-7C5F-493BF27B0474}"/>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6D34D260-5B4B-53F1-3F9D-5F8BAC31E4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7" name="TextBox 47">
                <a:extLst>
                  <a:ext uri="{FF2B5EF4-FFF2-40B4-BE49-F238E27FC236}">
                    <a16:creationId xmlns:a16="http://schemas.microsoft.com/office/drawing/2014/main" id="{CED354C6-6482-1C31-2364-8F6064D58310}"/>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8" name="Group 48">
              <a:extLst>
                <a:ext uri="{FF2B5EF4-FFF2-40B4-BE49-F238E27FC236}">
                  <a16:creationId xmlns:a16="http://schemas.microsoft.com/office/drawing/2014/main" id="{97070593-E015-F6A7-D675-4DB9069CF243}"/>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176FE7E1-F850-40F9-2FEA-CFE6908D63E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0" name="TextBox 50">
                <a:extLst>
                  <a:ext uri="{FF2B5EF4-FFF2-40B4-BE49-F238E27FC236}">
                    <a16:creationId xmlns:a16="http://schemas.microsoft.com/office/drawing/2014/main" id="{7EE218C4-0242-7B78-1606-C99919634D0E}"/>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51" name="Freeform 51">
            <a:extLst>
              <a:ext uri="{FF2B5EF4-FFF2-40B4-BE49-F238E27FC236}">
                <a16:creationId xmlns:a16="http://schemas.microsoft.com/office/drawing/2014/main" id="{7DEC7F79-CE0F-D293-A1DD-8DAA4EC00246}"/>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endParaRPr lang="en-VN"/>
          </a:p>
        </p:txBody>
      </p:sp>
      <p:grpSp>
        <p:nvGrpSpPr>
          <p:cNvPr id="52" name="Group 52">
            <a:extLst>
              <a:ext uri="{FF2B5EF4-FFF2-40B4-BE49-F238E27FC236}">
                <a16:creationId xmlns:a16="http://schemas.microsoft.com/office/drawing/2014/main" id="{094AF07A-B22B-EB03-3946-DE785A50FF67}"/>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807D5564-D8A6-2CC9-2BE3-A655AB01DFF8}"/>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4D6AE5D2-BD39-694B-DBCC-536615A0B08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5" name="TextBox 55">
                <a:extLst>
                  <a:ext uri="{FF2B5EF4-FFF2-40B4-BE49-F238E27FC236}">
                    <a16:creationId xmlns:a16="http://schemas.microsoft.com/office/drawing/2014/main" id="{B7EE92ED-9E51-004E-ED4B-C257A1E42DE4}"/>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6" name="Group 56">
              <a:extLst>
                <a:ext uri="{FF2B5EF4-FFF2-40B4-BE49-F238E27FC236}">
                  <a16:creationId xmlns:a16="http://schemas.microsoft.com/office/drawing/2014/main" id="{2213E5FF-A166-5030-5400-41B2A0F61F72}"/>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35EDF15E-BB42-DBA4-D00A-505B78FF6F0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8" name="TextBox 58">
                <a:extLst>
                  <a:ext uri="{FF2B5EF4-FFF2-40B4-BE49-F238E27FC236}">
                    <a16:creationId xmlns:a16="http://schemas.microsoft.com/office/drawing/2014/main" id="{B2797C26-BFFD-CBBE-0A21-4B9E446822BB}"/>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9" name="Group 59">
              <a:extLst>
                <a:ext uri="{FF2B5EF4-FFF2-40B4-BE49-F238E27FC236}">
                  <a16:creationId xmlns:a16="http://schemas.microsoft.com/office/drawing/2014/main" id="{732E1890-FCD4-B35C-83B6-108C07271531}"/>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402CD0C0-6AF3-00FE-5170-2D6006C6FF5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1" name="TextBox 61">
                <a:extLst>
                  <a:ext uri="{FF2B5EF4-FFF2-40B4-BE49-F238E27FC236}">
                    <a16:creationId xmlns:a16="http://schemas.microsoft.com/office/drawing/2014/main" id="{58AE379B-D058-ADD6-2D53-9F00983652C6}"/>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2" name="Group 62">
              <a:extLst>
                <a:ext uri="{FF2B5EF4-FFF2-40B4-BE49-F238E27FC236}">
                  <a16:creationId xmlns:a16="http://schemas.microsoft.com/office/drawing/2014/main" id="{5106DC8B-0191-A88C-B1B1-51D5EADA9B37}"/>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D557F34F-943B-A3D9-1E27-FF08A981AF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4" name="TextBox 64">
                <a:extLst>
                  <a:ext uri="{FF2B5EF4-FFF2-40B4-BE49-F238E27FC236}">
                    <a16:creationId xmlns:a16="http://schemas.microsoft.com/office/drawing/2014/main" id="{67CF5385-7AF3-B026-557C-448758AD3A57}"/>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5" name="Group 65">
              <a:extLst>
                <a:ext uri="{FF2B5EF4-FFF2-40B4-BE49-F238E27FC236}">
                  <a16:creationId xmlns:a16="http://schemas.microsoft.com/office/drawing/2014/main" id="{7DC8A7F4-9065-77D2-F7E4-D098FA9F0516}"/>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E36CC038-8D22-78FD-5C87-2B9D8F43A3F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7" name="TextBox 67">
                <a:extLst>
                  <a:ext uri="{FF2B5EF4-FFF2-40B4-BE49-F238E27FC236}">
                    <a16:creationId xmlns:a16="http://schemas.microsoft.com/office/drawing/2014/main" id="{FCEC00E0-82FF-D1D2-D004-4795BAA0776B}"/>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grpSp>
        <p:nvGrpSpPr>
          <p:cNvPr id="68" name="Group 68">
            <a:extLst>
              <a:ext uri="{FF2B5EF4-FFF2-40B4-BE49-F238E27FC236}">
                <a16:creationId xmlns:a16="http://schemas.microsoft.com/office/drawing/2014/main" id="{BBCE4E7B-0028-BEEA-B4E7-D194968B7FE0}"/>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984E0AD0-510F-3D4B-C9ED-974546284AF0}"/>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66DCB8AD-555F-BB1C-CF45-BB2C0819124C}"/>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1" name="TextBox 71">
                <a:extLst>
                  <a:ext uri="{FF2B5EF4-FFF2-40B4-BE49-F238E27FC236}">
                    <a16:creationId xmlns:a16="http://schemas.microsoft.com/office/drawing/2014/main" id="{E215F668-9D6C-B521-A556-D184B2AF960D}"/>
                  </a:ext>
                </a:extLst>
              </p:cNvPr>
              <p:cNvSpPr txBox="1"/>
              <p:nvPr/>
            </p:nvSpPr>
            <p:spPr>
              <a:xfrm>
                <a:off x="0" y="-47625"/>
                <a:ext cx="458420" cy="126378"/>
              </a:xfrm>
              <a:prstGeom prst="rect">
                <a:avLst/>
              </a:prstGeom>
            </p:spPr>
            <p:txBody>
              <a:bodyPr lIns="49849" tIns="49849" rIns="49849" bIns="49849" rtlCol="0" anchor="ctr"/>
              <a:lstStyle/>
              <a:p>
                <a:pPr algn="ctr">
                  <a:lnSpc>
                    <a:spcPts val="2659"/>
                  </a:lnSpc>
                </a:pPr>
                <a:endParaRPr/>
              </a:p>
            </p:txBody>
          </p:sp>
        </p:grpSp>
        <p:grpSp>
          <p:nvGrpSpPr>
            <p:cNvPr id="72" name="Group 72">
              <a:extLst>
                <a:ext uri="{FF2B5EF4-FFF2-40B4-BE49-F238E27FC236}">
                  <a16:creationId xmlns:a16="http://schemas.microsoft.com/office/drawing/2014/main" id="{EC25336D-7500-8731-90B4-0C9801CB619F}"/>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DE110732-6171-5213-10B9-FBCC20894E0A}"/>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4" name="TextBox 74">
                <a:extLst>
                  <a:ext uri="{FF2B5EF4-FFF2-40B4-BE49-F238E27FC236}">
                    <a16:creationId xmlns:a16="http://schemas.microsoft.com/office/drawing/2014/main" id="{4E3E87FE-D0F6-5F6D-9DD8-682FB7596542}"/>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5" name="Group 75">
              <a:extLst>
                <a:ext uri="{FF2B5EF4-FFF2-40B4-BE49-F238E27FC236}">
                  <a16:creationId xmlns:a16="http://schemas.microsoft.com/office/drawing/2014/main" id="{725B3F0F-7FDF-F383-6A1D-406DAA6D1F54}"/>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B0319507-44DB-E69C-69F5-BE0AA5914BF4}"/>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7" name="TextBox 77">
                <a:extLst>
                  <a:ext uri="{FF2B5EF4-FFF2-40B4-BE49-F238E27FC236}">
                    <a16:creationId xmlns:a16="http://schemas.microsoft.com/office/drawing/2014/main" id="{239AF27B-5CB0-7DA7-DE63-CB080BEB69F0}"/>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8" name="Group 78">
              <a:extLst>
                <a:ext uri="{FF2B5EF4-FFF2-40B4-BE49-F238E27FC236}">
                  <a16:creationId xmlns:a16="http://schemas.microsoft.com/office/drawing/2014/main" id="{DE77281B-380D-63C3-F45B-82B0FEC0D63B}"/>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0254FB16-36A9-8985-899E-0D747FDB53FB}"/>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0" name="TextBox 80">
                <a:extLst>
                  <a:ext uri="{FF2B5EF4-FFF2-40B4-BE49-F238E27FC236}">
                    <a16:creationId xmlns:a16="http://schemas.microsoft.com/office/drawing/2014/main" id="{5DAFC895-FE7D-6B41-35CB-83CB8DBB17F3}"/>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81" name="Group 81">
              <a:extLst>
                <a:ext uri="{FF2B5EF4-FFF2-40B4-BE49-F238E27FC236}">
                  <a16:creationId xmlns:a16="http://schemas.microsoft.com/office/drawing/2014/main" id="{B3F0F214-9356-50FF-2251-9EFC0C47A1E4}"/>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3C3E33D1-BE37-A278-0981-81CA8778931D}"/>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3" name="TextBox 83">
                <a:extLst>
                  <a:ext uri="{FF2B5EF4-FFF2-40B4-BE49-F238E27FC236}">
                    <a16:creationId xmlns:a16="http://schemas.microsoft.com/office/drawing/2014/main" id="{947F7A32-DCB1-2307-D8F1-560E473B6C44}"/>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sp>
        <p:nvSpPr>
          <p:cNvPr id="84" name="Freeform 84">
            <a:extLst>
              <a:ext uri="{FF2B5EF4-FFF2-40B4-BE49-F238E27FC236}">
                <a16:creationId xmlns:a16="http://schemas.microsoft.com/office/drawing/2014/main" id="{9A3402BD-2FDB-D11D-7F88-4AE03C76DCA4}"/>
              </a:ext>
            </a:extLst>
          </p:cNvPr>
          <p:cNvSpPr/>
          <p:nvPr/>
        </p:nvSpPr>
        <p:spPr>
          <a:xfrm rot="6451370">
            <a:off x="15324698" y="7886286"/>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98" name="TextBox 97">
            <a:extLst>
              <a:ext uri="{FF2B5EF4-FFF2-40B4-BE49-F238E27FC236}">
                <a16:creationId xmlns:a16="http://schemas.microsoft.com/office/drawing/2014/main" id="{EC8BFBA6-2286-8C40-7717-419E854CA7E4}"/>
              </a:ext>
            </a:extLst>
          </p:cNvPr>
          <p:cNvSpPr txBox="1"/>
          <p:nvPr/>
        </p:nvSpPr>
        <p:spPr>
          <a:xfrm>
            <a:off x="1670013" y="1339519"/>
            <a:ext cx="15727454" cy="7369325"/>
          </a:xfrm>
          <a:prstGeom prst="rect">
            <a:avLst/>
          </a:prstGeom>
          <a:noFill/>
        </p:spPr>
        <p:txBody>
          <a:bodyPr wrap="square">
            <a:spAutoFit/>
          </a:bodyPr>
          <a:lstStyle/>
          <a:p>
            <a:pPr algn="ctr">
              <a:lnSpc>
                <a:spcPct val="150000"/>
              </a:lnSpc>
            </a:pPr>
            <a:r>
              <a:rPr lang="vi-VN" sz="5000" b="1">
                <a:solidFill>
                  <a:srgbClr val="C00000"/>
                </a:solidFill>
                <a:latin typeface="American Typewriter" panose="02090604020004020304" pitchFamily="18" charset="77"/>
              </a:rPr>
              <a:t>LƯU Ý KHI DÙNG ĐỘNG TỪ</a:t>
            </a:r>
          </a:p>
          <a:p>
            <a:pPr marL="571500" indent="-571500" algn="just">
              <a:lnSpc>
                <a:spcPct val="150000"/>
              </a:lnSpc>
              <a:buFont typeface="Wingdings" pitchFamily="2" charset="2"/>
              <a:buChar char="§"/>
            </a:pPr>
            <a:r>
              <a:rPr lang="vi-VN" sz="4500" b="1">
                <a:latin typeface="American Typewriter" panose="02090604020004020304" pitchFamily="18" charset="77"/>
              </a:rPr>
              <a:t>Hòa hợp với chủ ngữ</a:t>
            </a:r>
            <a:r>
              <a:rPr lang="vi-VN" sz="4500">
                <a:latin typeface="American Typewriter" panose="02090604020004020304" pitchFamily="18" charset="77"/>
              </a:rPr>
              <a:t> → Động từ phải chia đúng theo ngôi và số.</a:t>
            </a:r>
          </a:p>
          <a:p>
            <a:pPr marL="571500" indent="-571500" algn="just">
              <a:lnSpc>
                <a:spcPct val="150000"/>
              </a:lnSpc>
              <a:buFont typeface="Wingdings" pitchFamily="2" charset="2"/>
              <a:buChar char="§"/>
            </a:pPr>
            <a:r>
              <a:rPr lang="vi-VN" sz="4500" b="1">
                <a:latin typeface="American Typewriter" panose="02090604020004020304" pitchFamily="18" charset="77"/>
              </a:rPr>
              <a:t>Chia đúng thì</a:t>
            </a:r>
            <a:r>
              <a:rPr lang="vi-VN" sz="4500">
                <a:latin typeface="American Typewriter" panose="02090604020004020304" pitchFamily="18" charset="77"/>
              </a:rPr>
              <a:t> → Xác định rõ thời gian để dùng đúng thì động từ - </a:t>
            </a:r>
            <a:r>
              <a:rPr lang="vi-VN" sz="4500" b="1">
                <a:solidFill>
                  <a:srgbClr val="FF0000"/>
                </a:solidFill>
                <a:latin typeface="American Typewriter" panose="02090604020004020304" pitchFamily="18" charset="77"/>
              </a:rPr>
              <a:t>V</a:t>
            </a:r>
            <a:r>
              <a:rPr lang="vi-VN" sz="4500" b="1" baseline="-25000">
                <a:solidFill>
                  <a:srgbClr val="FF0000"/>
                </a:solidFill>
                <a:latin typeface="American Typewriter" panose="02090604020004020304" pitchFamily="18" charset="77"/>
              </a:rPr>
              <a:t>0</a:t>
            </a:r>
            <a:r>
              <a:rPr lang="vi-VN" sz="4500">
                <a:latin typeface="American Typewriter" panose="02090604020004020304" pitchFamily="18" charset="77"/>
              </a:rPr>
              <a:t> – </a:t>
            </a:r>
            <a:r>
              <a:rPr lang="vi-VN" sz="4500" b="1">
                <a:solidFill>
                  <a:srgbClr val="FF0000"/>
                </a:solidFill>
                <a:latin typeface="American Typewriter" panose="02090604020004020304" pitchFamily="18" charset="77"/>
              </a:rPr>
              <a:t>V</a:t>
            </a:r>
            <a:r>
              <a:rPr lang="vi-VN" sz="4500" b="1" baseline="-25000">
                <a:solidFill>
                  <a:srgbClr val="FF0000"/>
                </a:solidFill>
                <a:latin typeface="American Typewriter" panose="02090604020004020304" pitchFamily="18" charset="77"/>
              </a:rPr>
              <a:t>s/es</a:t>
            </a:r>
            <a:r>
              <a:rPr lang="vi-VN" sz="4500">
                <a:latin typeface="American Typewriter" panose="02090604020004020304" pitchFamily="18" charset="77"/>
              </a:rPr>
              <a:t> – </a:t>
            </a:r>
            <a:r>
              <a:rPr lang="vi-VN" sz="4500" b="1">
                <a:solidFill>
                  <a:srgbClr val="FF0000"/>
                </a:solidFill>
                <a:latin typeface="American Typewriter" panose="02090604020004020304" pitchFamily="18" charset="77"/>
              </a:rPr>
              <a:t>V</a:t>
            </a:r>
            <a:r>
              <a:rPr lang="vi-VN" sz="4500" b="1" baseline="-25000">
                <a:solidFill>
                  <a:srgbClr val="FF0000"/>
                </a:solidFill>
                <a:latin typeface="American Typewriter" panose="02090604020004020304" pitchFamily="18" charset="77"/>
              </a:rPr>
              <a:t>ing</a:t>
            </a:r>
            <a:r>
              <a:rPr lang="vi-VN" sz="4500">
                <a:latin typeface="American Typewriter" panose="02090604020004020304" pitchFamily="18" charset="77"/>
              </a:rPr>
              <a:t> – </a:t>
            </a:r>
            <a:r>
              <a:rPr lang="vi-VN" sz="4500" b="1">
                <a:solidFill>
                  <a:srgbClr val="FF0000"/>
                </a:solidFill>
                <a:latin typeface="American Typewriter" panose="02090604020004020304" pitchFamily="18" charset="77"/>
              </a:rPr>
              <a:t>V</a:t>
            </a:r>
            <a:r>
              <a:rPr lang="vi-VN" sz="4500" b="1" baseline="-25000">
                <a:solidFill>
                  <a:srgbClr val="FF0000"/>
                </a:solidFill>
                <a:latin typeface="American Typewriter" panose="02090604020004020304" pitchFamily="18" charset="77"/>
              </a:rPr>
              <a:t>2</a:t>
            </a:r>
            <a:r>
              <a:rPr lang="vi-VN" sz="4500" b="1" baseline="30000">
                <a:solidFill>
                  <a:srgbClr val="FF0000"/>
                </a:solidFill>
                <a:latin typeface="American Typewriter" panose="02090604020004020304" pitchFamily="18" charset="77"/>
              </a:rPr>
              <a:t>ed</a:t>
            </a:r>
            <a:r>
              <a:rPr lang="vi-VN" sz="4500">
                <a:latin typeface="American Typewriter" panose="02090604020004020304" pitchFamily="18" charset="77"/>
              </a:rPr>
              <a:t> – </a:t>
            </a:r>
            <a:r>
              <a:rPr lang="vi-VN" sz="4500" b="1">
                <a:solidFill>
                  <a:srgbClr val="FF0000"/>
                </a:solidFill>
                <a:latin typeface="American Typewriter" panose="02090604020004020304" pitchFamily="18" charset="77"/>
              </a:rPr>
              <a:t>V</a:t>
            </a:r>
            <a:r>
              <a:rPr lang="vi-VN" sz="4500" b="1" baseline="-25000">
                <a:solidFill>
                  <a:srgbClr val="FF0000"/>
                </a:solidFill>
                <a:latin typeface="American Typewriter" panose="02090604020004020304" pitchFamily="18" charset="77"/>
              </a:rPr>
              <a:t>3</a:t>
            </a:r>
            <a:r>
              <a:rPr lang="vi-VN" sz="4500" b="1" baseline="30000">
                <a:solidFill>
                  <a:srgbClr val="FF0000"/>
                </a:solidFill>
                <a:latin typeface="American Typewriter" panose="02090604020004020304" pitchFamily="18" charset="77"/>
              </a:rPr>
              <a:t>ed</a:t>
            </a:r>
            <a:r>
              <a:rPr lang="vi-VN" sz="4500">
                <a:latin typeface="American Typewriter" panose="02090604020004020304" pitchFamily="18" charset="77"/>
              </a:rPr>
              <a:t>.</a:t>
            </a:r>
          </a:p>
          <a:p>
            <a:pPr marL="571500" indent="-571500" algn="just">
              <a:lnSpc>
                <a:spcPct val="150000"/>
              </a:lnSpc>
              <a:buFont typeface="Wingdings" pitchFamily="2" charset="2"/>
              <a:buChar char="§"/>
            </a:pPr>
            <a:r>
              <a:rPr lang="vi-VN" sz="4500" b="1">
                <a:latin typeface="American Typewriter" panose="02090604020004020304" pitchFamily="18" charset="77"/>
              </a:rPr>
              <a:t>Không dùng “to be” + động từ nguyên mẫu</a:t>
            </a:r>
            <a:r>
              <a:rPr lang="vi-VN" sz="4500">
                <a:latin typeface="American Typewriter" panose="02090604020004020304" pitchFamily="18" charset="77"/>
              </a:rPr>
              <a:t> → Tránh lỗi như </a:t>
            </a:r>
            <a:r>
              <a:rPr lang="vi-VN" sz="4500" i="1">
                <a:latin typeface="American Typewriter" panose="02090604020004020304" pitchFamily="18" charset="77"/>
              </a:rPr>
              <a:t>She </a:t>
            </a:r>
            <a:r>
              <a:rPr lang="vi-VN" sz="4500" b="1" i="1" strike="sngStrike">
                <a:solidFill>
                  <a:srgbClr val="FF0000"/>
                </a:solidFill>
                <a:latin typeface="American Typewriter" panose="02090604020004020304" pitchFamily="18" charset="77"/>
              </a:rPr>
              <a:t>is go to school </a:t>
            </a:r>
            <a:r>
              <a:rPr lang="vi-VN" sz="4500" i="1">
                <a:latin typeface="American Typewriter" panose="02090604020004020304" pitchFamily="18" charset="77"/>
              </a:rPr>
              <a:t>by motobike</a:t>
            </a:r>
            <a:r>
              <a:rPr lang="vi-VN" sz="4500">
                <a:latin typeface="American Typewriter" panose="02090604020004020304" pitchFamily="18" charset="77"/>
              </a:rPr>
              <a:t>.</a:t>
            </a:r>
          </a:p>
        </p:txBody>
      </p:sp>
    </p:spTree>
    <p:extLst>
      <p:ext uri="{BB962C8B-B14F-4D97-AF65-F5344CB8AC3E}">
        <p14:creationId xmlns:p14="http://schemas.microsoft.com/office/powerpoint/2010/main" val="642408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98BFB8">
            <a:alpha val="19946"/>
          </a:srgbClr>
        </a:solidFill>
        <a:effectLst/>
      </p:bgPr>
    </p:bg>
    <p:spTree>
      <p:nvGrpSpPr>
        <p:cNvPr id="1" name=""/>
        <p:cNvGrpSpPr/>
        <p:nvPr/>
      </p:nvGrpSpPr>
      <p:grpSpPr>
        <a:xfrm>
          <a:off x="0" y="0"/>
          <a:ext cx="0" cy="0"/>
          <a:chOff x="0" y="0"/>
          <a:chExt cx="0" cy="0"/>
        </a:xfrm>
      </p:grpSpPr>
      <p:grpSp>
        <p:nvGrpSpPr>
          <p:cNvPr id="2" name="Group 2"/>
          <p:cNvGrpSpPr/>
          <p:nvPr/>
        </p:nvGrpSpPr>
        <p:grpSpPr>
          <a:xfrm>
            <a:off x="-372997" y="8146417"/>
            <a:ext cx="21571817" cy="5782245"/>
            <a:chOff x="0" y="0"/>
            <a:chExt cx="5681466" cy="1522896"/>
          </a:xfrm>
        </p:grpSpPr>
        <p:sp>
          <p:nvSpPr>
            <p:cNvPr id="3" name="Freeform 3"/>
            <p:cNvSpPr/>
            <p:nvPr/>
          </p:nvSpPr>
          <p:spPr>
            <a:xfrm>
              <a:off x="0" y="0"/>
              <a:ext cx="5681466" cy="1522896"/>
            </a:xfrm>
            <a:custGeom>
              <a:avLst/>
              <a:gdLst/>
              <a:ahLst/>
              <a:cxnLst/>
              <a:rect l="l" t="t" r="r" b="b"/>
              <a:pathLst>
                <a:path w="5681466" h="1522896">
                  <a:moveTo>
                    <a:pt x="0" y="0"/>
                  </a:moveTo>
                  <a:lnTo>
                    <a:pt x="5681466" y="0"/>
                  </a:lnTo>
                  <a:lnTo>
                    <a:pt x="5681466" y="1522896"/>
                  </a:lnTo>
                  <a:lnTo>
                    <a:pt x="0" y="1522896"/>
                  </a:lnTo>
                  <a:close/>
                </a:path>
              </a:pathLst>
            </a:custGeom>
            <a:solidFill>
              <a:srgbClr val="C75D63"/>
            </a:solidFill>
          </p:spPr>
          <p:txBody>
            <a:bodyPr/>
            <a:lstStyle/>
            <a:p>
              <a:endParaRPr lang="en-VN"/>
            </a:p>
          </p:txBody>
        </p:sp>
        <p:sp>
          <p:nvSpPr>
            <p:cNvPr id="4" name="TextBox 4"/>
            <p:cNvSpPr txBox="1"/>
            <p:nvPr/>
          </p:nvSpPr>
          <p:spPr>
            <a:xfrm>
              <a:off x="0" y="-57150"/>
              <a:ext cx="5681466" cy="1580046"/>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6400800" y="2588634"/>
            <a:ext cx="10591800" cy="3077766"/>
          </a:xfrm>
          <a:prstGeom prst="rect">
            <a:avLst/>
          </a:prstGeom>
        </p:spPr>
        <p:txBody>
          <a:bodyPr wrap="square" lIns="0" tIns="0" rIns="0" bIns="0" rtlCol="0" anchor="t">
            <a:spAutoFit/>
          </a:bodyPr>
          <a:lstStyle/>
          <a:p>
            <a:pPr algn="ctr"/>
            <a:r>
              <a:rPr lang="en-US" sz="10000" b="1">
                <a:solidFill>
                  <a:schemeClr val="accent5"/>
                </a:solidFill>
                <a:latin typeface="American Typewriter" panose="02090604020004020304" pitchFamily="18" charset="77"/>
                <a:ea typeface="Frutiger Condensed"/>
                <a:cs typeface="Frutiger Condensed"/>
                <a:sym typeface="Frutiger Condensed"/>
              </a:rPr>
              <a:t>ĐỘNG TỪ </a:t>
            </a:r>
          </a:p>
          <a:p>
            <a:pPr algn="ctr"/>
            <a:r>
              <a:rPr lang="en-US" sz="10000" b="1">
                <a:solidFill>
                  <a:schemeClr val="accent5"/>
                </a:solidFill>
                <a:latin typeface="American Typewriter" panose="02090604020004020304" pitchFamily="18" charset="77"/>
                <a:ea typeface="Frutiger Condensed"/>
                <a:cs typeface="Frutiger Condensed"/>
                <a:sym typeface="Frutiger Condensed"/>
              </a:rPr>
              <a:t>THƯỜNG</a:t>
            </a:r>
          </a:p>
        </p:txBody>
      </p:sp>
      <p:sp>
        <p:nvSpPr>
          <p:cNvPr id="8" name="Freeform 6">
            <a:extLst>
              <a:ext uri="{FF2B5EF4-FFF2-40B4-BE49-F238E27FC236}">
                <a16:creationId xmlns:a16="http://schemas.microsoft.com/office/drawing/2014/main" id="{6E712388-0AF5-DB82-5F38-E266E84B9160}"/>
              </a:ext>
            </a:extLst>
          </p:cNvPr>
          <p:cNvSpPr/>
          <p:nvPr/>
        </p:nvSpPr>
        <p:spPr>
          <a:xfrm>
            <a:off x="533400" y="2588634"/>
            <a:ext cx="5551407" cy="7818883"/>
          </a:xfrm>
          <a:custGeom>
            <a:avLst/>
            <a:gdLst/>
            <a:ahLst/>
            <a:cxnLst/>
            <a:rect l="l" t="t" r="r" b="b"/>
            <a:pathLst>
              <a:path w="5551407" h="7818883">
                <a:moveTo>
                  <a:pt x="0" y="0"/>
                </a:moveTo>
                <a:lnTo>
                  <a:pt x="5551407" y="0"/>
                </a:lnTo>
                <a:lnTo>
                  <a:pt x="5551407" y="7818883"/>
                </a:lnTo>
                <a:lnTo>
                  <a:pt x="0" y="7818883"/>
                </a:lnTo>
                <a:lnTo>
                  <a:pt x="0" y="0"/>
                </a:lnTo>
                <a:close/>
              </a:path>
            </a:pathLst>
          </a:custGeom>
          <a:blipFill>
            <a:blip r:embed="rId2"/>
            <a:stretch>
              <a:fillRect/>
            </a:stretch>
          </a:blipFill>
        </p:spPr>
        <p:txBody>
          <a:bodyPr/>
          <a:lstStyle/>
          <a:p>
            <a:endParaRPr lang="en-VN"/>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E56D5-CB1D-64E2-52F8-277DBD72FBC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4195534-428F-8D08-69C7-D66268A7F69A}"/>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endParaRPr lang="en-VN"/>
          </a:p>
        </p:txBody>
      </p:sp>
      <p:sp>
        <p:nvSpPr>
          <p:cNvPr id="3" name="Freeform 3">
            <a:extLst>
              <a:ext uri="{FF2B5EF4-FFF2-40B4-BE49-F238E27FC236}">
                <a16:creationId xmlns:a16="http://schemas.microsoft.com/office/drawing/2014/main" id="{7E128FB9-3FF8-0D5A-63FE-3B2092245AD9}"/>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endParaRPr lang="en-VN"/>
          </a:p>
        </p:txBody>
      </p:sp>
      <p:sp>
        <p:nvSpPr>
          <p:cNvPr id="4" name="Freeform 4">
            <a:extLst>
              <a:ext uri="{FF2B5EF4-FFF2-40B4-BE49-F238E27FC236}">
                <a16:creationId xmlns:a16="http://schemas.microsoft.com/office/drawing/2014/main" id="{CD3A985E-B3A9-E193-FED1-DFAE445BD889}"/>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endParaRPr lang="en-VN"/>
          </a:p>
        </p:txBody>
      </p:sp>
      <p:grpSp>
        <p:nvGrpSpPr>
          <p:cNvPr id="5" name="Group 5">
            <a:extLst>
              <a:ext uri="{FF2B5EF4-FFF2-40B4-BE49-F238E27FC236}">
                <a16:creationId xmlns:a16="http://schemas.microsoft.com/office/drawing/2014/main" id="{9A879B63-380A-D829-1CD4-D68B2CEA913A}"/>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A37C406B-A859-69BD-4FEE-27B3CBBA3091}"/>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endParaRPr lang="en-VN"/>
            </a:p>
          </p:txBody>
        </p:sp>
        <p:sp>
          <p:nvSpPr>
            <p:cNvPr id="7" name="TextBox 7">
              <a:extLst>
                <a:ext uri="{FF2B5EF4-FFF2-40B4-BE49-F238E27FC236}">
                  <a16:creationId xmlns:a16="http://schemas.microsoft.com/office/drawing/2014/main" id="{6728A753-D697-43C1-3F55-DAF5C93C5891}"/>
                </a:ext>
              </a:extLst>
            </p:cNvPr>
            <p:cNvSpPr txBox="1"/>
            <p:nvPr/>
          </p:nvSpPr>
          <p:spPr>
            <a:xfrm>
              <a:off x="0" y="-47625"/>
              <a:ext cx="5454346" cy="2751565"/>
            </a:xfrm>
            <a:prstGeom prst="rect">
              <a:avLst/>
            </a:prstGeom>
          </p:spPr>
          <p:txBody>
            <a:bodyPr lIns="49849" tIns="49849" rIns="49849" bIns="49849" rtlCol="0" anchor="ctr"/>
            <a:lstStyle/>
            <a:p>
              <a:pPr algn="ctr">
                <a:lnSpc>
                  <a:spcPts val="2659"/>
                </a:lnSpc>
              </a:pPr>
              <a:endParaRPr/>
            </a:p>
          </p:txBody>
        </p:sp>
      </p:grpSp>
      <p:grpSp>
        <p:nvGrpSpPr>
          <p:cNvPr id="8" name="Group 8">
            <a:extLst>
              <a:ext uri="{FF2B5EF4-FFF2-40B4-BE49-F238E27FC236}">
                <a16:creationId xmlns:a16="http://schemas.microsoft.com/office/drawing/2014/main" id="{195209DF-E008-5CFC-ABFD-9418921CB0BD}"/>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A6439C66-A6BE-4B5B-1149-CCFD075B0CA1}"/>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endParaRPr lang="en-VN"/>
            </a:p>
          </p:txBody>
        </p:sp>
        <p:sp>
          <p:nvSpPr>
            <p:cNvPr id="10" name="TextBox 10">
              <a:extLst>
                <a:ext uri="{FF2B5EF4-FFF2-40B4-BE49-F238E27FC236}">
                  <a16:creationId xmlns:a16="http://schemas.microsoft.com/office/drawing/2014/main" id="{B72E4439-0C97-8D47-FE73-6394B60733A8}"/>
                </a:ext>
              </a:extLst>
            </p:cNvPr>
            <p:cNvSpPr txBox="1"/>
            <p:nvPr/>
          </p:nvSpPr>
          <p:spPr>
            <a:xfrm>
              <a:off x="0" y="-47625"/>
              <a:ext cx="5429786" cy="2704410"/>
            </a:xfrm>
            <a:prstGeom prst="rect">
              <a:avLst/>
            </a:prstGeom>
          </p:spPr>
          <p:txBody>
            <a:bodyPr lIns="49849" tIns="49849" rIns="49849" bIns="49849" rtlCol="0" anchor="ctr"/>
            <a:lstStyle/>
            <a:p>
              <a:pPr algn="ctr">
                <a:lnSpc>
                  <a:spcPts val="2659"/>
                </a:lnSpc>
              </a:pPr>
              <a:endParaRPr/>
            </a:p>
          </p:txBody>
        </p:sp>
      </p:grpSp>
      <p:grpSp>
        <p:nvGrpSpPr>
          <p:cNvPr id="11" name="Group 11">
            <a:extLst>
              <a:ext uri="{FF2B5EF4-FFF2-40B4-BE49-F238E27FC236}">
                <a16:creationId xmlns:a16="http://schemas.microsoft.com/office/drawing/2014/main" id="{AC0DFC5A-F160-9D89-A636-1079EC872EDD}"/>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E605152E-ECD6-5EB6-EC71-20F47B8397AD}"/>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endParaRPr lang="en-VN"/>
            </a:p>
          </p:txBody>
        </p:sp>
        <p:sp>
          <p:nvSpPr>
            <p:cNvPr id="13" name="TextBox 13">
              <a:extLst>
                <a:ext uri="{FF2B5EF4-FFF2-40B4-BE49-F238E27FC236}">
                  <a16:creationId xmlns:a16="http://schemas.microsoft.com/office/drawing/2014/main" id="{6F4F90AF-3C79-C9DE-5BFC-522D7B1052A5}"/>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4" name="Group 14">
            <a:extLst>
              <a:ext uri="{FF2B5EF4-FFF2-40B4-BE49-F238E27FC236}">
                <a16:creationId xmlns:a16="http://schemas.microsoft.com/office/drawing/2014/main" id="{A129B178-707B-FCA1-CB02-3962E2A01B0D}"/>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EEBEA417-5E62-A5E4-F1C6-190A5A8AB0F6}"/>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endParaRPr lang="en-VN"/>
            </a:p>
          </p:txBody>
        </p:sp>
        <p:sp>
          <p:nvSpPr>
            <p:cNvPr id="16" name="TextBox 16">
              <a:extLst>
                <a:ext uri="{FF2B5EF4-FFF2-40B4-BE49-F238E27FC236}">
                  <a16:creationId xmlns:a16="http://schemas.microsoft.com/office/drawing/2014/main" id="{44B4189D-C5FF-CF89-E4D1-C9F35871E581}"/>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7" name="Group 17">
            <a:extLst>
              <a:ext uri="{FF2B5EF4-FFF2-40B4-BE49-F238E27FC236}">
                <a16:creationId xmlns:a16="http://schemas.microsoft.com/office/drawing/2014/main" id="{B966A936-6E84-2494-FE14-B1FE00565AEB}"/>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43F23BAC-8BDA-2E10-81B5-22820EAB2838}"/>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endParaRPr lang="en-VN"/>
            </a:p>
          </p:txBody>
        </p:sp>
        <p:sp>
          <p:nvSpPr>
            <p:cNvPr id="19" name="TextBox 19">
              <a:extLst>
                <a:ext uri="{FF2B5EF4-FFF2-40B4-BE49-F238E27FC236}">
                  <a16:creationId xmlns:a16="http://schemas.microsoft.com/office/drawing/2014/main" id="{9367C49A-67A0-C7ED-7C0C-887ACE9FE43B}"/>
                </a:ext>
              </a:extLst>
            </p:cNvPr>
            <p:cNvSpPr txBox="1"/>
            <p:nvPr/>
          </p:nvSpPr>
          <p:spPr>
            <a:xfrm>
              <a:off x="0" y="-47625"/>
              <a:ext cx="3961731" cy="2448417"/>
            </a:xfrm>
            <a:prstGeom prst="rect">
              <a:avLst/>
            </a:prstGeom>
          </p:spPr>
          <p:txBody>
            <a:bodyPr lIns="49849" tIns="49849" rIns="49849" bIns="49849" rtlCol="0" anchor="ctr"/>
            <a:lstStyle/>
            <a:p>
              <a:pPr algn="ctr">
                <a:lnSpc>
                  <a:spcPts val="2659"/>
                </a:lnSpc>
              </a:pPr>
              <a:endParaRPr/>
            </a:p>
          </p:txBody>
        </p:sp>
      </p:grpSp>
      <p:sp>
        <p:nvSpPr>
          <p:cNvPr id="34" name="Freeform 34">
            <a:extLst>
              <a:ext uri="{FF2B5EF4-FFF2-40B4-BE49-F238E27FC236}">
                <a16:creationId xmlns:a16="http://schemas.microsoft.com/office/drawing/2014/main" id="{19CC7BA9-B1B1-E6B7-2A52-4300E615481B}"/>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endParaRPr lang="en-VN"/>
          </a:p>
        </p:txBody>
      </p:sp>
      <p:grpSp>
        <p:nvGrpSpPr>
          <p:cNvPr id="35" name="Group 35">
            <a:extLst>
              <a:ext uri="{FF2B5EF4-FFF2-40B4-BE49-F238E27FC236}">
                <a16:creationId xmlns:a16="http://schemas.microsoft.com/office/drawing/2014/main" id="{B3A8054C-30F9-40DB-2A26-3E6FCCBF1C6E}"/>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1362EA1B-C073-4E1F-54FF-DC75FD7D19AC}"/>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6344CC12-AFD2-62CB-2AF0-E553DF416C0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38" name="TextBox 38">
                <a:extLst>
                  <a:ext uri="{FF2B5EF4-FFF2-40B4-BE49-F238E27FC236}">
                    <a16:creationId xmlns:a16="http://schemas.microsoft.com/office/drawing/2014/main" id="{04DAD54C-6DA8-2648-3CE6-4BBF9E63A0AE}"/>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409D9E00-95B6-F8F9-9DD5-1522C0E4786B}"/>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9FE10FD5-2551-BFA0-4490-207A55C5012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1" name="TextBox 41">
                <a:extLst>
                  <a:ext uri="{FF2B5EF4-FFF2-40B4-BE49-F238E27FC236}">
                    <a16:creationId xmlns:a16="http://schemas.microsoft.com/office/drawing/2014/main" id="{14245E1E-2D42-9D60-5A61-E1E8DF184C26}"/>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1AA3680F-DFA7-EBBF-DF65-D1AEA715D565}"/>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AA7EDA56-73C5-CCC5-7826-EDF283148B4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4" name="TextBox 44">
                <a:extLst>
                  <a:ext uri="{FF2B5EF4-FFF2-40B4-BE49-F238E27FC236}">
                    <a16:creationId xmlns:a16="http://schemas.microsoft.com/office/drawing/2014/main" id="{18D38E78-2648-E1F7-BBCE-341EFB9A1BAD}"/>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4236E98E-DBE5-E153-A511-554EACBC5D36}"/>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C8E229AE-3E4B-641C-7735-E144BCBA061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7" name="TextBox 47">
                <a:extLst>
                  <a:ext uri="{FF2B5EF4-FFF2-40B4-BE49-F238E27FC236}">
                    <a16:creationId xmlns:a16="http://schemas.microsoft.com/office/drawing/2014/main" id="{0CDE56EA-2C88-25A0-89BB-94A42BDDA9DD}"/>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8" name="Group 48">
              <a:extLst>
                <a:ext uri="{FF2B5EF4-FFF2-40B4-BE49-F238E27FC236}">
                  <a16:creationId xmlns:a16="http://schemas.microsoft.com/office/drawing/2014/main" id="{E219EC3D-69A3-279F-DC20-525E9106A176}"/>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6B181933-044C-3553-4FDF-C637DD35560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0" name="TextBox 50">
                <a:extLst>
                  <a:ext uri="{FF2B5EF4-FFF2-40B4-BE49-F238E27FC236}">
                    <a16:creationId xmlns:a16="http://schemas.microsoft.com/office/drawing/2014/main" id="{BF9F1058-A0AF-FEEB-46E3-EEC8A79FF2D0}"/>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51" name="Freeform 51">
            <a:extLst>
              <a:ext uri="{FF2B5EF4-FFF2-40B4-BE49-F238E27FC236}">
                <a16:creationId xmlns:a16="http://schemas.microsoft.com/office/drawing/2014/main" id="{CF59EF74-7BD6-CE04-52D3-34BC7BAA8FD4}"/>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endParaRPr lang="en-VN"/>
          </a:p>
        </p:txBody>
      </p:sp>
      <p:grpSp>
        <p:nvGrpSpPr>
          <p:cNvPr id="52" name="Group 52">
            <a:extLst>
              <a:ext uri="{FF2B5EF4-FFF2-40B4-BE49-F238E27FC236}">
                <a16:creationId xmlns:a16="http://schemas.microsoft.com/office/drawing/2014/main" id="{2A2337E8-AB32-3E6E-AFF9-8AA6771D51AD}"/>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C48B935D-AE1F-7886-1601-534FF90BA69B}"/>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F4F3027D-E160-5090-4EFF-2063141492B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5" name="TextBox 55">
                <a:extLst>
                  <a:ext uri="{FF2B5EF4-FFF2-40B4-BE49-F238E27FC236}">
                    <a16:creationId xmlns:a16="http://schemas.microsoft.com/office/drawing/2014/main" id="{276C8D7C-C97E-AC11-852D-A983101FAD27}"/>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6" name="Group 56">
              <a:extLst>
                <a:ext uri="{FF2B5EF4-FFF2-40B4-BE49-F238E27FC236}">
                  <a16:creationId xmlns:a16="http://schemas.microsoft.com/office/drawing/2014/main" id="{A94C4672-C0F4-32B2-25E3-3F79BBBEA68D}"/>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DC0D5DED-A4B0-2E5A-D301-D33A7C3B931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8" name="TextBox 58">
                <a:extLst>
                  <a:ext uri="{FF2B5EF4-FFF2-40B4-BE49-F238E27FC236}">
                    <a16:creationId xmlns:a16="http://schemas.microsoft.com/office/drawing/2014/main" id="{5D6905A0-51F1-B8B3-383F-CD4B775463C6}"/>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9" name="Group 59">
              <a:extLst>
                <a:ext uri="{FF2B5EF4-FFF2-40B4-BE49-F238E27FC236}">
                  <a16:creationId xmlns:a16="http://schemas.microsoft.com/office/drawing/2014/main" id="{06510574-304E-71D4-32D5-C8A1DCC25850}"/>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00D9CDDF-4B2D-0223-98F6-2132BC135A4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1" name="TextBox 61">
                <a:extLst>
                  <a:ext uri="{FF2B5EF4-FFF2-40B4-BE49-F238E27FC236}">
                    <a16:creationId xmlns:a16="http://schemas.microsoft.com/office/drawing/2014/main" id="{6AE56BA7-791F-9483-138B-7E8083A6EA3D}"/>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2" name="Group 62">
              <a:extLst>
                <a:ext uri="{FF2B5EF4-FFF2-40B4-BE49-F238E27FC236}">
                  <a16:creationId xmlns:a16="http://schemas.microsoft.com/office/drawing/2014/main" id="{5BC210A2-7C5B-7956-0788-4543E0432B66}"/>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C8572E38-B6AE-3CC0-D374-FD46F09B94B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4" name="TextBox 64">
                <a:extLst>
                  <a:ext uri="{FF2B5EF4-FFF2-40B4-BE49-F238E27FC236}">
                    <a16:creationId xmlns:a16="http://schemas.microsoft.com/office/drawing/2014/main" id="{FBE1465E-8387-1987-76CC-6B68FDE48239}"/>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5" name="Group 65">
              <a:extLst>
                <a:ext uri="{FF2B5EF4-FFF2-40B4-BE49-F238E27FC236}">
                  <a16:creationId xmlns:a16="http://schemas.microsoft.com/office/drawing/2014/main" id="{00ADF78A-53B9-51FC-D192-DBE8BFDE1E88}"/>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75844F27-01D7-15A3-6211-17FB8FF7B66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7" name="TextBox 67">
                <a:extLst>
                  <a:ext uri="{FF2B5EF4-FFF2-40B4-BE49-F238E27FC236}">
                    <a16:creationId xmlns:a16="http://schemas.microsoft.com/office/drawing/2014/main" id="{AEFA5B47-A1AB-94C2-4FC5-3A33DECADFFC}"/>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grpSp>
        <p:nvGrpSpPr>
          <p:cNvPr id="68" name="Group 68">
            <a:extLst>
              <a:ext uri="{FF2B5EF4-FFF2-40B4-BE49-F238E27FC236}">
                <a16:creationId xmlns:a16="http://schemas.microsoft.com/office/drawing/2014/main" id="{93643C52-83A0-4C16-5E18-B6832831CA23}"/>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A565E3AF-CDE7-8BF5-04FC-4DAB57307FAB}"/>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9F3B3A5A-5EAA-216A-23DF-6449EB43A059}"/>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1" name="TextBox 71">
                <a:extLst>
                  <a:ext uri="{FF2B5EF4-FFF2-40B4-BE49-F238E27FC236}">
                    <a16:creationId xmlns:a16="http://schemas.microsoft.com/office/drawing/2014/main" id="{5D626684-BDF2-456D-3243-885D600C6AB0}"/>
                  </a:ext>
                </a:extLst>
              </p:cNvPr>
              <p:cNvSpPr txBox="1"/>
              <p:nvPr/>
            </p:nvSpPr>
            <p:spPr>
              <a:xfrm>
                <a:off x="0" y="-47625"/>
                <a:ext cx="458420" cy="126378"/>
              </a:xfrm>
              <a:prstGeom prst="rect">
                <a:avLst/>
              </a:prstGeom>
            </p:spPr>
            <p:txBody>
              <a:bodyPr lIns="49849" tIns="49849" rIns="49849" bIns="49849" rtlCol="0" anchor="ctr"/>
              <a:lstStyle/>
              <a:p>
                <a:pPr algn="ctr">
                  <a:lnSpc>
                    <a:spcPts val="2659"/>
                  </a:lnSpc>
                </a:pPr>
                <a:endParaRPr/>
              </a:p>
            </p:txBody>
          </p:sp>
        </p:grpSp>
        <p:grpSp>
          <p:nvGrpSpPr>
            <p:cNvPr id="72" name="Group 72">
              <a:extLst>
                <a:ext uri="{FF2B5EF4-FFF2-40B4-BE49-F238E27FC236}">
                  <a16:creationId xmlns:a16="http://schemas.microsoft.com/office/drawing/2014/main" id="{00EFFDA0-1B5E-3087-B9F5-FF9FE36FBD00}"/>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7A2D7DC3-5B21-77C8-6E8A-907AA2EBDC92}"/>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4" name="TextBox 74">
                <a:extLst>
                  <a:ext uri="{FF2B5EF4-FFF2-40B4-BE49-F238E27FC236}">
                    <a16:creationId xmlns:a16="http://schemas.microsoft.com/office/drawing/2014/main" id="{9E0369C0-851C-F84C-C6B3-FB1F5B19EBBD}"/>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5" name="Group 75">
              <a:extLst>
                <a:ext uri="{FF2B5EF4-FFF2-40B4-BE49-F238E27FC236}">
                  <a16:creationId xmlns:a16="http://schemas.microsoft.com/office/drawing/2014/main" id="{6EA66398-9808-5953-3C94-A18EBB77E4CC}"/>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E1E67B9F-D070-21C2-0029-CBBA270DA880}"/>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7" name="TextBox 77">
                <a:extLst>
                  <a:ext uri="{FF2B5EF4-FFF2-40B4-BE49-F238E27FC236}">
                    <a16:creationId xmlns:a16="http://schemas.microsoft.com/office/drawing/2014/main" id="{11DFAED2-8CD1-B6AB-3945-50DD5BB91FD9}"/>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8" name="Group 78">
              <a:extLst>
                <a:ext uri="{FF2B5EF4-FFF2-40B4-BE49-F238E27FC236}">
                  <a16:creationId xmlns:a16="http://schemas.microsoft.com/office/drawing/2014/main" id="{77F0E81A-1C66-FA9F-0C66-7C2DDB228BB7}"/>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AAAC551D-51CE-B44C-84DF-DA237ADA77ED}"/>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0" name="TextBox 80">
                <a:extLst>
                  <a:ext uri="{FF2B5EF4-FFF2-40B4-BE49-F238E27FC236}">
                    <a16:creationId xmlns:a16="http://schemas.microsoft.com/office/drawing/2014/main" id="{DC64E7E5-544A-FD8D-4105-84B09574C56B}"/>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81" name="Group 81">
              <a:extLst>
                <a:ext uri="{FF2B5EF4-FFF2-40B4-BE49-F238E27FC236}">
                  <a16:creationId xmlns:a16="http://schemas.microsoft.com/office/drawing/2014/main" id="{7C484A9C-258E-39B1-4850-2CFDD091DA46}"/>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A2E1ADA3-547C-5A79-C1CC-67A1715B1EBB}"/>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3" name="TextBox 83">
                <a:extLst>
                  <a:ext uri="{FF2B5EF4-FFF2-40B4-BE49-F238E27FC236}">
                    <a16:creationId xmlns:a16="http://schemas.microsoft.com/office/drawing/2014/main" id="{87BA3ACC-3C73-4DC3-AF0A-9969A20564A6}"/>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sp>
        <p:nvSpPr>
          <p:cNvPr id="84" name="Freeform 84">
            <a:extLst>
              <a:ext uri="{FF2B5EF4-FFF2-40B4-BE49-F238E27FC236}">
                <a16:creationId xmlns:a16="http://schemas.microsoft.com/office/drawing/2014/main" id="{0936EA6D-7CC0-DE1E-9D92-F6A74BBC79E2}"/>
              </a:ext>
            </a:extLst>
          </p:cNvPr>
          <p:cNvSpPr/>
          <p:nvPr/>
        </p:nvSpPr>
        <p:spPr>
          <a:xfrm rot="6451370">
            <a:off x="15324698" y="7886286"/>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98" name="TextBox 97">
            <a:extLst>
              <a:ext uri="{FF2B5EF4-FFF2-40B4-BE49-F238E27FC236}">
                <a16:creationId xmlns:a16="http://schemas.microsoft.com/office/drawing/2014/main" id="{05D6C7B8-24F7-3B6D-A873-F453227F2BA6}"/>
              </a:ext>
            </a:extLst>
          </p:cNvPr>
          <p:cNvSpPr txBox="1"/>
          <p:nvPr/>
        </p:nvSpPr>
        <p:spPr>
          <a:xfrm>
            <a:off x="1670013" y="929570"/>
            <a:ext cx="15727454" cy="8404930"/>
          </a:xfrm>
          <a:prstGeom prst="rect">
            <a:avLst/>
          </a:prstGeom>
          <a:noFill/>
        </p:spPr>
        <p:txBody>
          <a:bodyPr wrap="square">
            <a:spAutoFit/>
          </a:bodyPr>
          <a:lstStyle/>
          <a:p>
            <a:pPr algn="ctr">
              <a:lnSpc>
                <a:spcPct val="150000"/>
              </a:lnSpc>
            </a:pPr>
            <a:r>
              <a:rPr lang="vi-VN" sz="5000" b="1">
                <a:solidFill>
                  <a:srgbClr val="C00000"/>
                </a:solidFill>
                <a:latin typeface="American Typewriter" panose="02090604020004020304" pitchFamily="18" charset="77"/>
              </a:rPr>
              <a:t>THÌ HIỆN TẠI ĐƠN</a:t>
            </a:r>
          </a:p>
          <a:p>
            <a:pPr algn="just">
              <a:lnSpc>
                <a:spcPct val="150000"/>
              </a:lnSpc>
            </a:pPr>
            <a:r>
              <a:rPr lang="en-US" sz="4500" b="1">
                <a:solidFill>
                  <a:srgbClr val="00B0F0"/>
                </a:solidFill>
                <a:latin typeface="American Typewriter" panose="02090604020004020304" pitchFamily="18" charset="77"/>
              </a:rPr>
              <a:t>Dấu hiệu nhận biết:</a:t>
            </a:r>
            <a:endParaRPr lang="en-US" sz="4500">
              <a:solidFill>
                <a:srgbClr val="00B0F0"/>
              </a:solidFill>
              <a:latin typeface="American Typewriter" panose="02090604020004020304" pitchFamily="18" charset="77"/>
            </a:endParaRPr>
          </a:p>
          <a:p>
            <a:pPr algn="just">
              <a:lnSpc>
                <a:spcPct val="150000"/>
              </a:lnSpc>
            </a:pPr>
            <a:r>
              <a:rPr lang="en-US" sz="4500">
                <a:latin typeface="American Typewriter" panose="02090604020004020304" pitchFamily="18" charset="77"/>
              </a:rPr>
              <a:t>→ always, usually, often, sometimes, rarely, never</a:t>
            </a:r>
          </a:p>
          <a:p>
            <a:pPr algn="just">
              <a:lnSpc>
                <a:spcPct val="150000"/>
              </a:lnSpc>
            </a:pPr>
            <a:r>
              <a:rPr lang="en-US" sz="4500">
                <a:latin typeface="American Typewriter" panose="02090604020004020304" pitchFamily="18" charset="77"/>
              </a:rPr>
              <a:t>→ every + thời gian (every day, every week…)</a:t>
            </a:r>
          </a:p>
          <a:p>
            <a:pPr algn="just">
              <a:lnSpc>
                <a:spcPct val="150000"/>
              </a:lnSpc>
            </a:pPr>
            <a:r>
              <a:rPr lang="en-US" sz="4500" b="1">
                <a:solidFill>
                  <a:srgbClr val="00B0F0"/>
                </a:solidFill>
                <a:latin typeface="American Typewriter" panose="02090604020004020304" pitchFamily="18" charset="77"/>
              </a:rPr>
              <a:t>Cách dùng:</a:t>
            </a:r>
            <a:endParaRPr lang="en-US" sz="4500">
              <a:solidFill>
                <a:srgbClr val="00B0F0"/>
              </a:solidFill>
              <a:latin typeface="American Typewriter" panose="02090604020004020304" pitchFamily="18" charset="77"/>
            </a:endParaRPr>
          </a:p>
          <a:p>
            <a:pPr algn="just">
              <a:lnSpc>
                <a:spcPct val="150000"/>
              </a:lnSpc>
            </a:pPr>
            <a:r>
              <a:rPr lang="en-US" sz="4500">
                <a:latin typeface="American Typewriter" panose="02090604020004020304" pitchFamily="18" charset="77"/>
              </a:rPr>
              <a:t>→ Diễn tả thói quen, hành động lặp đi lặp lại</a:t>
            </a:r>
          </a:p>
          <a:p>
            <a:pPr algn="just">
              <a:lnSpc>
                <a:spcPct val="150000"/>
              </a:lnSpc>
            </a:pPr>
            <a:r>
              <a:rPr lang="en-US" sz="4500">
                <a:latin typeface="American Typewriter" panose="02090604020004020304" pitchFamily="18" charset="77"/>
              </a:rPr>
              <a:t>→ Nói về sự thật hiển nhiên</a:t>
            </a:r>
          </a:p>
          <a:p>
            <a:pPr algn="just">
              <a:lnSpc>
                <a:spcPct val="150000"/>
              </a:lnSpc>
            </a:pPr>
            <a:r>
              <a:rPr lang="en-US" sz="4500">
                <a:latin typeface="American Typewriter" panose="02090604020004020304" pitchFamily="18" charset="77"/>
              </a:rPr>
              <a:t>→ Nêu sở thích, khả năng</a:t>
            </a:r>
          </a:p>
        </p:txBody>
      </p:sp>
    </p:spTree>
    <p:extLst>
      <p:ext uri="{BB962C8B-B14F-4D97-AF65-F5344CB8AC3E}">
        <p14:creationId xmlns:p14="http://schemas.microsoft.com/office/powerpoint/2010/main" val="2713869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8">
                                            <p:txEl>
                                              <p:pRg st="4" end="4"/>
                                            </p:txEl>
                                          </p:spTgt>
                                        </p:tgtEl>
                                        <p:attrNameLst>
                                          <p:attrName>style.visibility</p:attrName>
                                        </p:attrNameLst>
                                      </p:cBhvr>
                                      <p:to>
                                        <p:strVal val="visible"/>
                                      </p:to>
                                    </p:set>
                                    <p:anim calcmode="lin" valueType="num">
                                      <p:cBhvr additive="base">
                                        <p:cTn id="31" dur="500" fill="hold"/>
                                        <p:tgtEl>
                                          <p:spTgt spid="9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8">
                                            <p:txEl>
                                              <p:pRg st="5" end="5"/>
                                            </p:txEl>
                                          </p:spTgt>
                                        </p:tgtEl>
                                        <p:attrNameLst>
                                          <p:attrName>style.visibility</p:attrName>
                                        </p:attrNameLst>
                                      </p:cBhvr>
                                      <p:to>
                                        <p:strVal val="visible"/>
                                      </p:to>
                                    </p:set>
                                    <p:anim calcmode="lin" valueType="num">
                                      <p:cBhvr additive="base">
                                        <p:cTn id="37" dur="500" fill="hold"/>
                                        <p:tgtEl>
                                          <p:spTgt spid="9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8">
                                            <p:txEl>
                                              <p:pRg st="6" end="6"/>
                                            </p:txEl>
                                          </p:spTgt>
                                        </p:tgtEl>
                                        <p:attrNameLst>
                                          <p:attrName>style.visibility</p:attrName>
                                        </p:attrNameLst>
                                      </p:cBhvr>
                                      <p:to>
                                        <p:strVal val="visible"/>
                                      </p:to>
                                    </p:set>
                                    <p:anim calcmode="lin" valueType="num">
                                      <p:cBhvr additive="base">
                                        <p:cTn id="43" dur="500" fill="hold"/>
                                        <p:tgtEl>
                                          <p:spTgt spid="98">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98">
                                            <p:txEl>
                                              <p:pRg st="7" end="7"/>
                                            </p:txEl>
                                          </p:spTgt>
                                        </p:tgtEl>
                                        <p:attrNameLst>
                                          <p:attrName>style.visibility</p:attrName>
                                        </p:attrNameLst>
                                      </p:cBhvr>
                                      <p:to>
                                        <p:strVal val="visible"/>
                                      </p:to>
                                    </p:set>
                                    <p:anim calcmode="lin" valueType="num">
                                      <p:cBhvr additive="base">
                                        <p:cTn id="49" dur="500" fill="hold"/>
                                        <p:tgtEl>
                                          <p:spTgt spid="98">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98">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241CA-6187-6457-617F-C9BAAC40644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DA871D3-8DC0-4F10-D109-503A990A48D7}"/>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endParaRPr lang="en-VN"/>
          </a:p>
        </p:txBody>
      </p:sp>
      <p:sp>
        <p:nvSpPr>
          <p:cNvPr id="3" name="Freeform 3">
            <a:extLst>
              <a:ext uri="{FF2B5EF4-FFF2-40B4-BE49-F238E27FC236}">
                <a16:creationId xmlns:a16="http://schemas.microsoft.com/office/drawing/2014/main" id="{E46B0FE3-D997-DDBE-12BC-187ECE959DA6}"/>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endParaRPr lang="en-VN"/>
          </a:p>
        </p:txBody>
      </p:sp>
      <p:sp>
        <p:nvSpPr>
          <p:cNvPr id="4" name="Freeform 4">
            <a:extLst>
              <a:ext uri="{FF2B5EF4-FFF2-40B4-BE49-F238E27FC236}">
                <a16:creationId xmlns:a16="http://schemas.microsoft.com/office/drawing/2014/main" id="{D9228B51-CFDA-210E-4719-207C6200D926}"/>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endParaRPr lang="en-VN"/>
          </a:p>
        </p:txBody>
      </p:sp>
      <p:grpSp>
        <p:nvGrpSpPr>
          <p:cNvPr id="5" name="Group 5">
            <a:extLst>
              <a:ext uri="{FF2B5EF4-FFF2-40B4-BE49-F238E27FC236}">
                <a16:creationId xmlns:a16="http://schemas.microsoft.com/office/drawing/2014/main" id="{16245C0D-75BE-A863-692F-5CC1CD6B1317}"/>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1ABA5D69-9A05-5BFA-5AB8-C4ECE874459A}"/>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endParaRPr lang="en-VN"/>
            </a:p>
          </p:txBody>
        </p:sp>
        <p:sp>
          <p:nvSpPr>
            <p:cNvPr id="7" name="TextBox 7">
              <a:extLst>
                <a:ext uri="{FF2B5EF4-FFF2-40B4-BE49-F238E27FC236}">
                  <a16:creationId xmlns:a16="http://schemas.microsoft.com/office/drawing/2014/main" id="{2307E3EB-7814-00EF-D513-B4AC5389934B}"/>
                </a:ext>
              </a:extLst>
            </p:cNvPr>
            <p:cNvSpPr txBox="1"/>
            <p:nvPr/>
          </p:nvSpPr>
          <p:spPr>
            <a:xfrm>
              <a:off x="0" y="-47625"/>
              <a:ext cx="5454346" cy="2751565"/>
            </a:xfrm>
            <a:prstGeom prst="rect">
              <a:avLst/>
            </a:prstGeom>
          </p:spPr>
          <p:txBody>
            <a:bodyPr lIns="49849" tIns="49849" rIns="49849" bIns="49849" rtlCol="0" anchor="ctr"/>
            <a:lstStyle/>
            <a:p>
              <a:pPr algn="ctr">
                <a:lnSpc>
                  <a:spcPts val="2659"/>
                </a:lnSpc>
              </a:pPr>
              <a:endParaRPr/>
            </a:p>
          </p:txBody>
        </p:sp>
      </p:grpSp>
      <p:grpSp>
        <p:nvGrpSpPr>
          <p:cNvPr id="8" name="Group 8">
            <a:extLst>
              <a:ext uri="{FF2B5EF4-FFF2-40B4-BE49-F238E27FC236}">
                <a16:creationId xmlns:a16="http://schemas.microsoft.com/office/drawing/2014/main" id="{83E41B17-F8CA-9AE5-EED2-6FF4EBCDD7C4}"/>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553D6D2F-4BF3-360F-588E-569B850AF442}"/>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endParaRPr lang="en-VN"/>
            </a:p>
          </p:txBody>
        </p:sp>
        <p:sp>
          <p:nvSpPr>
            <p:cNvPr id="10" name="TextBox 10">
              <a:extLst>
                <a:ext uri="{FF2B5EF4-FFF2-40B4-BE49-F238E27FC236}">
                  <a16:creationId xmlns:a16="http://schemas.microsoft.com/office/drawing/2014/main" id="{9882A79C-642B-038D-9F48-DFD322FBD946}"/>
                </a:ext>
              </a:extLst>
            </p:cNvPr>
            <p:cNvSpPr txBox="1"/>
            <p:nvPr/>
          </p:nvSpPr>
          <p:spPr>
            <a:xfrm>
              <a:off x="0" y="-47625"/>
              <a:ext cx="5429786" cy="2704410"/>
            </a:xfrm>
            <a:prstGeom prst="rect">
              <a:avLst/>
            </a:prstGeom>
          </p:spPr>
          <p:txBody>
            <a:bodyPr lIns="49849" tIns="49849" rIns="49849" bIns="49849" rtlCol="0" anchor="ctr"/>
            <a:lstStyle/>
            <a:p>
              <a:pPr algn="ctr">
                <a:lnSpc>
                  <a:spcPts val="2659"/>
                </a:lnSpc>
              </a:pPr>
              <a:endParaRPr/>
            </a:p>
          </p:txBody>
        </p:sp>
      </p:grpSp>
      <p:grpSp>
        <p:nvGrpSpPr>
          <p:cNvPr id="11" name="Group 11">
            <a:extLst>
              <a:ext uri="{FF2B5EF4-FFF2-40B4-BE49-F238E27FC236}">
                <a16:creationId xmlns:a16="http://schemas.microsoft.com/office/drawing/2014/main" id="{3A364D03-170B-07E6-401F-0789DADA31F4}"/>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429D7D10-69F9-2138-D015-4F1B9DE4935C}"/>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endParaRPr lang="en-VN"/>
            </a:p>
          </p:txBody>
        </p:sp>
        <p:sp>
          <p:nvSpPr>
            <p:cNvPr id="13" name="TextBox 13">
              <a:extLst>
                <a:ext uri="{FF2B5EF4-FFF2-40B4-BE49-F238E27FC236}">
                  <a16:creationId xmlns:a16="http://schemas.microsoft.com/office/drawing/2014/main" id="{954FD6EE-5F9E-011E-7654-C46B90BD42BD}"/>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4" name="Group 14">
            <a:extLst>
              <a:ext uri="{FF2B5EF4-FFF2-40B4-BE49-F238E27FC236}">
                <a16:creationId xmlns:a16="http://schemas.microsoft.com/office/drawing/2014/main" id="{57C9B1D4-9AC8-C433-0EFE-BB97EABDAE45}"/>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BEA2E5A3-0950-D5BC-561A-8B44FC3E08A6}"/>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endParaRPr lang="en-VN"/>
            </a:p>
          </p:txBody>
        </p:sp>
        <p:sp>
          <p:nvSpPr>
            <p:cNvPr id="16" name="TextBox 16">
              <a:extLst>
                <a:ext uri="{FF2B5EF4-FFF2-40B4-BE49-F238E27FC236}">
                  <a16:creationId xmlns:a16="http://schemas.microsoft.com/office/drawing/2014/main" id="{DBF369AC-9375-28EC-9410-A7E704B502A6}"/>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7" name="Group 17">
            <a:extLst>
              <a:ext uri="{FF2B5EF4-FFF2-40B4-BE49-F238E27FC236}">
                <a16:creationId xmlns:a16="http://schemas.microsoft.com/office/drawing/2014/main" id="{8A08D8A0-F486-92DC-BF3C-477E80A2956C}"/>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F366E783-3F31-0F34-8C13-309139EFFABA}"/>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endParaRPr lang="en-VN"/>
            </a:p>
          </p:txBody>
        </p:sp>
        <p:sp>
          <p:nvSpPr>
            <p:cNvPr id="19" name="TextBox 19">
              <a:extLst>
                <a:ext uri="{FF2B5EF4-FFF2-40B4-BE49-F238E27FC236}">
                  <a16:creationId xmlns:a16="http://schemas.microsoft.com/office/drawing/2014/main" id="{46992A45-A68B-A10D-DDD7-BC37ED2DA974}"/>
                </a:ext>
              </a:extLst>
            </p:cNvPr>
            <p:cNvSpPr txBox="1"/>
            <p:nvPr/>
          </p:nvSpPr>
          <p:spPr>
            <a:xfrm>
              <a:off x="0" y="-47625"/>
              <a:ext cx="3961731" cy="2448417"/>
            </a:xfrm>
            <a:prstGeom prst="rect">
              <a:avLst/>
            </a:prstGeom>
          </p:spPr>
          <p:txBody>
            <a:bodyPr lIns="49849" tIns="49849" rIns="49849" bIns="49849" rtlCol="0" anchor="ctr"/>
            <a:lstStyle/>
            <a:p>
              <a:pPr algn="ctr">
                <a:lnSpc>
                  <a:spcPts val="2659"/>
                </a:lnSpc>
              </a:pPr>
              <a:endParaRPr/>
            </a:p>
          </p:txBody>
        </p:sp>
      </p:grpSp>
      <p:sp>
        <p:nvSpPr>
          <p:cNvPr id="34" name="Freeform 34">
            <a:extLst>
              <a:ext uri="{FF2B5EF4-FFF2-40B4-BE49-F238E27FC236}">
                <a16:creationId xmlns:a16="http://schemas.microsoft.com/office/drawing/2014/main" id="{28F025DC-4FE2-2D6B-5EAA-EDA23318755F}"/>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endParaRPr lang="en-VN"/>
          </a:p>
        </p:txBody>
      </p:sp>
      <p:grpSp>
        <p:nvGrpSpPr>
          <p:cNvPr id="35" name="Group 35">
            <a:extLst>
              <a:ext uri="{FF2B5EF4-FFF2-40B4-BE49-F238E27FC236}">
                <a16:creationId xmlns:a16="http://schemas.microsoft.com/office/drawing/2014/main" id="{913D4FB1-2B8D-D3C9-1B12-095637E62D43}"/>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4132BEED-371B-2563-0A5C-E223C41088F5}"/>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A96F9C37-09C9-FAE8-6D6E-B2C7AEFDF4C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38" name="TextBox 38">
                <a:extLst>
                  <a:ext uri="{FF2B5EF4-FFF2-40B4-BE49-F238E27FC236}">
                    <a16:creationId xmlns:a16="http://schemas.microsoft.com/office/drawing/2014/main" id="{128B4635-FBF5-1037-6016-CDB2045D572C}"/>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475A2350-E13F-10B3-1E70-851191B80B72}"/>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D538CFA2-E2A0-2B45-A8DA-1956548139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1" name="TextBox 41">
                <a:extLst>
                  <a:ext uri="{FF2B5EF4-FFF2-40B4-BE49-F238E27FC236}">
                    <a16:creationId xmlns:a16="http://schemas.microsoft.com/office/drawing/2014/main" id="{51D687B7-ED9B-571A-D265-320A56620F7B}"/>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65E48B0F-6063-609D-9168-25C741A334F4}"/>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577B53FA-2DE9-A413-E1C2-84D19AD0044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4" name="TextBox 44">
                <a:extLst>
                  <a:ext uri="{FF2B5EF4-FFF2-40B4-BE49-F238E27FC236}">
                    <a16:creationId xmlns:a16="http://schemas.microsoft.com/office/drawing/2014/main" id="{CEC14D89-985D-8EF5-245C-1BCFBD204980}"/>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EA7E5C6D-649B-0EEB-95CD-559EC2F58D9A}"/>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AF67B54B-0064-362A-848D-EF3589E45A8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7" name="TextBox 47">
                <a:extLst>
                  <a:ext uri="{FF2B5EF4-FFF2-40B4-BE49-F238E27FC236}">
                    <a16:creationId xmlns:a16="http://schemas.microsoft.com/office/drawing/2014/main" id="{72DD3A7D-33CD-5DF9-845B-98359A2847AE}"/>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8" name="Group 48">
              <a:extLst>
                <a:ext uri="{FF2B5EF4-FFF2-40B4-BE49-F238E27FC236}">
                  <a16:creationId xmlns:a16="http://schemas.microsoft.com/office/drawing/2014/main" id="{D01B9770-5B74-DE20-9152-4B93ACA6B076}"/>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B37F0096-7FBB-69F5-B5F4-7E47CB92DED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0" name="TextBox 50">
                <a:extLst>
                  <a:ext uri="{FF2B5EF4-FFF2-40B4-BE49-F238E27FC236}">
                    <a16:creationId xmlns:a16="http://schemas.microsoft.com/office/drawing/2014/main" id="{026DE7B7-61E1-C084-1430-2A08BB848769}"/>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51" name="Freeform 51">
            <a:extLst>
              <a:ext uri="{FF2B5EF4-FFF2-40B4-BE49-F238E27FC236}">
                <a16:creationId xmlns:a16="http://schemas.microsoft.com/office/drawing/2014/main" id="{DFBE5B7B-4EBB-D9C4-2775-B124B29B2F1B}"/>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endParaRPr lang="en-VN"/>
          </a:p>
        </p:txBody>
      </p:sp>
      <p:grpSp>
        <p:nvGrpSpPr>
          <p:cNvPr id="52" name="Group 52">
            <a:extLst>
              <a:ext uri="{FF2B5EF4-FFF2-40B4-BE49-F238E27FC236}">
                <a16:creationId xmlns:a16="http://schemas.microsoft.com/office/drawing/2014/main" id="{FAAC6364-A2DB-D646-24C3-C524590CFBDF}"/>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602FE252-2037-5D83-9600-1335016D2F74}"/>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C84C1211-EC39-2214-423F-A73A80062F2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5" name="TextBox 55">
                <a:extLst>
                  <a:ext uri="{FF2B5EF4-FFF2-40B4-BE49-F238E27FC236}">
                    <a16:creationId xmlns:a16="http://schemas.microsoft.com/office/drawing/2014/main" id="{E4BB05CD-2AD2-99C3-A8F2-BB2268778E2F}"/>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6" name="Group 56">
              <a:extLst>
                <a:ext uri="{FF2B5EF4-FFF2-40B4-BE49-F238E27FC236}">
                  <a16:creationId xmlns:a16="http://schemas.microsoft.com/office/drawing/2014/main" id="{2E372179-695E-73FA-C01D-132F019255A9}"/>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92654110-0EC3-2C59-3A5E-FCACF04F052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8" name="TextBox 58">
                <a:extLst>
                  <a:ext uri="{FF2B5EF4-FFF2-40B4-BE49-F238E27FC236}">
                    <a16:creationId xmlns:a16="http://schemas.microsoft.com/office/drawing/2014/main" id="{882EFEEF-9232-087A-8A52-ACFE3E08A0C1}"/>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9" name="Group 59">
              <a:extLst>
                <a:ext uri="{FF2B5EF4-FFF2-40B4-BE49-F238E27FC236}">
                  <a16:creationId xmlns:a16="http://schemas.microsoft.com/office/drawing/2014/main" id="{56BB1EFA-CC9D-1EAC-60C3-1D02CE3A5EF2}"/>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614EFFA5-6B07-1E1F-BB01-BDC498C075C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1" name="TextBox 61">
                <a:extLst>
                  <a:ext uri="{FF2B5EF4-FFF2-40B4-BE49-F238E27FC236}">
                    <a16:creationId xmlns:a16="http://schemas.microsoft.com/office/drawing/2014/main" id="{09921568-6837-C9F7-0E2E-320E5D218AAB}"/>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2" name="Group 62">
              <a:extLst>
                <a:ext uri="{FF2B5EF4-FFF2-40B4-BE49-F238E27FC236}">
                  <a16:creationId xmlns:a16="http://schemas.microsoft.com/office/drawing/2014/main" id="{AA7381C3-D44A-3CF8-A38B-7A95C0287AC5}"/>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64A3C842-9E74-01E8-2BBC-CBC846969C8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4" name="TextBox 64">
                <a:extLst>
                  <a:ext uri="{FF2B5EF4-FFF2-40B4-BE49-F238E27FC236}">
                    <a16:creationId xmlns:a16="http://schemas.microsoft.com/office/drawing/2014/main" id="{A14F9E1D-B659-AAF5-E8B3-EA6D650C4E56}"/>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5" name="Group 65">
              <a:extLst>
                <a:ext uri="{FF2B5EF4-FFF2-40B4-BE49-F238E27FC236}">
                  <a16:creationId xmlns:a16="http://schemas.microsoft.com/office/drawing/2014/main" id="{0E2DC320-DC2E-37C3-0765-BD164BBF0E84}"/>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3D82F7E6-7222-4B4A-1DAE-938513F3AC4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7" name="TextBox 67">
                <a:extLst>
                  <a:ext uri="{FF2B5EF4-FFF2-40B4-BE49-F238E27FC236}">
                    <a16:creationId xmlns:a16="http://schemas.microsoft.com/office/drawing/2014/main" id="{1E7BE605-0AEF-1A6C-2143-9539E1C8F039}"/>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grpSp>
        <p:nvGrpSpPr>
          <p:cNvPr id="68" name="Group 68">
            <a:extLst>
              <a:ext uri="{FF2B5EF4-FFF2-40B4-BE49-F238E27FC236}">
                <a16:creationId xmlns:a16="http://schemas.microsoft.com/office/drawing/2014/main" id="{207F5B8E-3E38-E1DD-DA15-DC8A77B905C5}"/>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C0262E3C-4F61-5969-931E-6C93A0910078}"/>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361C55D0-F3C7-7EF3-4D92-3DA13F1849C0}"/>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1" name="TextBox 71">
                <a:extLst>
                  <a:ext uri="{FF2B5EF4-FFF2-40B4-BE49-F238E27FC236}">
                    <a16:creationId xmlns:a16="http://schemas.microsoft.com/office/drawing/2014/main" id="{50A48B2F-AC7C-2232-80A9-2C126C835098}"/>
                  </a:ext>
                </a:extLst>
              </p:cNvPr>
              <p:cNvSpPr txBox="1"/>
              <p:nvPr/>
            </p:nvSpPr>
            <p:spPr>
              <a:xfrm>
                <a:off x="0" y="-47625"/>
                <a:ext cx="458420" cy="126378"/>
              </a:xfrm>
              <a:prstGeom prst="rect">
                <a:avLst/>
              </a:prstGeom>
            </p:spPr>
            <p:txBody>
              <a:bodyPr lIns="49849" tIns="49849" rIns="49849" bIns="49849" rtlCol="0" anchor="ctr"/>
              <a:lstStyle/>
              <a:p>
                <a:pPr algn="ctr">
                  <a:lnSpc>
                    <a:spcPts val="2659"/>
                  </a:lnSpc>
                </a:pPr>
                <a:endParaRPr/>
              </a:p>
            </p:txBody>
          </p:sp>
        </p:grpSp>
        <p:grpSp>
          <p:nvGrpSpPr>
            <p:cNvPr id="72" name="Group 72">
              <a:extLst>
                <a:ext uri="{FF2B5EF4-FFF2-40B4-BE49-F238E27FC236}">
                  <a16:creationId xmlns:a16="http://schemas.microsoft.com/office/drawing/2014/main" id="{841BD569-D930-1549-30F5-6D40717AB766}"/>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1157EBD2-3562-ACDE-81B1-E5E961BD1516}"/>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4" name="TextBox 74">
                <a:extLst>
                  <a:ext uri="{FF2B5EF4-FFF2-40B4-BE49-F238E27FC236}">
                    <a16:creationId xmlns:a16="http://schemas.microsoft.com/office/drawing/2014/main" id="{752DD3C1-4689-8DF9-EE9D-A38930E07FF1}"/>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5" name="Group 75">
              <a:extLst>
                <a:ext uri="{FF2B5EF4-FFF2-40B4-BE49-F238E27FC236}">
                  <a16:creationId xmlns:a16="http://schemas.microsoft.com/office/drawing/2014/main" id="{CA073C52-A767-C315-D0A3-1FCE3E20DB82}"/>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4D93DBC8-D491-151F-D9DC-0EDBA130DB19}"/>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7" name="TextBox 77">
                <a:extLst>
                  <a:ext uri="{FF2B5EF4-FFF2-40B4-BE49-F238E27FC236}">
                    <a16:creationId xmlns:a16="http://schemas.microsoft.com/office/drawing/2014/main" id="{9500550F-0AD2-6E60-FD93-48C769752936}"/>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8" name="Group 78">
              <a:extLst>
                <a:ext uri="{FF2B5EF4-FFF2-40B4-BE49-F238E27FC236}">
                  <a16:creationId xmlns:a16="http://schemas.microsoft.com/office/drawing/2014/main" id="{C7FEE26C-9CE9-CD9B-3A08-F9E01D7493FB}"/>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B919024A-1BE9-63AC-C115-E1372BF13BE0}"/>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0" name="TextBox 80">
                <a:extLst>
                  <a:ext uri="{FF2B5EF4-FFF2-40B4-BE49-F238E27FC236}">
                    <a16:creationId xmlns:a16="http://schemas.microsoft.com/office/drawing/2014/main" id="{D7DCF50D-8315-41BD-12FD-29C60822633F}"/>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81" name="Group 81">
              <a:extLst>
                <a:ext uri="{FF2B5EF4-FFF2-40B4-BE49-F238E27FC236}">
                  <a16:creationId xmlns:a16="http://schemas.microsoft.com/office/drawing/2014/main" id="{B74B7F4A-CFA9-558B-A8CE-BA4236E8331B}"/>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D3A3E1E7-500C-D4EE-D0A8-D19D39424113}"/>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3" name="TextBox 83">
                <a:extLst>
                  <a:ext uri="{FF2B5EF4-FFF2-40B4-BE49-F238E27FC236}">
                    <a16:creationId xmlns:a16="http://schemas.microsoft.com/office/drawing/2014/main" id="{2E194F34-D285-73A6-5E55-B92702821C29}"/>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sp>
        <p:nvSpPr>
          <p:cNvPr id="84" name="Freeform 84">
            <a:extLst>
              <a:ext uri="{FF2B5EF4-FFF2-40B4-BE49-F238E27FC236}">
                <a16:creationId xmlns:a16="http://schemas.microsoft.com/office/drawing/2014/main" id="{EFD75E01-E96A-D0A2-B6BA-A252F73E9030}"/>
              </a:ext>
            </a:extLst>
          </p:cNvPr>
          <p:cNvSpPr/>
          <p:nvPr/>
        </p:nvSpPr>
        <p:spPr>
          <a:xfrm rot="6451370">
            <a:off x="15324698" y="7886286"/>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98" name="TextBox 97">
            <a:extLst>
              <a:ext uri="{FF2B5EF4-FFF2-40B4-BE49-F238E27FC236}">
                <a16:creationId xmlns:a16="http://schemas.microsoft.com/office/drawing/2014/main" id="{54F1572E-0E3A-BD6D-8C5A-0ABEFD3CA989}"/>
              </a:ext>
            </a:extLst>
          </p:cNvPr>
          <p:cNvSpPr txBox="1"/>
          <p:nvPr/>
        </p:nvSpPr>
        <p:spPr>
          <a:xfrm>
            <a:off x="1670013" y="1412661"/>
            <a:ext cx="15727454" cy="7374776"/>
          </a:xfrm>
          <a:prstGeom prst="rect">
            <a:avLst/>
          </a:prstGeom>
          <a:noFill/>
        </p:spPr>
        <p:txBody>
          <a:bodyPr wrap="square">
            <a:spAutoFit/>
          </a:bodyPr>
          <a:lstStyle/>
          <a:p>
            <a:pPr algn="ctr">
              <a:lnSpc>
                <a:spcPct val="150000"/>
              </a:lnSpc>
            </a:pPr>
            <a:r>
              <a:rPr lang="vi-VN" sz="5000" b="1">
                <a:solidFill>
                  <a:srgbClr val="C00000"/>
                </a:solidFill>
                <a:latin typeface="American Typewriter" panose="02090604020004020304" pitchFamily="18" charset="77"/>
              </a:rPr>
              <a:t>THÌ HIỆN TẠI ĐƠN</a:t>
            </a:r>
          </a:p>
          <a:p>
            <a:pPr>
              <a:lnSpc>
                <a:spcPct val="150000"/>
              </a:lnSpc>
            </a:pPr>
            <a:r>
              <a:rPr lang="en-US" sz="4500" b="1">
                <a:solidFill>
                  <a:srgbClr val="00B0F0"/>
                </a:solidFill>
                <a:latin typeface="American Typewriter" panose="02090604020004020304" pitchFamily="18" charset="77"/>
              </a:rPr>
              <a:t>Cấu trúc:</a:t>
            </a:r>
            <a:endParaRPr lang="en-US" sz="4500">
              <a:solidFill>
                <a:srgbClr val="00B0F0"/>
              </a:solidFill>
              <a:latin typeface="American Typewriter" panose="02090604020004020304" pitchFamily="18" charset="77"/>
            </a:endParaRPr>
          </a:p>
          <a:p>
            <a:pPr marL="685800" indent="-685800">
              <a:lnSpc>
                <a:spcPct val="150000"/>
              </a:lnSpc>
              <a:buFont typeface="Wingdings" pitchFamily="2" charset="2"/>
              <a:buChar char="§"/>
            </a:pPr>
            <a:r>
              <a:rPr lang="en-US" sz="4500">
                <a:latin typeface="American Typewriter" panose="02090604020004020304" pitchFamily="18" charset="77"/>
              </a:rPr>
              <a:t>Khẳng định: </a:t>
            </a:r>
            <a:r>
              <a:rPr lang="en-US" sz="4500">
                <a:solidFill>
                  <a:schemeClr val="accent3"/>
                </a:solidFill>
                <a:latin typeface="American Typewriter" panose="02090604020004020304" pitchFamily="18" charset="77"/>
              </a:rPr>
              <a:t>S + V</a:t>
            </a:r>
            <a:r>
              <a:rPr lang="en-US" sz="4500" baseline="-25000">
                <a:solidFill>
                  <a:schemeClr val="accent3"/>
                </a:solidFill>
                <a:latin typeface="American Typewriter" panose="02090604020004020304" pitchFamily="18" charset="77"/>
              </a:rPr>
              <a:t>s/es/o</a:t>
            </a:r>
            <a:r>
              <a:rPr lang="en-US" sz="4500">
                <a:solidFill>
                  <a:schemeClr val="accent3"/>
                </a:solidFill>
                <a:latin typeface="American Typewriter" panose="02090604020004020304" pitchFamily="18" charset="77"/>
              </a:rPr>
              <a:t> + O</a:t>
            </a:r>
            <a:endParaRPr lang="en-US" sz="4500" baseline="-25000">
              <a:solidFill>
                <a:schemeClr val="accent3"/>
              </a:solidFill>
              <a:latin typeface="American Typewriter" panose="02090604020004020304" pitchFamily="18" charset="77"/>
            </a:endParaRPr>
          </a:p>
          <a:p>
            <a:pPr marL="685800" indent="-685800">
              <a:lnSpc>
                <a:spcPct val="150000"/>
              </a:lnSpc>
              <a:buFont typeface="Wingdings" pitchFamily="2" charset="2"/>
              <a:buChar char="§"/>
            </a:pPr>
            <a:r>
              <a:rPr lang="en-US" sz="4500">
                <a:latin typeface="American Typewriter" panose="02090604020004020304" pitchFamily="18" charset="77"/>
              </a:rPr>
              <a:t>Phủ định: </a:t>
            </a:r>
            <a:r>
              <a:rPr lang="en-US" sz="4500">
                <a:solidFill>
                  <a:schemeClr val="accent3"/>
                </a:solidFill>
                <a:latin typeface="American Typewriter" panose="02090604020004020304" pitchFamily="18" charset="77"/>
              </a:rPr>
              <a:t>S + </a:t>
            </a:r>
            <a:r>
              <a:rPr lang="en-US" sz="4500" b="1">
                <a:solidFill>
                  <a:srgbClr val="FF0000"/>
                </a:solidFill>
                <a:latin typeface="American Typewriter" panose="02090604020004020304" pitchFamily="18" charset="77"/>
              </a:rPr>
              <a:t>do/does </a:t>
            </a:r>
            <a:r>
              <a:rPr lang="en-US" sz="4500">
                <a:solidFill>
                  <a:schemeClr val="accent3"/>
                </a:solidFill>
                <a:latin typeface="American Typewriter" panose="02090604020004020304" pitchFamily="18" charset="77"/>
              </a:rPr>
              <a:t>not + V</a:t>
            </a:r>
            <a:r>
              <a:rPr lang="en-US" sz="4500" baseline="-25000">
                <a:solidFill>
                  <a:schemeClr val="accent3"/>
                </a:solidFill>
                <a:latin typeface="American Typewriter" panose="02090604020004020304" pitchFamily="18" charset="77"/>
              </a:rPr>
              <a:t>o</a:t>
            </a:r>
            <a:r>
              <a:rPr lang="en-US" sz="4500">
                <a:solidFill>
                  <a:schemeClr val="accent3"/>
                </a:solidFill>
                <a:latin typeface="American Typewriter" panose="02090604020004020304" pitchFamily="18" charset="77"/>
              </a:rPr>
              <a:t> + O</a:t>
            </a:r>
          </a:p>
          <a:p>
            <a:pPr>
              <a:lnSpc>
                <a:spcPct val="150000"/>
              </a:lnSpc>
            </a:pPr>
            <a:r>
              <a:rPr lang="en-US" sz="4500" b="1">
                <a:solidFill>
                  <a:srgbClr val="00B0F0"/>
                </a:solidFill>
                <a:latin typeface="American Typewriter" panose="02090604020004020304" pitchFamily="18" charset="77"/>
              </a:rPr>
              <a:t>Ví dụ:</a:t>
            </a:r>
            <a:endParaRPr lang="en-US" sz="4500">
              <a:solidFill>
                <a:srgbClr val="00B0F0"/>
              </a:solidFill>
              <a:latin typeface="American Typewriter" panose="02090604020004020304" pitchFamily="18" charset="77"/>
            </a:endParaRPr>
          </a:p>
          <a:p>
            <a:pPr marL="685800" indent="-685800">
              <a:lnSpc>
                <a:spcPct val="150000"/>
              </a:lnSpc>
              <a:buFont typeface="Wingdings" pitchFamily="2" charset="2"/>
              <a:buChar char="§"/>
            </a:pPr>
            <a:r>
              <a:rPr lang="en-US" sz="4500">
                <a:latin typeface="American Typewriter" panose="02090604020004020304" pitchFamily="18" charset="77"/>
              </a:rPr>
              <a:t>My sister </a:t>
            </a:r>
            <a:r>
              <a:rPr lang="en-US" sz="4500" b="1">
                <a:latin typeface="American Typewriter" panose="02090604020004020304" pitchFamily="18" charset="77"/>
              </a:rPr>
              <a:t>studies</a:t>
            </a:r>
            <a:r>
              <a:rPr lang="en-US" sz="4500">
                <a:latin typeface="American Typewriter" panose="02090604020004020304" pitchFamily="18" charset="77"/>
              </a:rPr>
              <a:t> English every Tuesday.</a:t>
            </a:r>
          </a:p>
          <a:p>
            <a:pPr marL="685800" indent="-685800">
              <a:lnSpc>
                <a:spcPct val="150000"/>
              </a:lnSpc>
              <a:buFont typeface="Wingdings" pitchFamily="2" charset="2"/>
              <a:buChar char="§"/>
            </a:pPr>
            <a:r>
              <a:rPr lang="en-US" sz="4500">
                <a:latin typeface="American Typewriter" panose="02090604020004020304" pitchFamily="18" charset="77"/>
              </a:rPr>
              <a:t>I </a:t>
            </a:r>
            <a:r>
              <a:rPr lang="en-US" sz="4500" b="1">
                <a:latin typeface="American Typewriter" panose="02090604020004020304" pitchFamily="18" charset="77"/>
              </a:rPr>
              <a:t>do not go</a:t>
            </a:r>
            <a:r>
              <a:rPr lang="en-US" sz="4500">
                <a:latin typeface="American Typewriter" panose="02090604020004020304" pitchFamily="18" charset="77"/>
              </a:rPr>
              <a:t> to school on Sunday.</a:t>
            </a:r>
          </a:p>
        </p:txBody>
      </p:sp>
    </p:spTree>
    <p:extLst>
      <p:ext uri="{BB962C8B-B14F-4D97-AF65-F5344CB8AC3E}">
        <p14:creationId xmlns:p14="http://schemas.microsoft.com/office/powerpoint/2010/main" val="753417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8">
                                            <p:txEl>
                                              <p:pRg st="4" end="4"/>
                                            </p:txEl>
                                          </p:spTgt>
                                        </p:tgtEl>
                                        <p:attrNameLst>
                                          <p:attrName>style.visibility</p:attrName>
                                        </p:attrNameLst>
                                      </p:cBhvr>
                                      <p:to>
                                        <p:strVal val="visible"/>
                                      </p:to>
                                    </p:set>
                                    <p:anim calcmode="lin" valueType="num">
                                      <p:cBhvr additive="base">
                                        <p:cTn id="31" dur="500" fill="hold"/>
                                        <p:tgtEl>
                                          <p:spTgt spid="9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8">
                                            <p:txEl>
                                              <p:pRg st="5" end="5"/>
                                            </p:txEl>
                                          </p:spTgt>
                                        </p:tgtEl>
                                        <p:attrNameLst>
                                          <p:attrName>style.visibility</p:attrName>
                                        </p:attrNameLst>
                                      </p:cBhvr>
                                      <p:to>
                                        <p:strVal val="visible"/>
                                      </p:to>
                                    </p:set>
                                    <p:anim calcmode="lin" valueType="num">
                                      <p:cBhvr additive="base">
                                        <p:cTn id="37" dur="500" fill="hold"/>
                                        <p:tgtEl>
                                          <p:spTgt spid="9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8">
                                            <p:txEl>
                                              <p:pRg st="6" end="6"/>
                                            </p:txEl>
                                          </p:spTgt>
                                        </p:tgtEl>
                                        <p:attrNameLst>
                                          <p:attrName>style.visibility</p:attrName>
                                        </p:attrNameLst>
                                      </p:cBhvr>
                                      <p:to>
                                        <p:strVal val="visible"/>
                                      </p:to>
                                    </p:set>
                                    <p:anim calcmode="lin" valueType="num">
                                      <p:cBhvr additive="base">
                                        <p:cTn id="43" dur="500" fill="hold"/>
                                        <p:tgtEl>
                                          <p:spTgt spid="98">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8">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33CC5-2DA8-44EB-7A3D-FECDB8D4C20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61BAC2E-4954-C050-F898-D4C5A14FD527}"/>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endParaRPr lang="en-VN"/>
          </a:p>
        </p:txBody>
      </p:sp>
      <p:sp>
        <p:nvSpPr>
          <p:cNvPr id="3" name="Freeform 3">
            <a:extLst>
              <a:ext uri="{FF2B5EF4-FFF2-40B4-BE49-F238E27FC236}">
                <a16:creationId xmlns:a16="http://schemas.microsoft.com/office/drawing/2014/main" id="{9BC9A606-1573-6E78-6308-462E2FDA4988}"/>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endParaRPr lang="en-VN"/>
          </a:p>
        </p:txBody>
      </p:sp>
      <p:sp>
        <p:nvSpPr>
          <p:cNvPr id="4" name="Freeform 4">
            <a:extLst>
              <a:ext uri="{FF2B5EF4-FFF2-40B4-BE49-F238E27FC236}">
                <a16:creationId xmlns:a16="http://schemas.microsoft.com/office/drawing/2014/main" id="{9727E3DF-4B49-3632-5860-303B19C94323}"/>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endParaRPr lang="en-VN"/>
          </a:p>
        </p:txBody>
      </p:sp>
      <p:grpSp>
        <p:nvGrpSpPr>
          <p:cNvPr id="5" name="Group 5">
            <a:extLst>
              <a:ext uri="{FF2B5EF4-FFF2-40B4-BE49-F238E27FC236}">
                <a16:creationId xmlns:a16="http://schemas.microsoft.com/office/drawing/2014/main" id="{F14BE0BD-47C3-D2DF-1516-82C9FA775D63}"/>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15C48E78-3ECE-4C3A-4FF5-D0C56F3A8EDE}"/>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endParaRPr lang="en-VN"/>
            </a:p>
          </p:txBody>
        </p:sp>
        <p:sp>
          <p:nvSpPr>
            <p:cNvPr id="7" name="TextBox 7">
              <a:extLst>
                <a:ext uri="{FF2B5EF4-FFF2-40B4-BE49-F238E27FC236}">
                  <a16:creationId xmlns:a16="http://schemas.microsoft.com/office/drawing/2014/main" id="{FC908E1E-4982-AD67-3994-BF49F1810EA5}"/>
                </a:ext>
              </a:extLst>
            </p:cNvPr>
            <p:cNvSpPr txBox="1"/>
            <p:nvPr/>
          </p:nvSpPr>
          <p:spPr>
            <a:xfrm>
              <a:off x="0" y="-47625"/>
              <a:ext cx="5454346" cy="2751565"/>
            </a:xfrm>
            <a:prstGeom prst="rect">
              <a:avLst/>
            </a:prstGeom>
          </p:spPr>
          <p:txBody>
            <a:bodyPr lIns="49849" tIns="49849" rIns="49849" bIns="49849" rtlCol="0" anchor="ctr"/>
            <a:lstStyle/>
            <a:p>
              <a:pPr algn="ctr">
                <a:lnSpc>
                  <a:spcPts val="2659"/>
                </a:lnSpc>
              </a:pPr>
              <a:endParaRPr/>
            </a:p>
          </p:txBody>
        </p:sp>
      </p:grpSp>
      <p:grpSp>
        <p:nvGrpSpPr>
          <p:cNvPr id="8" name="Group 8">
            <a:extLst>
              <a:ext uri="{FF2B5EF4-FFF2-40B4-BE49-F238E27FC236}">
                <a16:creationId xmlns:a16="http://schemas.microsoft.com/office/drawing/2014/main" id="{69CF7733-9667-F030-2015-2A669D7560FA}"/>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2268514F-C5C0-B3E0-C216-0B633660AF15}"/>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endParaRPr lang="en-VN"/>
            </a:p>
          </p:txBody>
        </p:sp>
        <p:sp>
          <p:nvSpPr>
            <p:cNvPr id="10" name="TextBox 10">
              <a:extLst>
                <a:ext uri="{FF2B5EF4-FFF2-40B4-BE49-F238E27FC236}">
                  <a16:creationId xmlns:a16="http://schemas.microsoft.com/office/drawing/2014/main" id="{DA6B6B5D-3992-1FD8-BFFE-893558DB6428}"/>
                </a:ext>
              </a:extLst>
            </p:cNvPr>
            <p:cNvSpPr txBox="1"/>
            <p:nvPr/>
          </p:nvSpPr>
          <p:spPr>
            <a:xfrm>
              <a:off x="0" y="-47625"/>
              <a:ext cx="5429786" cy="2704410"/>
            </a:xfrm>
            <a:prstGeom prst="rect">
              <a:avLst/>
            </a:prstGeom>
          </p:spPr>
          <p:txBody>
            <a:bodyPr lIns="49849" tIns="49849" rIns="49849" bIns="49849" rtlCol="0" anchor="ctr"/>
            <a:lstStyle/>
            <a:p>
              <a:pPr algn="ctr">
                <a:lnSpc>
                  <a:spcPts val="2659"/>
                </a:lnSpc>
              </a:pPr>
              <a:endParaRPr/>
            </a:p>
          </p:txBody>
        </p:sp>
      </p:grpSp>
      <p:grpSp>
        <p:nvGrpSpPr>
          <p:cNvPr id="11" name="Group 11">
            <a:extLst>
              <a:ext uri="{FF2B5EF4-FFF2-40B4-BE49-F238E27FC236}">
                <a16:creationId xmlns:a16="http://schemas.microsoft.com/office/drawing/2014/main" id="{2CCFE63C-81B7-F22E-3BEF-1222E6672270}"/>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E5BAD647-9637-47A2-599C-8BEDF0DDF810}"/>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endParaRPr lang="en-VN"/>
            </a:p>
          </p:txBody>
        </p:sp>
        <p:sp>
          <p:nvSpPr>
            <p:cNvPr id="13" name="TextBox 13">
              <a:extLst>
                <a:ext uri="{FF2B5EF4-FFF2-40B4-BE49-F238E27FC236}">
                  <a16:creationId xmlns:a16="http://schemas.microsoft.com/office/drawing/2014/main" id="{3D577819-36D7-A47B-2FFF-69CA49D20BAB}"/>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4" name="Group 14">
            <a:extLst>
              <a:ext uri="{FF2B5EF4-FFF2-40B4-BE49-F238E27FC236}">
                <a16:creationId xmlns:a16="http://schemas.microsoft.com/office/drawing/2014/main" id="{668F6AA9-1E99-2560-D747-43AAFCFF8FB5}"/>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34616061-5536-C709-2FD7-AEF7350FE1E3}"/>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endParaRPr lang="en-VN"/>
            </a:p>
          </p:txBody>
        </p:sp>
        <p:sp>
          <p:nvSpPr>
            <p:cNvPr id="16" name="TextBox 16">
              <a:extLst>
                <a:ext uri="{FF2B5EF4-FFF2-40B4-BE49-F238E27FC236}">
                  <a16:creationId xmlns:a16="http://schemas.microsoft.com/office/drawing/2014/main" id="{E3C7C471-39C3-EB7F-964C-229A844F8EC0}"/>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7" name="Group 17">
            <a:extLst>
              <a:ext uri="{FF2B5EF4-FFF2-40B4-BE49-F238E27FC236}">
                <a16:creationId xmlns:a16="http://schemas.microsoft.com/office/drawing/2014/main" id="{905A9503-01ED-0446-2DDD-50B2EA432C49}"/>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036D6211-78DB-8F59-A0E5-40F8648BC68F}"/>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endParaRPr lang="en-VN"/>
            </a:p>
          </p:txBody>
        </p:sp>
        <p:sp>
          <p:nvSpPr>
            <p:cNvPr id="19" name="TextBox 19">
              <a:extLst>
                <a:ext uri="{FF2B5EF4-FFF2-40B4-BE49-F238E27FC236}">
                  <a16:creationId xmlns:a16="http://schemas.microsoft.com/office/drawing/2014/main" id="{B81680EC-6D85-96E9-F80E-0548E01141BC}"/>
                </a:ext>
              </a:extLst>
            </p:cNvPr>
            <p:cNvSpPr txBox="1"/>
            <p:nvPr/>
          </p:nvSpPr>
          <p:spPr>
            <a:xfrm>
              <a:off x="0" y="-47625"/>
              <a:ext cx="3961731" cy="2448417"/>
            </a:xfrm>
            <a:prstGeom prst="rect">
              <a:avLst/>
            </a:prstGeom>
          </p:spPr>
          <p:txBody>
            <a:bodyPr lIns="49849" tIns="49849" rIns="49849" bIns="49849" rtlCol="0" anchor="ctr"/>
            <a:lstStyle/>
            <a:p>
              <a:pPr algn="ctr">
                <a:lnSpc>
                  <a:spcPts val="2659"/>
                </a:lnSpc>
              </a:pPr>
              <a:endParaRPr/>
            </a:p>
          </p:txBody>
        </p:sp>
      </p:grpSp>
      <p:sp>
        <p:nvSpPr>
          <p:cNvPr id="34" name="Freeform 34">
            <a:extLst>
              <a:ext uri="{FF2B5EF4-FFF2-40B4-BE49-F238E27FC236}">
                <a16:creationId xmlns:a16="http://schemas.microsoft.com/office/drawing/2014/main" id="{C138830E-AA13-A92E-629E-B432486302A3}"/>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endParaRPr lang="en-VN"/>
          </a:p>
        </p:txBody>
      </p:sp>
      <p:grpSp>
        <p:nvGrpSpPr>
          <p:cNvPr id="35" name="Group 35">
            <a:extLst>
              <a:ext uri="{FF2B5EF4-FFF2-40B4-BE49-F238E27FC236}">
                <a16:creationId xmlns:a16="http://schemas.microsoft.com/office/drawing/2014/main" id="{D12DA6D6-0F0C-E9E5-F8D1-AF4B5F813C90}"/>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C477A4AA-C31F-72A1-4835-7D557B86EC9E}"/>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023F94F4-DD70-2E2B-A8FB-51A974712FF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38" name="TextBox 38">
                <a:extLst>
                  <a:ext uri="{FF2B5EF4-FFF2-40B4-BE49-F238E27FC236}">
                    <a16:creationId xmlns:a16="http://schemas.microsoft.com/office/drawing/2014/main" id="{645F9BF8-4640-08AA-CDC6-48B50C25CC14}"/>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68885B26-1358-EF0B-0CB6-6CF9ED84241E}"/>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A238C5A4-83C4-E83B-4714-CE04661EF51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1" name="TextBox 41">
                <a:extLst>
                  <a:ext uri="{FF2B5EF4-FFF2-40B4-BE49-F238E27FC236}">
                    <a16:creationId xmlns:a16="http://schemas.microsoft.com/office/drawing/2014/main" id="{6AEB575F-0FED-0606-0756-6109CEA03FDB}"/>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BF00A622-7429-995E-873D-36C35924E0D1}"/>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88D62BF4-EE79-F216-4D66-31FFE7688DE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4" name="TextBox 44">
                <a:extLst>
                  <a:ext uri="{FF2B5EF4-FFF2-40B4-BE49-F238E27FC236}">
                    <a16:creationId xmlns:a16="http://schemas.microsoft.com/office/drawing/2014/main" id="{E0A1CB80-7592-C8FB-8EAF-1B9CBB3BFEE7}"/>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D43BC83D-D0BF-9F05-B067-18B1101583E3}"/>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9125A179-0B74-ECCA-9DE2-6A66245259F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7" name="TextBox 47">
                <a:extLst>
                  <a:ext uri="{FF2B5EF4-FFF2-40B4-BE49-F238E27FC236}">
                    <a16:creationId xmlns:a16="http://schemas.microsoft.com/office/drawing/2014/main" id="{51F280F3-A64E-5E83-AFCE-EB99338512DB}"/>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8" name="Group 48">
              <a:extLst>
                <a:ext uri="{FF2B5EF4-FFF2-40B4-BE49-F238E27FC236}">
                  <a16:creationId xmlns:a16="http://schemas.microsoft.com/office/drawing/2014/main" id="{1B09E692-6A50-CCE0-AD0F-AB6D34AB3118}"/>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FA110074-91C9-2268-7565-A721477351A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0" name="TextBox 50">
                <a:extLst>
                  <a:ext uri="{FF2B5EF4-FFF2-40B4-BE49-F238E27FC236}">
                    <a16:creationId xmlns:a16="http://schemas.microsoft.com/office/drawing/2014/main" id="{AE3E49F9-D743-7C29-5396-6484B9EAF3EE}"/>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51" name="Freeform 51">
            <a:extLst>
              <a:ext uri="{FF2B5EF4-FFF2-40B4-BE49-F238E27FC236}">
                <a16:creationId xmlns:a16="http://schemas.microsoft.com/office/drawing/2014/main" id="{CA641FD8-C1DE-91F9-E075-CE75BE61D60A}"/>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endParaRPr lang="en-VN"/>
          </a:p>
        </p:txBody>
      </p:sp>
      <p:grpSp>
        <p:nvGrpSpPr>
          <p:cNvPr id="52" name="Group 52">
            <a:extLst>
              <a:ext uri="{FF2B5EF4-FFF2-40B4-BE49-F238E27FC236}">
                <a16:creationId xmlns:a16="http://schemas.microsoft.com/office/drawing/2014/main" id="{134A13DD-7B5F-598D-7747-3A67A3B8AFA4}"/>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3AE59044-472D-2641-206F-2C5214706841}"/>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76021029-DA6E-043B-2B43-37CF7D18A8E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5" name="TextBox 55">
                <a:extLst>
                  <a:ext uri="{FF2B5EF4-FFF2-40B4-BE49-F238E27FC236}">
                    <a16:creationId xmlns:a16="http://schemas.microsoft.com/office/drawing/2014/main" id="{B91E46FC-C007-24D9-0E35-75AE2187469F}"/>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6" name="Group 56">
              <a:extLst>
                <a:ext uri="{FF2B5EF4-FFF2-40B4-BE49-F238E27FC236}">
                  <a16:creationId xmlns:a16="http://schemas.microsoft.com/office/drawing/2014/main" id="{AD63A8CB-F89D-125F-16E6-909E6CB8A6D0}"/>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863E5E55-D14E-C26C-0958-F3ED027FFA8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8" name="TextBox 58">
                <a:extLst>
                  <a:ext uri="{FF2B5EF4-FFF2-40B4-BE49-F238E27FC236}">
                    <a16:creationId xmlns:a16="http://schemas.microsoft.com/office/drawing/2014/main" id="{ACE14067-AF8E-D25F-ECF0-AD4AB2D55F6F}"/>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9" name="Group 59">
              <a:extLst>
                <a:ext uri="{FF2B5EF4-FFF2-40B4-BE49-F238E27FC236}">
                  <a16:creationId xmlns:a16="http://schemas.microsoft.com/office/drawing/2014/main" id="{E0B06990-536B-0AFA-A98E-DACF8B8F9634}"/>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44F3E0C4-B55E-37FB-2EF6-AFCDBF788D8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1" name="TextBox 61">
                <a:extLst>
                  <a:ext uri="{FF2B5EF4-FFF2-40B4-BE49-F238E27FC236}">
                    <a16:creationId xmlns:a16="http://schemas.microsoft.com/office/drawing/2014/main" id="{670AD1DA-AB57-7FE5-607E-3F4EB7E1A38B}"/>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2" name="Group 62">
              <a:extLst>
                <a:ext uri="{FF2B5EF4-FFF2-40B4-BE49-F238E27FC236}">
                  <a16:creationId xmlns:a16="http://schemas.microsoft.com/office/drawing/2014/main" id="{F620F0AD-EA6C-D453-E5E3-1B1578EB0368}"/>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D3AD3A36-4A0E-B865-2279-CF17B605D0B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4" name="TextBox 64">
                <a:extLst>
                  <a:ext uri="{FF2B5EF4-FFF2-40B4-BE49-F238E27FC236}">
                    <a16:creationId xmlns:a16="http://schemas.microsoft.com/office/drawing/2014/main" id="{580428FD-FA03-1BB2-0246-DD0B36FE1501}"/>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5" name="Group 65">
              <a:extLst>
                <a:ext uri="{FF2B5EF4-FFF2-40B4-BE49-F238E27FC236}">
                  <a16:creationId xmlns:a16="http://schemas.microsoft.com/office/drawing/2014/main" id="{1F772853-B8F4-F786-8E64-165B7083D646}"/>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BCA3DA85-9F00-98AA-3A8C-23B7B010681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7" name="TextBox 67">
                <a:extLst>
                  <a:ext uri="{FF2B5EF4-FFF2-40B4-BE49-F238E27FC236}">
                    <a16:creationId xmlns:a16="http://schemas.microsoft.com/office/drawing/2014/main" id="{3AE2BDB0-BA69-2B2C-4EB9-1F51FB2FDD2D}"/>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grpSp>
        <p:nvGrpSpPr>
          <p:cNvPr id="68" name="Group 68">
            <a:extLst>
              <a:ext uri="{FF2B5EF4-FFF2-40B4-BE49-F238E27FC236}">
                <a16:creationId xmlns:a16="http://schemas.microsoft.com/office/drawing/2014/main" id="{E516A437-82F1-129E-FD4B-6F975679F51D}"/>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0681D5FC-6458-AC5C-3635-710824457F0A}"/>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3483A1EE-C00B-5F48-9D8A-640016726703}"/>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1" name="TextBox 71">
                <a:extLst>
                  <a:ext uri="{FF2B5EF4-FFF2-40B4-BE49-F238E27FC236}">
                    <a16:creationId xmlns:a16="http://schemas.microsoft.com/office/drawing/2014/main" id="{6FD6235D-E5AB-A45E-66A7-6ECC539AB58D}"/>
                  </a:ext>
                </a:extLst>
              </p:cNvPr>
              <p:cNvSpPr txBox="1"/>
              <p:nvPr/>
            </p:nvSpPr>
            <p:spPr>
              <a:xfrm>
                <a:off x="0" y="-47625"/>
                <a:ext cx="458420" cy="126378"/>
              </a:xfrm>
              <a:prstGeom prst="rect">
                <a:avLst/>
              </a:prstGeom>
            </p:spPr>
            <p:txBody>
              <a:bodyPr lIns="49849" tIns="49849" rIns="49849" bIns="49849" rtlCol="0" anchor="ctr"/>
              <a:lstStyle/>
              <a:p>
                <a:pPr algn="ctr">
                  <a:lnSpc>
                    <a:spcPts val="2659"/>
                  </a:lnSpc>
                </a:pPr>
                <a:endParaRPr/>
              </a:p>
            </p:txBody>
          </p:sp>
        </p:grpSp>
        <p:grpSp>
          <p:nvGrpSpPr>
            <p:cNvPr id="72" name="Group 72">
              <a:extLst>
                <a:ext uri="{FF2B5EF4-FFF2-40B4-BE49-F238E27FC236}">
                  <a16:creationId xmlns:a16="http://schemas.microsoft.com/office/drawing/2014/main" id="{0CA0DEF8-E2FB-3FB2-E94F-990C19A1F216}"/>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7C21133B-940C-18FE-4867-B9E5EBE5DE89}"/>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4" name="TextBox 74">
                <a:extLst>
                  <a:ext uri="{FF2B5EF4-FFF2-40B4-BE49-F238E27FC236}">
                    <a16:creationId xmlns:a16="http://schemas.microsoft.com/office/drawing/2014/main" id="{6CAB8D29-45DD-5399-E9C2-F126D2D5681A}"/>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5" name="Group 75">
              <a:extLst>
                <a:ext uri="{FF2B5EF4-FFF2-40B4-BE49-F238E27FC236}">
                  <a16:creationId xmlns:a16="http://schemas.microsoft.com/office/drawing/2014/main" id="{F5CC1DBA-0086-7FFA-3D16-724742198C25}"/>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724FA9F6-97AF-BD76-40A3-2FA6E5C7541B}"/>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7" name="TextBox 77">
                <a:extLst>
                  <a:ext uri="{FF2B5EF4-FFF2-40B4-BE49-F238E27FC236}">
                    <a16:creationId xmlns:a16="http://schemas.microsoft.com/office/drawing/2014/main" id="{78F33FE1-3847-279F-8864-FC5C927B9A5D}"/>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8" name="Group 78">
              <a:extLst>
                <a:ext uri="{FF2B5EF4-FFF2-40B4-BE49-F238E27FC236}">
                  <a16:creationId xmlns:a16="http://schemas.microsoft.com/office/drawing/2014/main" id="{E21D4AB1-D3AA-FFAD-E494-2D44B123B800}"/>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524EEC34-413D-5110-3493-F900D7F53C99}"/>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0" name="TextBox 80">
                <a:extLst>
                  <a:ext uri="{FF2B5EF4-FFF2-40B4-BE49-F238E27FC236}">
                    <a16:creationId xmlns:a16="http://schemas.microsoft.com/office/drawing/2014/main" id="{043319A3-91AD-1239-6065-A5FB7BA348DB}"/>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81" name="Group 81">
              <a:extLst>
                <a:ext uri="{FF2B5EF4-FFF2-40B4-BE49-F238E27FC236}">
                  <a16:creationId xmlns:a16="http://schemas.microsoft.com/office/drawing/2014/main" id="{705FAC30-1559-3563-3C1A-F44F70A8C98B}"/>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FD40BF19-7856-5236-0B07-A6E582A76A70}"/>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3" name="TextBox 83">
                <a:extLst>
                  <a:ext uri="{FF2B5EF4-FFF2-40B4-BE49-F238E27FC236}">
                    <a16:creationId xmlns:a16="http://schemas.microsoft.com/office/drawing/2014/main" id="{D3C312D9-CE17-64F6-E021-4D8FF438B9D4}"/>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sp>
        <p:nvSpPr>
          <p:cNvPr id="84" name="Freeform 84">
            <a:extLst>
              <a:ext uri="{FF2B5EF4-FFF2-40B4-BE49-F238E27FC236}">
                <a16:creationId xmlns:a16="http://schemas.microsoft.com/office/drawing/2014/main" id="{E64C4AA4-03C0-42FF-B2DC-A05B32BB9830}"/>
              </a:ext>
            </a:extLst>
          </p:cNvPr>
          <p:cNvSpPr/>
          <p:nvPr/>
        </p:nvSpPr>
        <p:spPr>
          <a:xfrm rot="6451370">
            <a:off x="15324698" y="7886286"/>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98" name="TextBox 97">
            <a:extLst>
              <a:ext uri="{FF2B5EF4-FFF2-40B4-BE49-F238E27FC236}">
                <a16:creationId xmlns:a16="http://schemas.microsoft.com/office/drawing/2014/main" id="{78B4B65F-557D-9CD6-2A9E-848E19E88A66}"/>
              </a:ext>
            </a:extLst>
          </p:cNvPr>
          <p:cNvSpPr txBox="1"/>
          <p:nvPr/>
        </p:nvSpPr>
        <p:spPr>
          <a:xfrm>
            <a:off x="1670013" y="1412661"/>
            <a:ext cx="15727454" cy="7369325"/>
          </a:xfrm>
          <a:prstGeom prst="rect">
            <a:avLst/>
          </a:prstGeom>
          <a:noFill/>
        </p:spPr>
        <p:txBody>
          <a:bodyPr wrap="square">
            <a:spAutoFit/>
          </a:bodyPr>
          <a:lstStyle/>
          <a:p>
            <a:pPr algn="ctr">
              <a:lnSpc>
                <a:spcPct val="150000"/>
              </a:lnSpc>
            </a:pPr>
            <a:r>
              <a:rPr lang="vi-VN" sz="5000" b="1">
                <a:solidFill>
                  <a:srgbClr val="C00000"/>
                </a:solidFill>
                <a:latin typeface="American Typewriter" panose="02090604020004020304" pitchFamily="18" charset="77"/>
              </a:rPr>
              <a:t>THÌ QUÁ KHỨ TẠI ĐƠN</a:t>
            </a:r>
          </a:p>
          <a:p>
            <a:pPr algn="just">
              <a:lnSpc>
                <a:spcPct val="150000"/>
              </a:lnSpc>
            </a:pPr>
            <a:r>
              <a:rPr lang="en-US" sz="4500" b="1">
                <a:solidFill>
                  <a:srgbClr val="00B0F0"/>
                </a:solidFill>
                <a:latin typeface="American Typewriter" panose="02090604020004020304" pitchFamily="18" charset="77"/>
              </a:rPr>
              <a:t>Dấu hiệu nhận biết:</a:t>
            </a:r>
            <a:endParaRPr lang="en-US" sz="4500">
              <a:solidFill>
                <a:srgbClr val="00B0F0"/>
              </a:solidFill>
              <a:latin typeface="American Typewriter" panose="02090604020004020304" pitchFamily="18" charset="77"/>
            </a:endParaRPr>
          </a:p>
          <a:p>
            <a:pPr algn="just">
              <a:lnSpc>
                <a:spcPct val="150000"/>
              </a:lnSpc>
            </a:pPr>
            <a:r>
              <a:rPr lang="en-US" sz="4500">
                <a:latin typeface="American Typewriter" panose="02090604020004020304" pitchFamily="18" charset="77"/>
              </a:rPr>
              <a:t>→ yesterday, last week/month/year</a:t>
            </a:r>
          </a:p>
          <a:p>
            <a:pPr algn="just">
              <a:lnSpc>
                <a:spcPct val="150000"/>
              </a:lnSpc>
            </a:pPr>
            <a:r>
              <a:rPr lang="en-US" sz="4500">
                <a:latin typeface="American Typewriter" panose="02090604020004020304" pitchFamily="18" charset="77"/>
              </a:rPr>
              <a:t>→ … + ago, in + năm quá khứ</a:t>
            </a:r>
          </a:p>
          <a:p>
            <a:pPr algn="just">
              <a:lnSpc>
                <a:spcPct val="150000"/>
              </a:lnSpc>
            </a:pPr>
            <a:r>
              <a:rPr lang="en-US" sz="4500" b="1">
                <a:solidFill>
                  <a:srgbClr val="00B0F0"/>
                </a:solidFill>
                <a:latin typeface="American Typewriter" panose="02090604020004020304" pitchFamily="18" charset="77"/>
              </a:rPr>
              <a:t>Cách dùng:</a:t>
            </a:r>
            <a:endParaRPr lang="en-US" sz="4500">
              <a:solidFill>
                <a:srgbClr val="00B0F0"/>
              </a:solidFill>
              <a:latin typeface="American Typewriter" panose="02090604020004020304" pitchFamily="18" charset="77"/>
            </a:endParaRPr>
          </a:p>
          <a:p>
            <a:pPr algn="just">
              <a:lnSpc>
                <a:spcPct val="150000"/>
              </a:lnSpc>
            </a:pPr>
            <a:r>
              <a:rPr lang="en-US" sz="4500">
                <a:latin typeface="American Typewriter" panose="02090604020004020304" pitchFamily="18" charset="77"/>
              </a:rPr>
              <a:t>→ Diễn tả hành động đã xảy ra và kết thúc trong quá khứ</a:t>
            </a:r>
          </a:p>
        </p:txBody>
      </p:sp>
    </p:spTree>
    <p:extLst>
      <p:ext uri="{BB962C8B-B14F-4D97-AF65-F5344CB8AC3E}">
        <p14:creationId xmlns:p14="http://schemas.microsoft.com/office/powerpoint/2010/main" val="2965203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8">
                                            <p:txEl>
                                              <p:pRg st="4" end="4"/>
                                            </p:txEl>
                                          </p:spTgt>
                                        </p:tgtEl>
                                        <p:attrNameLst>
                                          <p:attrName>style.visibility</p:attrName>
                                        </p:attrNameLst>
                                      </p:cBhvr>
                                      <p:to>
                                        <p:strVal val="visible"/>
                                      </p:to>
                                    </p:set>
                                    <p:anim calcmode="lin" valueType="num">
                                      <p:cBhvr additive="base">
                                        <p:cTn id="31" dur="500" fill="hold"/>
                                        <p:tgtEl>
                                          <p:spTgt spid="9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8">
                                            <p:txEl>
                                              <p:pRg st="5" end="5"/>
                                            </p:txEl>
                                          </p:spTgt>
                                        </p:tgtEl>
                                        <p:attrNameLst>
                                          <p:attrName>style.visibility</p:attrName>
                                        </p:attrNameLst>
                                      </p:cBhvr>
                                      <p:to>
                                        <p:strVal val="visible"/>
                                      </p:to>
                                    </p:set>
                                    <p:anim calcmode="lin" valueType="num">
                                      <p:cBhvr additive="base">
                                        <p:cTn id="37" dur="500" fill="hold"/>
                                        <p:tgtEl>
                                          <p:spTgt spid="9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8">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FCECF-FB5A-2FDE-6BA3-B479646F63E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EB67764-F509-5E62-13E9-3650B6BA2399}"/>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endParaRPr lang="en-VN"/>
          </a:p>
        </p:txBody>
      </p:sp>
      <p:sp>
        <p:nvSpPr>
          <p:cNvPr id="3" name="Freeform 3">
            <a:extLst>
              <a:ext uri="{FF2B5EF4-FFF2-40B4-BE49-F238E27FC236}">
                <a16:creationId xmlns:a16="http://schemas.microsoft.com/office/drawing/2014/main" id="{1DB8CA0A-F578-BC02-9CAC-A79B0E03D9AA}"/>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endParaRPr lang="en-VN"/>
          </a:p>
        </p:txBody>
      </p:sp>
      <p:sp>
        <p:nvSpPr>
          <p:cNvPr id="4" name="Freeform 4">
            <a:extLst>
              <a:ext uri="{FF2B5EF4-FFF2-40B4-BE49-F238E27FC236}">
                <a16:creationId xmlns:a16="http://schemas.microsoft.com/office/drawing/2014/main" id="{80C8CA70-3003-7ABF-B419-643638BCED80}"/>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endParaRPr lang="en-VN"/>
          </a:p>
        </p:txBody>
      </p:sp>
      <p:grpSp>
        <p:nvGrpSpPr>
          <p:cNvPr id="5" name="Group 5">
            <a:extLst>
              <a:ext uri="{FF2B5EF4-FFF2-40B4-BE49-F238E27FC236}">
                <a16:creationId xmlns:a16="http://schemas.microsoft.com/office/drawing/2014/main" id="{90F512EC-8C80-D8EC-D57D-40DEA051CBAC}"/>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6C5BD306-D4AC-F4F1-3002-FB707785FC42}"/>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endParaRPr lang="en-VN"/>
            </a:p>
          </p:txBody>
        </p:sp>
        <p:sp>
          <p:nvSpPr>
            <p:cNvPr id="7" name="TextBox 7">
              <a:extLst>
                <a:ext uri="{FF2B5EF4-FFF2-40B4-BE49-F238E27FC236}">
                  <a16:creationId xmlns:a16="http://schemas.microsoft.com/office/drawing/2014/main" id="{CF3988AC-85AB-B583-53EA-65C3A1B1C373}"/>
                </a:ext>
              </a:extLst>
            </p:cNvPr>
            <p:cNvSpPr txBox="1"/>
            <p:nvPr/>
          </p:nvSpPr>
          <p:spPr>
            <a:xfrm>
              <a:off x="0" y="-47625"/>
              <a:ext cx="5454346" cy="2751565"/>
            </a:xfrm>
            <a:prstGeom prst="rect">
              <a:avLst/>
            </a:prstGeom>
          </p:spPr>
          <p:txBody>
            <a:bodyPr lIns="49849" tIns="49849" rIns="49849" bIns="49849" rtlCol="0" anchor="ctr"/>
            <a:lstStyle/>
            <a:p>
              <a:pPr algn="ctr">
                <a:lnSpc>
                  <a:spcPts val="2659"/>
                </a:lnSpc>
              </a:pPr>
              <a:endParaRPr/>
            </a:p>
          </p:txBody>
        </p:sp>
      </p:grpSp>
      <p:grpSp>
        <p:nvGrpSpPr>
          <p:cNvPr id="8" name="Group 8">
            <a:extLst>
              <a:ext uri="{FF2B5EF4-FFF2-40B4-BE49-F238E27FC236}">
                <a16:creationId xmlns:a16="http://schemas.microsoft.com/office/drawing/2014/main" id="{61C4038C-12F5-09DD-4232-A1DE54E0ADA3}"/>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5DCE7011-D3DA-88BF-DC58-14E9ECBF8C1F}"/>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endParaRPr lang="en-VN"/>
            </a:p>
          </p:txBody>
        </p:sp>
        <p:sp>
          <p:nvSpPr>
            <p:cNvPr id="10" name="TextBox 10">
              <a:extLst>
                <a:ext uri="{FF2B5EF4-FFF2-40B4-BE49-F238E27FC236}">
                  <a16:creationId xmlns:a16="http://schemas.microsoft.com/office/drawing/2014/main" id="{A311A8E5-A2D1-3C10-3B74-193232BB8A5D}"/>
                </a:ext>
              </a:extLst>
            </p:cNvPr>
            <p:cNvSpPr txBox="1"/>
            <p:nvPr/>
          </p:nvSpPr>
          <p:spPr>
            <a:xfrm>
              <a:off x="0" y="-47625"/>
              <a:ext cx="5429786" cy="2704410"/>
            </a:xfrm>
            <a:prstGeom prst="rect">
              <a:avLst/>
            </a:prstGeom>
          </p:spPr>
          <p:txBody>
            <a:bodyPr lIns="49849" tIns="49849" rIns="49849" bIns="49849" rtlCol="0" anchor="ctr"/>
            <a:lstStyle/>
            <a:p>
              <a:pPr algn="ctr">
                <a:lnSpc>
                  <a:spcPts val="2659"/>
                </a:lnSpc>
              </a:pPr>
              <a:endParaRPr/>
            </a:p>
          </p:txBody>
        </p:sp>
      </p:grpSp>
      <p:grpSp>
        <p:nvGrpSpPr>
          <p:cNvPr id="11" name="Group 11">
            <a:extLst>
              <a:ext uri="{FF2B5EF4-FFF2-40B4-BE49-F238E27FC236}">
                <a16:creationId xmlns:a16="http://schemas.microsoft.com/office/drawing/2014/main" id="{8B576C70-AE43-349B-35A0-E9BC87465403}"/>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B64B59A8-0A11-6EDB-1401-0099E3C353BF}"/>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endParaRPr lang="en-VN"/>
            </a:p>
          </p:txBody>
        </p:sp>
        <p:sp>
          <p:nvSpPr>
            <p:cNvPr id="13" name="TextBox 13">
              <a:extLst>
                <a:ext uri="{FF2B5EF4-FFF2-40B4-BE49-F238E27FC236}">
                  <a16:creationId xmlns:a16="http://schemas.microsoft.com/office/drawing/2014/main" id="{5D2BE432-D361-1B5A-57E8-0DAAB5715F11}"/>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4" name="Group 14">
            <a:extLst>
              <a:ext uri="{FF2B5EF4-FFF2-40B4-BE49-F238E27FC236}">
                <a16:creationId xmlns:a16="http://schemas.microsoft.com/office/drawing/2014/main" id="{767813BC-4921-0514-844F-A50DFAD57FA5}"/>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D84EC6BE-F85B-FCEB-F637-71BE0FB7D4C8}"/>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endParaRPr lang="en-VN"/>
            </a:p>
          </p:txBody>
        </p:sp>
        <p:sp>
          <p:nvSpPr>
            <p:cNvPr id="16" name="TextBox 16">
              <a:extLst>
                <a:ext uri="{FF2B5EF4-FFF2-40B4-BE49-F238E27FC236}">
                  <a16:creationId xmlns:a16="http://schemas.microsoft.com/office/drawing/2014/main" id="{7879F8E3-8F7A-0DFB-1349-034A8617A21A}"/>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7" name="Group 17">
            <a:extLst>
              <a:ext uri="{FF2B5EF4-FFF2-40B4-BE49-F238E27FC236}">
                <a16:creationId xmlns:a16="http://schemas.microsoft.com/office/drawing/2014/main" id="{B84A399A-9CAF-821E-EDEF-7F187DC54265}"/>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7339C8B2-06EF-6E20-7746-486C382C85D7}"/>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endParaRPr lang="en-VN"/>
            </a:p>
          </p:txBody>
        </p:sp>
        <p:sp>
          <p:nvSpPr>
            <p:cNvPr id="19" name="TextBox 19">
              <a:extLst>
                <a:ext uri="{FF2B5EF4-FFF2-40B4-BE49-F238E27FC236}">
                  <a16:creationId xmlns:a16="http://schemas.microsoft.com/office/drawing/2014/main" id="{4034D0B3-9ECF-57D4-13CC-21DEECD6DE56}"/>
                </a:ext>
              </a:extLst>
            </p:cNvPr>
            <p:cNvSpPr txBox="1"/>
            <p:nvPr/>
          </p:nvSpPr>
          <p:spPr>
            <a:xfrm>
              <a:off x="0" y="-47625"/>
              <a:ext cx="3961731" cy="2448417"/>
            </a:xfrm>
            <a:prstGeom prst="rect">
              <a:avLst/>
            </a:prstGeom>
          </p:spPr>
          <p:txBody>
            <a:bodyPr lIns="49849" tIns="49849" rIns="49849" bIns="49849" rtlCol="0" anchor="ctr"/>
            <a:lstStyle/>
            <a:p>
              <a:pPr algn="ctr">
                <a:lnSpc>
                  <a:spcPts val="2659"/>
                </a:lnSpc>
              </a:pPr>
              <a:endParaRPr/>
            </a:p>
          </p:txBody>
        </p:sp>
      </p:grpSp>
      <p:sp>
        <p:nvSpPr>
          <p:cNvPr id="34" name="Freeform 34">
            <a:extLst>
              <a:ext uri="{FF2B5EF4-FFF2-40B4-BE49-F238E27FC236}">
                <a16:creationId xmlns:a16="http://schemas.microsoft.com/office/drawing/2014/main" id="{7B2B9FEC-D922-2FA9-25E5-5BEBBE86C40E}"/>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endParaRPr lang="en-VN"/>
          </a:p>
        </p:txBody>
      </p:sp>
      <p:grpSp>
        <p:nvGrpSpPr>
          <p:cNvPr id="35" name="Group 35">
            <a:extLst>
              <a:ext uri="{FF2B5EF4-FFF2-40B4-BE49-F238E27FC236}">
                <a16:creationId xmlns:a16="http://schemas.microsoft.com/office/drawing/2014/main" id="{C1992D79-30AD-F70D-9505-CF22969D0E81}"/>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56F88146-A0BC-B121-EEDC-1BB2582B2B0A}"/>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25DA3B07-3F63-B57A-CAAE-BC6FCA99499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38" name="TextBox 38">
                <a:extLst>
                  <a:ext uri="{FF2B5EF4-FFF2-40B4-BE49-F238E27FC236}">
                    <a16:creationId xmlns:a16="http://schemas.microsoft.com/office/drawing/2014/main" id="{EB8DAD92-77E0-7F6A-FC45-4A0FF68BE308}"/>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183780BC-09A8-B81B-281F-EBBD528A786F}"/>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B683678D-2D51-D1FD-9443-5874F428AC3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1" name="TextBox 41">
                <a:extLst>
                  <a:ext uri="{FF2B5EF4-FFF2-40B4-BE49-F238E27FC236}">
                    <a16:creationId xmlns:a16="http://schemas.microsoft.com/office/drawing/2014/main" id="{5B09362A-A64E-6A5E-2B6C-100EACA4E8A7}"/>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3D5FDD99-9BBE-5E13-21D8-A01682B98A84}"/>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825D760D-9C20-41A8-80CD-3F5B76EB452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4" name="TextBox 44">
                <a:extLst>
                  <a:ext uri="{FF2B5EF4-FFF2-40B4-BE49-F238E27FC236}">
                    <a16:creationId xmlns:a16="http://schemas.microsoft.com/office/drawing/2014/main" id="{43E32A61-C938-5074-BB52-3BE9D5EDAE86}"/>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D731AA8E-3EF4-09C4-94D7-D43604A34AFA}"/>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C6F51BC3-31D1-16F2-E38E-7C2EDB66802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7" name="TextBox 47">
                <a:extLst>
                  <a:ext uri="{FF2B5EF4-FFF2-40B4-BE49-F238E27FC236}">
                    <a16:creationId xmlns:a16="http://schemas.microsoft.com/office/drawing/2014/main" id="{5CB568BE-2F3D-67A0-41DD-E0537464FA7D}"/>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8" name="Group 48">
              <a:extLst>
                <a:ext uri="{FF2B5EF4-FFF2-40B4-BE49-F238E27FC236}">
                  <a16:creationId xmlns:a16="http://schemas.microsoft.com/office/drawing/2014/main" id="{2055C776-357E-ACFC-BCE2-94B90E9FAB1D}"/>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6E0E8DD2-AFB1-3540-0AEB-5F8E2D4DF24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0" name="TextBox 50">
                <a:extLst>
                  <a:ext uri="{FF2B5EF4-FFF2-40B4-BE49-F238E27FC236}">
                    <a16:creationId xmlns:a16="http://schemas.microsoft.com/office/drawing/2014/main" id="{7DA889D1-4271-07EA-F330-0BA540403F47}"/>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51" name="Freeform 51">
            <a:extLst>
              <a:ext uri="{FF2B5EF4-FFF2-40B4-BE49-F238E27FC236}">
                <a16:creationId xmlns:a16="http://schemas.microsoft.com/office/drawing/2014/main" id="{5A46C3FD-5F9B-0F1A-CE04-700A3A44E981}"/>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endParaRPr lang="en-VN"/>
          </a:p>
        </p:txBody>
      </p:sp>
      <p:grpSp>
        <p:nvGrpSpPr>
          <p:cNvPr id="52" name="Group 52">
            <a:extLst>
              <a:ext uri="{FF2B5EF4-FFF2-40B4-BE49-F238E27FC236}">
                <a16:creationId xmlns:a16="http://schemas.microsoft.com/office/drawing/2014/main" id="{73FE201D-5321-E3DE-63FE-39F138B6833D}"/>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EC0E4A74-CA19-CAD0-3967-AD443283527A}"/>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48651AB0-22B5-6CBB-F493-0BF62227F48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5" name="TextBox 55">
                <a:extLst>
                  <a:ext uri="{FF2B5EF4-FFF2-40B4-BE49-F238E27FC236}">
                    <a16:creationId xmlns:a16="http://schemas.microsoft.com/office/drawing/2014/main" id="{81E3C17A-2BCD-3DDB-26F6-93533A7CC065}"/>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6" name="Group 56">
              <a:extLst>
                <a:ext uri="{FF2B5EF4-FFF2-40B4-BE49-F238E27FC236}">
                  <a16:creationId xmlns:a16="http://schemas.microsoft.com/office/drawing/2014/main" id="{C5446D9B-B378-0DAF-31DD-FF76D5DAE484}"/>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191F363C-1C18-AE85-EC95-FA040BDFAEE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8" name="TextBox 58">
                <a:extLst>
                  <a:ext uri="{FF2B5EF4-FFF2-40B4-BE49-F238E27FC236}">
                    <a16:creationId xmlns:a16="http://schemas.microsoft.com/office/drawing/2014/main" id="{99545D0A-6C62-3488-2133-B662D97825DD}"/>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9" name="Group 59">
              <a:extLst>
                <a:ext uri="{FF2B5EF4-FFF2-40B4-BE49-F238E27FC236}">
                  <a16:creationId xmlns:a16="http://schemas.microsoft.com/office/drawing/2014/main" id="{F217F8BD-8E67-68B1-8E39-71CCC98DCED1}"/>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57ACBE8A-5D3F-FD77-DA74-199DA65EA29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1" name="TextBox 61">
                <a:extLst>
                  <a:ext uri="{FF2B5EF4-FFF2-40B4-BE49-F238E27FC236}">
                    <a16:creationId xmlns:a16="http://schemas.microsoft.com/office/drawing/2014/main" id="{7E51795A-179C-9E5A-9997-6B8BA54AB654}"/>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2" name="Group 62">
              <a:extLst>
                <a:ext uri="{FF2B5EF4-FFF2-40B4-BE49-F238E27FC236}">
                  <a16:creationId xmlns:a16="http://schemas.microsoft.com/office/drawing/2014/main" id="{D520A8FE-5245-4842-168B-BE5C846A33E1}"/>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F4E13A0B-AFC6-6CBA-4B7B-969CAC462F8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4" name="TextBox 64">
                <a:extLst>
                  <a:ext uri="{FF2B5EF4-FFF2-40B4-BE49-F238E27FC236}">
                    <a16:creationId xmlns:a16="http://schemas.microsoft.com/office/drawing/2014/main" id="{48C021DC-7C80-4314-5FB8-BBDDE548595F}"/>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5" name="Group 65">
              <a:extLst>
                <a:ext uri="{FF2B5EF4-FFF2-40B4-BE49-F238E27FC236}">
                  <a16:creationId xmlns:a16="http://schemas.microsoft.com/office/drawing/2014/main" id="{D0B49652-B823-CBBD-1063-0259E6FB5260}"/>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6DEF8E49-8BA2-FEE7-C756-A74995B0B10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7" name="TextBox 67">
                <a:extLst>
                  <a:ext uri="{FF2B5EF4-FFF2-40B4-BE49-F238E27FC236}">
                    <a16:creationId xmlns:a16="http://schemas.microsoft.com/office/drawing/2014/main" id="{14CE9082-F793-15D5-F9A4-FAB7767DD3AA}"/>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grpSp>
        <p:nvGrpSpPr>
          <p:cNvPr id="68" name="Group 68">
            <a:extLst>
              <a:ext uri="{FF2B5EF4-FFF2-40B4-BE49-F238E27FC236}">
                <a16:creationId xmlns:a16="http://schemas.microsoft.com/office/drawing/2014/main" id="{9A820DD2-C8B4-CC2E-5AA3-EF28D8639732}"/>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7D05C04C-7AB0-66EC-9114-D3D6C6191CD4}"/>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DB768DB6-B001-AE3B-1628-11E5DEB536F4}"/>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1" name="TextBox 71">
                <a:extLst>
                  <a:ext uri="{FF2B5EF4-FFF2-40B4-BE49-F238E27FC236}">
                    <a16:creationId xmlns:a16="http://schemas.microsoft.com/office/drawing/2014/main" id="{4C46897C-7169-BA60-E41E-4165E070ACD8}"/>
                  </a:ext>
                </a:extLst>
              </p:cNvPr>
              <p:cNvSpPr txBox="1"/>
              <p:nvPr/>
            </p:nvSpPr>
            <p:spPr>
              <a:xfrm>
                <a:off x="0" y="-47625"/>
                <a:ext cx="458420" cy="126378"/>
              </a:xfrm>
              <a:prstGeom prst="rect">
                <a:avLst/>
              </a:prstGeom>
            </p:spPr>
            <p:txBody>
              <a:bodyPr lIns="49849" tIns="49849" rIns="49849" bIns="49849" rtlCol="0" anchor="ctr"/>
              <a:lstStyle/>
              <a:p>
                <a:pPr algn="ctr">
                  <a:lnSpc>
                    <a:spcPts val="2659"/>
                  </a:lnSpc>
                </a:pPr>
                <a:endParaRPr/>
              </a:p>
            </p:txBody>
          </p:sp>
        </p:grpSp>
        <p:grpSp>
          <p:nvGrpSpPr>
            <p:cNvPr id="72" name="Group 72">
              <a:extLst>
                <a:ext uri="{FF2B5EF4-FFF2-40B4-BE49-F238E27FC236}">
                  <a16:creationId xmlns:a16="http://schemas.microsoft.com/office/drawing/2014/main" id="{5E9A2210-20D0-7852-B5D2-F27B57B7ECD7}"/>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1BADF33D-D0B7-1232-DA7D-13EAD505BEB6}"/>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4" name="TextBox 74">
                <a:extLst>
                  <a:ext uri="{FF2B5EF4-FFF2-40B4-BE49-F238E27FC236}">
                    <a16:creationId xmlns:a16="http://schemas.microsoft.com/office/drawing/2014/main" id="{7BE7C831-B7A7-BFEB-52C0-CBDB63E3CEBF}"/>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5" name="Group 75">
              <a:extLst>
                <a:ext uri="{FF2B5EF4-FFF2-40B4-BE49-F238E27FC236}">
                  <a16:creationId xmlns:a16="http://schemas.microsoft.com/office/drawing/2014/main" id="{22A56F67-455F-5202-A925-521E68EC07BC}"/>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1F7F0276-8F57-CC42-A354-8A7D01A5CAA7}"/>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7" name="TextBox 77">
                <a:extLst>
                  <a:ext uri="{FF2B5EF4-FFF2-40B4-BE49-F238E27FC236}">
                    <a16:creationId xmlns:a16="http://schemas.microsoft.com/office/drawing/2014/main" id="{396BB5CB-C638-9DD2-523C-BE1EE6CBAA5B}"/>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8" name="Group 78">
              <a:extLst>
                <a:ext uri="{FF2B5EF4-FFF2-40B4-BE49-F238E27FC236}">
                  <a16:creationId xmlns:a16="http://schemas.microsoft.com/office/drawing/2014/main" id="{632D9A4E-AEC5-3873-5655-A5D36690302D}"/>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A4D4C23A-0B99-2EA7-3B7E-079E28332F7C}"/>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0" name="TextBox 80">
                <a:extLst>
                  <a:ext uri="{FF2B5EF4-FFF2-40B4-BE49-F238E27FC236}">
                    <a16:creationId xmlns:a16="http://schemas.microsoft.com/office/drawing/2014/main" id="{E7B80731-D32A-C78F-D47E-357C9169FC78}"/>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81" name="Group 81">
              <a:extLst>
                <a:ext uri="{FF2B5EF4-FFF2-40B4-BE49-F238E27FC236}">
                  <a16:creationId xmlns:a16="http://schemas.microsoft.com/office/drawing/2014/main" id="{ECB039C8-D03B-39E5-F2E8-DECFE66B25A0}"/>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D7114859-D1C2-69C9-3AC3-E75055556997}"/>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3" name="TextBox 83">
                <a:extLst>
                  <a:ext uri="{FF2B5EF4-FFF2-40B4-BE49-F238E27FC236}">
                    <a16:creationId xmlns:a16="http://schemas.microsoft.com/office/drawing/2014/main" id="{1E6B5673-1B37-74B9-A9CA-318A5CD4E604}"/>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sp>
        <p:nvSpPr>
          <p:cNvPr id="84" name="Freeform 84">
            <a:extLst>
              <a:ext uri="{FF2B5EF4-FFF2-40B4-BE49-F238E27FC236}">
                <a16:creationId xmlns:a16="http://schemas.microsoft.com/office/drawing/2014/main" id="{2B19AB48-4C7B-B25A-9F52-8429A3C4FD80}"/>
              </a:ext>
            </a:extLst>
          </p:cNvPr>
          <p:cNvSpPr/>
          <p:nvPr/>
        </p:nvSpPr>
        <p:spPr>
          <a:xfrm rot="6451370">
            <a:off x="15324698" y="7886286"/>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98" name="TextBox 97">
            <a:extLst>
              <a:ext uri="{FF2B5EF4-FFF2-40B4-BE49-F238E27FC236}">
                <a16:creationId xmlns:a16="http://schemas.microsoft.com/office/drawing/2014/main" id="{5CAEE3E6-7008-5AE6-D24D-AC322A71242D}"/>
              </a:ext>
            </a:extLst>
          </p:cNvPr>
          <p:cNvSpPr txBox="1"/>
          <p:nvPr/>
        </p:nvSpPr>
        <p:spPr>
          <a:xfrm>
            <a:off x="1670013" y="1412661"/>
            <a:ext cx="15727454" cy="7374776"/>
          </a:xfrm>
          <a:prstGeom prst="rect">
            <a:avLst/>
          </a:prstGeom>
          <a:noFill/>
        </p:spPr>
        <p:txBody>
          <a:bodyPr wrap="square">
            <a:spAutoFit/>
          </a:bodyPr>
          <a:lstStyle/>
          <a:p>
            <a:pPr algn="ctr">
              <a:lnSpc>
                <a:spcPct val="150000"/>
              </a:lnSpc>
            </a:pPr>
            <a:r>
              <a:rPr lang="vi-VN" sz="5000" b="1">
                <a:solidFill>
                  <a:srgbClr val="C00000"/>
                </a:solidFill>
                <a:latin typeface="American Typewriter" panose="02090604020004020304" pitchFamily="18" charset="77"/>
              </a:rPr>
              <a:t>THÌ QUÁ KHỨ ĐƠN</a:t>
            </a:r>
          </a:p>
          <a:p>
            <a:pPr>
              <a:lnSpc>
                <a:spcPct val="150000"/>
              </a:lnSpc>
            </a:pPr>
            <a:r>
              <a:rPr lang="en-US" sz="4500" b="1">
                <a:solidFill>
                  <a:srgbClr val="00B0F0"/>
                </a:solidFill>
                <a:latin typeface="American Typewriter" panose="02090604020004020304" pitchFamily="18" charset="77"/>
              </a:rPr>
              <a:t>Cấu trúc:</a:t>
            </a:r>
            <a:endParaRPr lang="en-US" sz="4500">
              <a:solidFill>
                <a:srgbClr val="00B0F0"/>
              </a:solidFill>
              <a:latin typeface="American Typewriter" panose="02090604020004020304" pitchFamily="18" charset="77"/>
            </a:endParaRPr>
          </a:p>
          <a:p>
            <a:pPr marL="685800" indent="-685800">
              <a:lnSpc>
                <a:spcPct val="150000"/>
              </a:lnSpc>
              <a:buFont typeface="Wingdings" pitchFamily="2" charset="2"/>
              <a:buChar char="§"/>
            </a:pPr>
            <a:r>
              <a:rPr lang="en-US" sz="4500">
                <a:latin typeface="American Typewriter" panose="02090604020004020304" pitchFamily="18" charset="77"/>
              </a:rPr>
              <a:t>Khẳng định: </a:t>
            </a:r>
            <a:r>
              <a:rPr lang="en-US" sz="4500">
                <a:solidFill>
                  <a:schemeClr val="accent3"/>
                </a:solidFill>
                <a:latin typeface="American Typewriter" panose="02090604020004020304" pitchFamily="18" charset="77"/>
              </a:rPr>
              <a:t>S + V</a:t>
            </a:r>
            <a:r>
              <a:rPr lang="en-US" sz="4500" baseline="-25000">
                <a:solidFill>
                  <a:schemeClr val="accent3"/>
                </a:solidFill>
                <a:latin typeface="American Typewriter" panose="02090604020004020304" pitchFamily="18" charset="77"/>
              </a:rPr>
              <a:t>2/ed </a:t>
            </a:r>
            <a:r>
              <a:rPr lang="en-US" sz="4500">
                <a:solidFill>
                  <a:schemeClr val="accent3"/>
                </a:solidFill>
                <a:latin typeface="American Typewriter" panose="02090604020004020304" pitchFamily="18" charset="77"/>
              </a:rPr>
              <a:t>+ O</a:t>
            </a:r>
          </a:p>
          <a:p>
            <a:pPr marL="685800" indent="-685800">
              <a:lnSpc>
                <a:spcPct val="150000"/>
              </a:lnSpc>
              <a:buFont typeface="Wingdings" pitchFamily="2" charset="2"/>
              <a:buChar char="§"/>
            </a:pPr>
            <a:r>
              <a:rPr lang="en-US" sz="4500">
                <a:latin typeface="American Typewriter" panose="02090604020004020304" pitchFamily="18" charset="77"/>
              </a:rPr>
              <a:t>Phủ định: </a:t>
            </a:r>
            <a:r>
              <a:rPr lang="en-US" sz="4500">
                <a:solidFill>
                  <a:schemeClr val="accent3"/>
                </a:solidFill>
                <a:latin typeface="American Typewriter" panose="02090604020004020304" pitchFamily="18" charset="77"/>
              </a:rPr>
              <a:t>S + did not + V</a:t>
            </a:r>
            <a:r>
              <a:rPr lang="en-US" sz="4500" baseline="-25000">
                <a:solidFill>
                  <a:schemeClr val="accent3"/>
                </a:solidFill>
                <a:latin typeface="American Typewriter" panose="02090604020004020304" pitchFamily="18" charset="77"/>
              </a:rPr>
              <a:t>o </a:t>
            </a:r>
            <a:r>
              <a:rPr lang="en-US" sz="4500">
                <a:solidFill>
                  <a:schemeClr val="accent3"/>
                </a:solidFill>
                <a:latin typeface="American Typewriter" panose="02090604020004020304" pitchFamily="18" charset="77"/>
              </a:rPr>
              <a:t>+ O</a:t>
            </a:r>
          </a:p>
          <a:p>
            <a:pPr>
              <a:lnSpc>
                <a:spcPct val="150000"/>
              </a:lnSpc>
            </a:pPr>
            <a:r>
              <a:rPr lang="en-US" sz="4500" b="1">
                <a:solidFill>
                  <a:srgbClr val="00B0F0"/>
                </a:solidFill>
                <a:latin typeface="American Typewriter" panose="02090604020004020304" pitchFamily="18" charset="77"/>
              </a:rPr>
              <a:t>Ví dụ:</a:t>
            </a:r>
            <a:endParaRPr lang="en-US" sz="4500">
              <a:solidFill>
                <a:srgbClr val="00B0F0"/>
              </a:solidFill>
              <a:latin typeface="American Typewriter" panose="02090604020004020304" pitchFamily="18" charset="77"/>
            </a:endParaRPr>
          </a:p>
          <a:p>
            <a:pPr marL="685800" indent="-685800">
              <a:lnSpc>
                <a:spcPct val="150000"/>
              </a:lnSpc>
              <a:buFont typeface="Wingdings" pitchFamily="2" charset="2"/>
              <a:buChar char="§"/>
            </a:pPr>
            <a:r>
              <a:rPr lang="en-US" sz="4500">
                <a:latin typeface="American Typewriter" panose="02090604020004020304" pitchFamily="18" charset="77"/>
              </a:rPr>
              <a:t>I </a:t>
            </a:r>
            <a:r>
              <a:rPr lang="en-US" sz="4500" b="1">
                <a:latin typeface="American Typewriter" panose="02090604020004020304" pitchFamily="18" charset="77"/>
              </a:rPr>
              <a:t>went</a:t>
            </a:r>
            <a:r>
              <a:rPr lang="en-US" sz="4500">
                <a:latin typeface="American Typewriter" panose="02090604020004020304" pitchFamily="18" charset="77"/>
              </a:rPr>
              <a:t> camping last month.</a:t>
            </a:r>
          </a:p>
          <a:p>
            <a:pPr marL="685800" indent="-685800">
              <a:lnSpc>
                <a:spcPct val="150000"/>
              </a:lnSpc>
              <a:buFont typeface="Wingdings" pitchFamily="2" charset="2"/>
              <a:buChar char="§"/>
            </a:pPr>
            <a:r>
              <a:rPr lang="en-US" sz="4500">
                <a:latin typeface="American Typewriter" panose="02090604020004020304" pitchFamily="18" charset="77"/>
              </a:rPr>
              <a:t>She </a:t>
            </a:r>
            <a:r>
              <a:rPr lang="en-US" sz="4500" b="1">
                <a:latin typeface="American Typewriter" panose="02090604020004020304" pitchFamily="18" charset="77"/>
              </a:rPr>
              <a:t>did not go</a:t>
            </a:r>
            <a:r>
              <a:rPr lang="en-US" sz="4500">
                <a:latin typeface="American Typewriter" panose="02090604020004020304" pitchFamily="18" charset="77"/>
              </a:rPr>
              <a:t> home yesterday.</a:t>
            </a:r>
          </a:p>
        </p:txBody>
      </p:sp>
    </p:spTree>
    <p:extLst>
      <p:ext uri="{BB962C8B-B14F-4D97-AF65-F5344CB8AC3E}">
        <p14:creationId xmlns:p14="http://schemas.microsoft.com/office/powerpoint/2010/main" val="2681382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8">
                                            <p:txEl>
                                              <p:pRg st="4" end="4"/>
                                            </p:txEl>
                                          </p:spTgt>
                                        </p:tgtEl>
                                        <p:attrNameLst>
                                          <p:attrName>style.visibility</p:attrName>
                                        </p:attrNameLst>
                                      </p:cBhvr>
                                      <p:to>
                                        <p:strVal val="visible"/>
                                      </p:to>
                                    </p:set>
                                    <p:anim calcmode="lin" valueType="num">
                                      <p:cBhvr additive="base">
                                        <p:cTn id="31" dur="500" fill="hold"/>
                                        <p:tgtEl>
                                          <p:spTgt spid="9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8">
                                            <p:txEl>
                                              <p:pRg st="5" end="5"/>
                                            </p:txEl>
                                          </p:spTgt>
                                        </p:tgtEl>
                                        <p:attrNameLst>
                                          <p:attrName>style.visibility</p:attrName>
                                        </p:attrNameLst>
                                      </p:cBhvr>
                                      <p:to>
                                        <p:strVal val="visible"/>
                                      </p:to>
                                    </p:set>
                                    <p:anim calcmode="lin" valueType="num">
                                      <p:cBhvr additive="base">
                                        <p:cTn id="37" dur="500" fill="hold"/>
                                        <p:tgtEl>
                                          <p:spTgt spid="9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8">
                                            <p:txEl>
                                              <p:pRg st="6" end="6"/>
                                            </p:txEl>
                                          </p:spTgt>
                                        </p:tgtEl>
                                        <p:attrNameLst>
                                          <p:attrName>style.visibility</p:attrName>
                                        </p:attrNameLst>
                                      </p:cBhvr>
                                      <p:to>
                                        <p:strVal val="visible"/>
                                      </p:to>
                                    </p:set>
                                    <p:anim calcmode="lin" valueType="num">
                                      <p:cBhvr additive="base">
                                        <p:cTn id="43" dur="500" fill="hold"/>
                                        <p:tgtEl>
                                          <p:spTgt spid="98">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8">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C5799-BFEC-8E2B-6CD7-016A6539052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20C7A94-5514-651E-B7C0-59505AB7BE9D}"/>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endParaRPr lang="en-VN"/>
          </a:p>
        </p:txBody>
      </p:sp>
      <p:sp>
        <p:nvSpPr>
          <p:cNvPr id="3" name="Freeform 3">
            <a:extLst>
              <a:ext uri="{FF2B5EF4-FFF2-40B4-BE49-F238E27FC236}">
                <a16:creationId xmlns:a16="http://schemas.microsoft.com/office/drawing/2014/main" id="{86EA8CBD-483F-B6FA-4ED8-95C98443BA3B}"/>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endParaRPr lang="en-VN"/>
          </a:p>
        </p:txBody>
      </p:sp>
      <p:sp>
        <p:nvSpPr>
          <p:cNvPr id="4" name="Freeform 4">
            <a:extLst>
              <a:ext uri="{FF2B5EF4-FFF2-40B4-BE49-F238E27FC236}">
                <a16:creationId xmlns:a16="http://schemas.microsoft.com/office/drawing/2014/main" id="{B31B42D6-D171-36C3-AED2-DB595413D2E7}"/>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endParaRPr lang="en-VN"/>
          </a:p>
        </p:txBody>
      </p:sp>
      <p:grpSp>
        <p:nvGrpSpPr>
          <p:cNvPr id="5" name="Group 5">
            <a:extLst>
              <a:ext uri="{FF2B5EF4-FFF2-40B4-BE49-F238E27FC236}">
                <a16:creationId xmlns:a16="http://schemas.microsoft.com/office/drawing/2014/main" id="{24C433D4-D698-0DF5-5E02-662BAB032171}"/>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7621EAD3-42B3-00C8-F57B-AFCCBC4B2CF8}"/>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endParaRPr lang="en-VN"/>
            </a:p>
          </p:txBody>
        </p:sp>
        <p:sp>
          <p:nvSpPr>
            <p:cNvPr id="7" name="TextBox 7">
              <a:extLst>
                <a:ext uri="{FF2B5EF4-FFF2-40B4-BE49-F238E27FC236}">
                  <a16:creationId xmlns:a16="http://schemas.microsoft.com/office/drawing/2014/main" id="{439223B3-754E-6AA6-8E40-8A47D4C34135}"/>
                </a:ext>
              </a:extLst>
            </p:cNvPr>
            <p:cNvSpPr txBox="1"/>
            <p:nvPr/>
          </p:nvSpPr>
          <p:spPr>
            <a:xfrm>
              <a:off x="0" y="-47625"/>
              <a:ext cx="5454346" cy="2751565"/>
            </a:xfrm>
            <a:prstGeom prst="rect">
              <a:avLst/>
            </a:prstGeom>
          </p:spPr>
          <p:txBody>
            <a:bodyPr lIns="49849" tIns="49849" rIns="49849" bIns="49849" rtlCol="0" anchor="ctr"/>
            <a:lstStyle/>
            <a:p>
              <a:pPr algn="ctr">
                <a:lnSpc>
                  <a:spcPts val="2659"/>
                </a:lnSpc>
              </a:pPr>
              <a:endParaRPr/>
            </a:p>
          </p:txBody>
        </p:sp>
      </p:grpSp>
      <p:grpSp>
        <p:nvGrpSpPr>
          <p:cNvPr id="8" name="Group 8">
            <a:extLst>
              <a:ext uri="{FF2B5EF4-FFF2-40B4-BE49-F238E27FC236}">
                <a16:creationId xmlns:a16="http://schemas.microsoft.com/office/drawing/2014/main" id="{AEFCBDF0-0AA3-B5DB-A676-038DB236D457}"/>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878D1EE6-27BE-30D1-A105-6528391DA78D}"/>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endParaRPr lang="en-VN"/>
            </a:p>
          </p:txBody>
        </p:sp>
        <p:sp>
          <p:nvSpPr>
            <p:cNvPr id="10" name="TextBox 10">
              <a:extLst>
                <a:ext uri="{FF2B5EF4-FFF2-40B4-BE49-F238E27FC236}">
                  <a16:creationId xmlns:a16="http://schemas.microsoft.com/office/drawing/2014/main" id="{BC00A1E9-576B-BF62-ED3C-3BA90048B9A9}"/>
                </a:ext>
              </a:extLst>
            </p:cNvPr>
            <p:cNvSpPr txBox="1"/>
            <p:nvPr/>
          </p:nvSpPr>
          <p:spPr>
            <a:xfrm>
              <a:off x="0" y="-47625"/>
              <a:ext cx="5429786" cy="2704410"/>
            </a:xfrm>
            <a:prstGeom prst="rect">
              <a:avLst/>
            </a:prstGeom>
          </p:spPr>
          <p:txBody>
            <a:bodyPr lIns="49849" tIns="49849" rIns="49849" bIns="49849" rtlCol="0" anchor="ctr"/>
            <a:lstStyle/>
            <a:p>
              <a:pPr algn="ctr">
                <a:lnSpc>
                  <a:spcPts val="2659"/>
                </a:lnSpc>
              </a:pPr>
              <a:endParaRPr/>
            </a:p>
          </p:txBody>
        </p:sp>
      </p:grpSp>
      <p:grpSp>
        <p:nvGrpSpPr>
          <p:cNvPr id="11" name="Group 11">
            <a:extLst>
              <a:ext uri="{FF2B5EF4-FFF2-40B4-BE49-F238E27FC236}">
                <a16:creationId xmlns:a16="http://schemas.microsoft.com/office/drawing/2014/main" id="{9DAD65E5-9BC0-760A-A286-33CAD78CD3B8}"/>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90E2A642-1589-AFC5-950E-9A6576D78863}"/>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endParaRPr lang="en-VN"/>
            </a:p>
          </p:txBody>
        </p:sp>
        <p:sp>
          <p:nvSpPr>
            <p:cNvPr id="13" name="TextBox 13">
              <a:extLst>
                <a:ext uri="{FF2B5EF4-FFF2-40B4-BE49-F238E27FC236}">
                  <a16:creationId xmlns:a16="http://schemas.microsoft.com/office/drawing/2014/main" id="{7C7621FC-9C93-AB4B-7E79-B31F10206440}"/>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4" name="Group 14">
            <a:extLst>
              <a:ext uri="{FF2B5EF4-FFF2-40B4-BE49-F238E27FC236}">
                <a16:creationId xmlns:a16="http://schemas.microsoft.com/office/drawing/2014/main" id="{7711D63B-BD53-6893-BFC2-39EE559D3C4A}"/>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5B4B2A8A-B21D-1513-8CB8-408DBA11BAA5}"/>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endParaRPr lang="en-VN"/>
            </a:p>
          </p:txBody>
        </p:sp>
        <p:sp>
          <p:nvSpPr>
            <p:cNvPr id="16" name="TextBox 16">
              <a:extLst>
                <a:ext uri="{FF2B5EF4-FFF2-40B4-BE49-F238E27FC236}">
                  <a16:creationId xmlns:a16="http://schemas.microsoft.com/office/drawing/2014/main" id="{755F8793-7BC3-4F2B-3883-27602E78059A}"/>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7" name="Group 17">
            <a:extLst>
              <a:ext uri="{FF2B5EF4-FFF2-40B4-BE49-F238E27FC236}">
                <a16:creationId xmlns:a16="http://schemas.microsoft.com/office/drawing/2014/main" id="{2FBFDFB9-4330-E4FF-A006-F67A90B93A10}"/>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C742C023-561E-60D3-659A-2C5AC43B6CD2}"/>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endParaRPr lang="en-VN"/>
            </a:p>
          </p:txBody>
        </p:sp>
        <p:sp>
          <p:nvSpPr>
            <p:cNvPr id="19" name="TextBox 19">
              <a:extLst>
                <a:ext uri="{FF2B5EF4-FFF2-40B4-BE49-F238E27FC236}">
                  <a16:creationId xmlns:a16="http://schemas.microsoft.com/office/drawing/2014/main" id="{6653A6EC-8579-E702-1A34-129891843F68}"/>
                </a:ext>
              </a:extLst>
            </p:cNvPr>
            <p:cNvSpPr txBox="1"/>
            <p:nvPr/>
          </p:nvSpPr>
          <p:spPr>
            <a:xfrm>
              <a:off x="0" y="-47625"/>
              <a:ext cx="3961731" cy="2448417"/>
            </a:xfrm>
            <a:prstGeom prst="rect">
              <a:avLst/>
            </a:prstGeom>
          </p:spPr>
          <p:txBody>
            <a:bodyPr lIns="49849" tIns="49849" rIns="49849" bIns="49849" rtlCol="0" anchor="ctr"/>
            <a:lstStyle/>
            <a:p>
              <a:pPr algn="ctr">
                <a:lnSpc>
                  <a:spcPts val="2659"/>
                </a:lnSpc>
              </a:pPr>
              <a:endParaRPr/>
            </a:p>
          </p:txBody>
        </p:sp>
      </p:grpSp>
      <p:sp>
        <p:nvSpPr>
          <p:cNvPr id="34" name="Freeform 34">
            <a:extLst>
              <a:ext uri="{FF2B5EF4-FFF2-40B4-BE49-F238E27FC236}">
                <a16:creationId xmlns:a16="http://schemas.microsoft.com/office/drawing/2014/main" id="{DF63A1A6-0BAC-1A04-29AC-92294B282578}"/>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endParaRPr lang="en-VN"/>
          </a:p>
        </p:txBody>
      </p:sp>
      <p:grpSp>
        <p:nvGrpSpPr>
          <p:cNvPr id="35" name="Group 35">
            <a:extLst>
              <a:ext uri="{FF2B5EF4-FFF2-40B4-BE49-F238E27FC236}">
                <a16:creationId xmlns:a16="http://schemas.microsoft.com/office/drawing/2014/main" id="{A5FA0BA1-2008-129F-278F-4CDC4E573654}"/>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D5EE6383-9CB5-DC3C-4DEE-B55D6F6F030D}"/>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ABDBF4BC-BD4A-B5D5-5917-5F729F1A96B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38" name="TextBox 38">
                <a:extLst>
                  <a:ext uri="{FF2B5EF4-FFF2-40B4-BE49-F238E27FC236}">
                    <a16:creationId xmlns:a16="http://schemas.microsoft.com/office/drawing/2014/main" id="{80875A7E-68EA-7E7C-153A-B34C142844F6}"/>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529201DE-6788-F102-D2CB-7C2F329DC2A7}"/>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108E5228-2375-2653-0696-116ACE931DA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1" name="TextBox 41">
                <a:extLst>
                  <a:ext uri="{FF2B5EF4-FFF2-40B4-BE49-F238E27FC236}">
                    <a16:creationId xmlns:a16="http://schemas.microsoft.com/office/drawing/2014/main" id="{0FC4535A-73C0-9FE5-7B65-DC21C244C7CD}"/>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3BCC2D0E-C2F3-B9ED-A7B7-253180B15DD8}"/>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94E7933B-3ABE-7613-3E47-BCA7EACEFCA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4" name="TextBox 44">
                <a:extLst>
                  <a:ext uri="{FF2B5EF4-FFF2-40B4-BE49-F238E27FC236}">
                    <a16:creationId xmlns:a16="http://schemas.microsoft.com/office/drawing/2014/main" id="{957B8C43-52FA-FD57-D661-468B6347355D}"/>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FA4774F7-4F8C-98A8-6F73-059D6EDFF6A7}"/>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A30562E0-7178-6B01-7580-F9155024B88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7" name="TextBox 47">
                <a:extLst>
                  <a:ext uri="{FF2B5EF4-FFF2-40B4-BE49-F238E27FC236}">
                    <a16:creationId xmlns:a16="http://schemas.microsoft.com/office/drawing/2014/main" id="{07844F2F-FA75-8459-00A4-13A9EAC7DCB0}"/>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8" name="Group 48">
              <a:extLst>
                <a:ext uri="{FF2B5EF4-FFF2-40B4-BE49-F238E27FC236}">
                  <a16:creationId xmlns:a16="http://schemas.microsoft.com/office/drawing/2014/main" id="{A70D2E2D-C64B-08F0-805B-EBBE3FE8186B}"/>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E6D4B9AB-9C29-32AE-33E5-F4359050722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0" name="TextBox 50">
                <a:extLst>
                  <a:ext uri="{FF2B5EF4-FFF2-40B4-BE49-F238E27FC236}">
                    <a16:creationId xmlns:a16="http://schemas.microsoft.com/office/drawing/2014/main" id="{3E9230B3-A495-CDA8-3781-69B162E2C657}"/>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51" name="Freeform 51">
            <a:extLst>
              <a:ext uri="{FF2B5EF4-FFF2-40B4-BE49-F238E27FC236}">
                <a16:creationId xmlns:a16="http://schemas.microsoft.com/office/drawing/2014/main" id="{58729462-BABC-1767-6B08-5D87D9FE846E}"/>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endParaRPr lang="en-VN"/>
          </a:p>
        </p:txBody>
      </p:sp>
      <p:grpSp>
        <p:nvGrpSpPr>
          <p:cNvPr id="52" name="Group 52">
            <a:extLst>
              <a:ext uri="{FF2B5EF4-FFF2-40B4-BE49-F238E27FC236}">
                <a16:creationId xmlns:a16="http://schemas.microsoft.com/office/drawing/2014/main" id="{0AFC7A19-A1DC-1E63-2205-415FF7A8BD4D}"/>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8CB46575-81CE-EA51-8EE4-AA3BC7FFBCA0}"/>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4AD9219C-4CAD-1F7E-2DA6-85FA257F668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5" name="TextBox 55">
                <a:extLst>
                  <a:ext uri="{FF2B5EF4-FFF2-40B4-BE49-F238E27FC236}">
                    <a16:creationId xmlns:a16="http://schemas.microsoft.com/office/drawing/2014/main" id="{3EBF47B5-35DB-7859-FD02-E8ABAB2133AB}"/>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6" name="Group 56">
              <a:extLst>
                <a:ext uri="{FF2B5EF4-FFF2-40B4-BE49-F238E27FC236}">
                  <a16:creationId xmlns:a16="http://schemas.microsoft.com/office/drawing/2014/main" id="{189D1608-620F-2E65-554F-A0C818D59404}"/>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3D1935A4-E065-BC70-E094-9885D06A87B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8" name="TextBox 58">
                <a:extLst>
                  <a:ext uri="{FF2B5EF4-FFF2-40B4-BE49-F238E27FC236}">
                    <a16:creationId xmlns:a16="http://schemas.microsoft.com/office/drawing/2014/main" id="{A0320AC4-7A1F-1494-A2E9-E1849B12412B}"/>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9" name="Group 59">
              <a:extLst>
                <a:ext uri="{FF2B5EF4-FFF2-40B4-BE49-F238E27FC236}">
                  <a16:creationId xmlns:a16="http://schemas.microsoft.com/office/drawing/2014/main" id="{56F48D48-90F6-5CE3-92E5-5B58A8462822}"/>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BD4CD3C4-62B3-A813-229B-6516475797E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1" name="TextBox 61">
                <a:extLst>
                  <a:ext uri="{FF2B5EF4-FFF2-40B4-BE49-F238E27FC236}">
                    <a16:creationId xmlns:a16="http://schemas.microsoft.com/office/drawing/2014/main" id="{71A73C73-A4BE-B8D3-D09E-96796246C476}"/>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2" name="Group 62">
              <a:extLst>
                <a:ext uri="{FF2B5EF4-FFF2-40B4-BE49-F238E27FC236}">
                  <a16:creationId xmlns:a16="http://schemas.microsoft.com/office/drawing/2014/main" id="{FC51C26F-A787-F43F-00CB-0E7185E53DF8}"/>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1558AA4C-F612-8C49-2E5A-089D67B4508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4" name="TextBox 64">
                <a:extLst>
                  <a:ext uri="{FF2B5EF4-FFF2-40B4-BE49-F238E27FC236}">
                    <a16:creationId xmlns:a16="http://schemas.microsoft.com/office/drawing/2014/main" id="{368CA80B-F222-50AC-C70F-3515AD855081}"/>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5" name="Group 65">
              <a:extLst>
                <a:ext uri="{FF2B5EF4-FFF2-40B4-BE49-F238E27FC236}">
                  <a16:creationId xmlns:a16="http://schemas.microsoft.com/office/drawing/2014/main" id="{C3D54875-4855-A628-0B47-812C07035BFA}"/>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DE08CDA2-467C-3512-1A91-C0340249174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7" name="TextBox 67">
                <a:extLst>
                  <a:ext uri="{FF2B5EF4-FFF2-40B4-BE49-F238E27FC236}">
                    <a16:creationId xmlns:a16="http://schemas.microsoft.com/office/drawing/2014/main" id="{20BCFCB7-F714-B475-F39E-1FA66E41764D}"/>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grpSp>
        <p:nvGrpSpPr>
          <p:cNvPr id="68" name="Group 68">
            <a:extLst>
              <a:ext uri="{FF2B5EF4-FFF2-40B4-BE49-F238E27FC236}">
                <a16:creationId xmlns:a16="http://schemas.microsoft.com/office/drawing/2014/main" id="{B52BEC7B-5C0A-262A-9701-A86847E17AF3}"/>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73469A13-EB7C-1659-4521-CC7939DCC1CD}"/>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3564259C-14F0-9EDC-3214-8C105155ED72}"/>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1" name="TextBox 71">
                <a:extLst>
                  <a:ext uri="{FF2B5EF4-FFF2-40B4-BE49-F238E27FC236}">
                    <a16:creationId xmlns:a16="http://schemas.microsoft.com/office/drawing/2014/main" id="{57BB863B-4723-921B-2698-A8EE0E9E6B64}"/>
                  </a:ext>
                </a:extLst>
              </p:cNvPr>
              <p:cNvSpPr txBox="1"/>
              <p:nvPr/>
            </p:nvSpPr>
            <p:spPr>
              <a:xfrm>
                <a:off x="0" y="-47625"/>
                <a:ext cx="458420" cy="126378"/>
              </a:xfrm>
              <a:prstGeom prst="rect">
                <a:avLst/>
              </a:prstGeom>
            </p:spPr>
            <p:txBody>
              <a:bodyPr lIns="49849" tIns="49849" rIns="49849" bIns="49849" rtlCol="0" anchor="ctr"/>
              <a:lstStyle/>
              <a:p>
                <a:pPr algn="ctr">
                  <a:lnSpc>
                    <a:spcPts val="2659"/>
                  </a:lnSpc>
                </a:pPr>
                <a:endParaRPr/>
              </a:p>
            </p:txBody>
          </p:sp>
        </p:grpSp>
        <p:grpSp>
          <p:nvGrpSpPr>
            <p:cNvPr id="72" name="Group 72">
              <a:extLst>
                <a:ext uri="{FF2B5EF4-FFF2-40B4-BE49-F238E27FC236}">
                  <a16:creationId xmlns:a16="http://schemas.microsoft.com/office/drawing/2014/main" id="{7E940BB2-CEFC-8DBD-27E9-A094186F3964}"/>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17C75268-E5F6-9902-E6DF-93F4AF8B285C}"/>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4" name="TextBox 74">
                <a:extLst>
                  <a:ext uri="{FF2B5EF4-FFF2-40B4-BE49-F238E27FC236}">
                    <a16:creationId xmlns:a16="http://schemas.microsoft.com/office/drawing/2014/main" id="{E11A4074-2E15-9F8E-0993-3E5D2A55DC06}"/>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5" name="Group 75">
              <a:extLst>
                <a:ext uri="{FF2B5EF4-FFF2-40B4-BE49-F238E27FC236}">
                  <a16:creationId xmlns:a16="http://schemas.microsoft.com/office/drawing/2014/main" id="{E88E6360-DA20-34E4-00CD-8295801F5024}"/>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D1DBA3EE-4BC9-B3BC-A8DC-2B3E4F5DF3C5}"/>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7" name="TextBox 77">
                <a:extLst>
                  <a:ext uri="{FF2B5EF4-FFF2-40B4-BE49-F238E27FC236}">
                    <a16:creationId xmlns:a16="http://schemas.microsoft.com/office/drawing/2014/main" id="{1D3B16CF-F215-C511-68B9-08C5475EB3BB}"/>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8" name="Group 78">
              <a:extLst>
                <a:ext uri="{FF2B5EF4-FFF2-40B4-BE49-F238E27FC236}">
                  <a16:creationId xmlns:a16="http://schemas.microsoft.com/office/drawing/2014/main" id="{74252D94-2D66-33B6-742B-A7F838BE6554}"/>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46297C81-1C56-F23F-9CAF-7556BD6D9145}"/>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0" name="TextBox 80">
                <a:extLst>
                  <a:ext uri="{FF2B5EF4-FFF2-40B4-BE49-F238E27FC236}">
                    <a16:creationId xmlns:a16="http://schemas.microsoft.com/office/drawing/2014/main" id="{2EBA3F67-0C9F-1134-1073-973DFF724593}"/>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81" name="Group 81">
              <a:extLst>
                <a:ext uri="{FF2B5EF4-FFF2-40B4-BE49-F238E27FC236}">
                  <a16:creationId xmlns:a16="http://schemas.microsoft.com/office/drawing/2014/main" id="{89423C61-3E3C-0EBF-3288-5310246DB025}"/>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3A877148-6FC8-E4E6-6D13-E7BCA67D9B43}"/>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3" name="TextBox 83">
                <a:extLst>
                  <a:ext uri="{FF2B5EF4-FFF2-40B4-BE49-F238E27FC236}">
                    <a16:creationId xmlns:a16="http://schemas.microsoft.com/office/drawing/2014/main" id="{CFA5C21E-8BCC-7544-EDC8-B9FCBA0B86F4}"/>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sp>
        <p:nvSpPr>
          <p:cNvPr id="84" name="Freeform 84">
            <a:extLst>
              <a:ext uri="{FF2B5EF4-FFF2-40B4-BE49-F238E27FC236}">
                <a16:creationId xmlns:a16="http://schemas.microsoft.com/office/drawing/2014/main" id="{CF16F644-F391-56A4-9194-4A252E4C4AAC}"/>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98" name="TextBox 97">
            <a:extLst>
              <a:ext uri="{FF2B5EF4-FFF2-40B4-BE49-F238E27FC236}">
                <a16:creationId xmlns:a16="http://schemas.microsoft.com/office/drawing/2014/main" id="{B6F9D601-4AD2-E40D-74A4-D5CE6F9E51D9}"/>
              </a:ext>
            </a:extLst>
          </p:cNvPr>
          <p:cNvSpPr txBox="1"/>
          <p:nvPr/>
        </p:nvSpPr>
        <p:spPr>
          <a:xfrm>
            <a:off x="1670013" y="1412661"/>
            <a:ext cx="15727454" cy="7366184"/>
          </a:xfrm>
          <a:prstGeom prst="rect">
            <a:avLst/>
          </a:prstGeom>
          <a:noFill/>
        </p:spPr>
        <p:txBody>
          <a:bodyPr wrap="square">
            <a:spAutoFit/>
          </a:bodyPr>
          <a:lstStyle/>
          <a:p>
            <a:pPr algn="ctr">
              <a:lnSpc>
                <a:spcPct val="150000"/>
              </a:lnSpc>
            </a:pPr>
            <a:r>
              <a:rPr lang="vi-VN" sz="5000" b="1">
                <a:solidFill>
                  <a:srgbClr val="C00000"/>
                </a:solidFill>
                <a:latin typeface="American Typewriter" panose="02090604020004020304" pitchFamily="18" charset="77"/>
              </a:rPr>
              <a:t>THÌ TƯƠNG LAI ĐƠN</a:t>
            </a:r>
          </a:p>
          <a:p>
            <a:pPr algn="just">
              <a:lnSpc>
                <a:spcPct val="150000"/>
              </a:lnSpc>
            </a:pPr>
            <a:r>
              <a:rPr lang="vi-VN" sz="4500" b="1">
                <a:solidFill>
                  <a:srgbClr val="00B0F0"/>
                </a:solidFill>
                <a:latin typeface="American Typewriter" panose="02090604020004020304" pitchFamily="18" charset="77"/>
              </a:rPr>
              <a:t>Dấu hiệu nhận biết:</a:t>
            </a:r>
            <a:endParaRPr lang="vi-VN" sz="4500">
              <a:solidFill>
                <a:srgbClr val="00B0F0"/>
              </a:solidFill>
              <a:latin typeface="American Typewriter" panose="02090604020004020304" pitchFamily="18" charset="77"/>
            </a:endParaRPr>
          </a:p>
          <a:p>
            <a:pPr algn="just">
              <a:lnSpc>
                <a:spcPct val="150000"/>
              </a:lnSpc>
            </a:pPr>
            <a:r>
              <a:rPr lang="vi-VN" sz="4500">
                <a:latin typeface="American Typewriter" panose="02090604020004020304" pitchFamily="18" charset="77"/>
              </a:rPr>
              <a:t>→ tomorrow, tonight</a:t>
            </a:r>
          </a:p>
          <a:p>
            <a:pPr algn="just">
              <a:lnSpc>
                <a:spcPct val="150000"/>
              </a:lnSpc>
            </a:pPr>
            <a:r>
              <a:rPr lang="vi-VN" sz="4500">
                <a:latin typeface="American Typewriter" panose="02090604020004020304" pitchFamily="18" charset="77"/>
              </a:rPr>
              <a:t>→ next + thời gian, in + năm tương lai</a:t>
            </a:r>
          </a:p>
          <a:p>
            <a:pPr algn="just">
              <a:lnSpc>
                <a:spcPct val="150000"/>
              </a:lnSpc>
            </a:pPr>
            <a:r>
              <a:rPr lang="vi-VN" sz="4500" b="1">
                <a:solidFill>
                  <a:srgbClr val="00B0F0"/>
                </a:solidFill>
                <a:latin typeface="American Typewriter" panose="02090604020004020304" pitchFamily="18" charset="77"/>
              </a:rPr>
              <a:t>Cách dùng:</a:t>
            </a:r>
            <a:endParaRPr lang="vi-VN" sz="4500">
              <a:solidFill>
                <a:srgbClr val="00B0F0"/>
              </a:solidFill>
              <a:latin typeface="American Typewriter" panose="02090604020004020304" pitchFamily="18" charset="77"/>
            </a:endParaRPr>
          </a:p>
          <a:p>
            <a:pPr algn="just">
              <a:lnSpc>
                <a:spcPct val="150000"/>
              </a:lnSpc>
            </a:pPr>
            <a:r>
              <a:rPr lang="vi-VN" sz="4500">
                <a:latin typeface="American Typewriter" panose="02090604020004020304" pitchFamily="18" charset="77"/>
              </a:rPr>
              <a:t>→ Diễn tả hành động sẽ xảy ra trong tương lai</a:t>
            </a:r>
          </a:p>
          <a:p>
            <a:pPr algn="just">
              <a:lnSpc>
                <a:spcPct val="150000"/>
              </a:lnSpc>
            </a:pPr>
            <a:r>
              <a:rPr lang="vi-VN" sz="4500">
                <a:latin typeface="American Typewriter" panose="02090604020004020304" pitchFamily="18" charset="77"/>
              </a:rPr>
              <a:t>→ Nói về kế hoạch, dự đoán, lời hứa, quyết định tức thì</a:t>
            </a:r>
          </a:p>
        </p:txBody>
      </p:sp>
    </p:spTree>
    <p:extLst>
      <p:ext uri="{BB962C8B-B14F-4D97-AF65-F5344CB8AC3E}">
        <p14:creationId xmlns:p14="http://schemas.microsoft.com/office/powerpoint/2010/main" val="3798791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8">
                                            <p:txEl>
                                              <p:pRg st="4" end="4"/>
                                            </p:txEl>
                                          </p:spTgt>
                                        </p:tgtEl>
                                        <p:attrNameLst>
                                          <p:attrName>style.visibility</p:attrName>
                                        </p:attrNameLst>
                                      </p:cBhvr>
                                      <p:to>
                                        <p:strVal val="visible"/>
                                      </p:to>
                                    </p:set>
                                    <p:anim calcmode="lin" valueType="num">
                                      <p:cBhvr additive="base">
                                        <p:cTn id="31" dur="500" fill="hold"/>
                                        <p:tgtEl>
                                          <p:spTgt spid="9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8">
                                            <p:txEl>
                                              <p:pRg st="5" end="5"/>
                                            </p:txEl>
                                          </p:spTgt>
                                        </p:tgtEl>
                                        <p:attrNameLst>
                                          <p:attrName>style.visibility</p:attrName>
                                        </p:attrNameLst>
                                      </p:cBhvr>
                                      <p:to>
                                        <p:strVal val="visible"/>
                                      </p:to>
                                    </p:set>
                                    <p:anim calcmode="lin" valueType="num">
                                      <p:cBhvr additive="base">
                                        <p:cTn id="37" dur="500" fill="hold"/>
                                        <p:tgtEl>
                                          <p:spTgt spid="9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8">
                                            <p:txEl>
                                              <p:pRg st="6" end="6"/>
                                            </p:txEl>
                                          </p:spTgt>
                                        </p:tgtEl>
                                        <p:attrNameLst>
                                          <p:attrName>style.visibility</p:attrName>
                                        </p:attrNameLst>
                                      </p:cBhvr>
                                      <p:to>
                                        <p:strVal val="visible"/>
                                      </p:to>
                                    </p:set>
                                    <p:anim calcmode="lin" valueType="num">
                                      <p:cBhvr additive="base">
                                        <p:cTn id="43" dur="500" fill="hold"/>
                                        <p:tgtEl>
                                          <p:spTgt spid="98">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8">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3ECF4-8607-4835-F585-0D6E1903E38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4F6A03F-D3ED-333A-17F1-13EC79879E37}"/>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endParaRPr lang="en-VN"/>
          </a:p>
        </p:txBody>
      </p:sp>
      <p:sp>
        <p:nvSpPr>
          <p:cNvPr id="3" name="Freeform 3">
            <a:extLst>
              <a:ext uri="{FF2B5EF4-FFF2-40B4-BE49-F238E27FC236}">
                <a16:creationId xmlns:a16="http://schemas.microsoft.com/office/drawing/2014/main" id="{EA79BEC8-0537-5F5F-57D7-6DA1E3AB0BB0}"/>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endParaRPr lang="en-VN"/>
          </a:p>
        </p:txBody>
      </p:sp>
      <p:sp>
        <p:nvSpPr>
          <p:cNvPr id="4" name="Freeform 4">
            <a:extLst>
              <a:ext uri="{FF2B5EF4-FFF2-40B4-BE49-F238E27FC236}">
                <a16:creationId xmlns:a16="http://schemas.microsoft.com/office/drawing/2014/main" id="{04E0BAEA-B341-A848-5748-CFE51074FD0F}"/>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endParaRPr lang="en-VN"/>
          </a:p>
        </p:txBody>
      </p:sp>
      <p:grpSp>
        <p:nvGrpSpPr>
          <p:cNvPr id="5" name="Group 5">
            <a:extLst>
              <a:ext uri="{FF2B5EF4-FFF2-40B4-BE49-F238E27FC236}">
                <a16:creationId xmlns:a16="http://schemas.microsoft.com/office/drawing/2014/main" id="{6A7AE8E7-75A4-7247-6BE8-E97B01A98267}"/>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B4A4B5D4-2379-7CB1-6DC4-165F3CEF5731}"/>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endParaRPr lang="en-VN"/>
            </a:p>
          </p:txBody>
        </p:sp>
        <p:sp>
          <p:nvSpPr>
            <p:cNvPr id="7" name="TextBox 7">
              <a:extLst>
                <a:ext uri="{FF2B5EF4-FFF2-40B4-BE49-F238E27FC236}">
                  <a16:creationId xmlns:a16="http://schemas.microsoft.com/office/drawing/2014/main" id="{D1860ADF-2233-C696-7905-496FE04A1B5B}"/>
                </a:ext>
              </a:extLst>
            </p:cNvPr>
            <p:cNvSpPr txBox="1"/>
            <p:nvPr/>
          </p:nvSpPr>
          <p:spPr>
            <a:xfrm>
              <a:off x="0" y="-47625"/>
              <a:ext cx="5454346" cy="2751565"/>
            </a:xfrm>
            <a:prstGeom prst="rect">
              <a:avLst/>
            </a:prstGeom>
          </p:spPr>
          <p:txBody>
            <a:bodyPr lIns="49849" tIns="49849" rIns="49849" bIns="49849" rtlCol="0" anchor="ctr"/>
            <a:lstStyle/>
            <a:p>
              <a:pPr algn="ctr">
                <a:lnSpc>
                  <a:spcPts val="2659"/>
                </a:lnSpc>
              </a:pPr>
              <a:endParaRPr/>
            </a:p>
          </p:txBody>
        </p:sp>
      </p:grpSp>
      <p:grpSp>
        <p:nvGrpSpPr>
          <p:cNvPr id="8" name="Group 8">
            <a:extLst>
              <a:ext uri="{FF2B5EF4-FFF2-40B4-BE49-F238E27FC236}">
                <a16:creationId xmlns:a16="http://schemas.microsoft.com/office/drawing/2014/main" id="{C2032105-0410-C0A3-03E4-0EC8B14B9041}"/>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DF94E042-5D1E-8528-FB3C-1943304F024C}"/>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endParaRPr lang="en-VN"/>
            </a:p>
          </p:txBody>
        </p:sp>
        <p:sp>
          <p:nvSpPr>
            <p:cNvPr id="10" name="TextBox 10">
              <a:extLst>
                <a:ext uri="{FF2B5EF4-FFF2-40B4-BE49-F238E27FC236}">
                  <a16:creationId xmlns:a16="http://schemas.microsoft.com/office/drawing/2014/main" id="{57B8C6AF-F844-7E68-8949-6092C3C81DE8}"/>
                </a:ext>
              </a:extLst>
            </p:cNvPr>
            <p:cNvSpPr txBox="1"/>
            <p:nvPr/>
          </p:nvSpPr>
          <p:spPr>
            <a:xfrm>
              <a:off x="0" y="-47625"/>
              <a:ext cx="5429786" cy="2704410"/>
            </a:xfrm>
            <a:prstGeom prst="rect">
              <a:avLst/>
            </a:prstGeom>
          </p:spPr>
          <p:txBody>
            <a:bodyPr lIns="49849" tIns="49849" rIns="49849" bIns="49849" rtlCol="0" anchor="ctr"/>
            <a:lstStyle/>
            <a:p>
              <a:pPr algn="ctr">
                <a:lnSpc>
                  <a:spcPts val="2659"/>
                </a:lnSpc>
              </a:pPr>
              <a:endParaRPr/>
            </a:p>
          </p:txBody>
        </p:sp>
      </p:grpSp>
      <p:grpSp>
        <p:nvGrpSpPr>
          <p:cNvPr id="11" name="Group 11">
            <a:extLst>
              <a:ext uri="{FF2B5EF4-FFF2-40B4-BE49-F238E27FC236}">
                <a16:creationId xmlns:a16="http://schemas.microsoft.com/office/drawing/2014/main" id="{12A70A55-D9E1-16A2-A40E-1A7ACC0FC923}"/>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A13826B6-342C-9AC9-13AF-5DAF6FD5BFCB}"/>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endParaRPr lang="en-VN"/>
            </a:p>
          </p:txBody>
        </p:sp>
        <p:sp>
          <p:nvSpPr>
            <p:cNvPr id="13" name="TextBox 13">
              <a:extLst>
                <a:ext uri="{FF2B5EF4-FFF2-40B4-BE49-F238E27FC236}">
                  <a16:creationId xmlns:a16="http://schemas.microsoft.com/office/drawing/2014/main" id="{722A4AF2-156F-B73B-A85F-0CBC4C1778A1}"/>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4" name="Group 14">
            <a:extLst>
              <a:ext uri="{FF2B5EF4-FFF2-40B4-BE49-F238E27FC236}">
                <a16:creationId xmlns:a16="http://schemas.microsoft.com/office/drawing/2014/main" id="{556FB281-6D61-DCF9-6C69-F70FFD70105D}"/>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68C47AFC-F122-0651-93AC-9D71A53B8F87}"/>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endParaRPr lang="en-VN"/>
            </a:p>
          </p:txBody>
        </p:sp>
        <p:sp>
          <p:nvSpPr>
            <p:cNvPr id="16" name="TextBox 16">
              <a:extLst>
                <a:ext uri="{FF2B5EF4-FFF2-40B4-BE49-F238E27FC236}">
                  <a16:creationId xmlns:a16="http://schemas.microsoft.com/office/drawing/2014/main" id="{E04927CC-17F2-4DDF-821E-16CE94629665}"/>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7" name="Group 17">
            <a:extLst>
              <a:ext uri="{FF2B5EF4-FFF2-40B4-BE49-F238E27FC236}">
                <a16:creationId xmlns:a16="http://schemas.microsoft.com/office/drawing/2014/main" id="{1B954A79-436B-FE0A-8D24-80066BE0A4E7}"/>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C3F4491A-4DEE-42FC-56A0-67190349B048}"/>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endParaRPr lang="en-VN"/>
            </a:p>
          </p:txBody>
        </p:sp>
        <p:sp>
          <p:nvSpPr>
            <p:cNvPr id="19" name="TextBox 19">
              <a:extLst>
                <a:ext uri="{FF2B5EF4-FFF2-40B4-BE49-F238E27FC236}">
                  <a16:creationId xmlns:a16="http://schemas.microsoft.com/office/drawing/2014/main" id="{324F309E-EC98-675A-73C3-0CEF3AF5DC9D}"/>
                </a:ext>
              </a:extLst>
            </p:cNvPr>
            <p:cNvSpPr txBox="1"/>
            <p:nvPr/>
          </p:nvSpPr>
          <p:spPr>
            <a:xfrm>
              <a:off x="0" y="-47625"/>
              <a:ext cx="3961731" cy="2448417"/>
            </a:xfrm>
            <a:prstGeom prst="rect">
              <a:avLst/>
            </a:prstGeom>
          </p:spPr>
          <p:txBody>
            <a:bodyPr lIns="49849" tIns="49849" rIns="49849" bIns="49849" rtlCol="0" anchor="ctr"/>
            <a:lstStyle/>
            <a:p>
              <a:pPr algn="ctr">
                <a:lnSpc>
                  <a:spcPts val="2659"/>
                </a:lnSpc>
              </a:pPr>
              <a:endParaRPr/>
            </a:p>
          </p:txBody>
        </p:sp>
      </p:grpSp>
      <p:sp>
        <p:nvSpPr>
          <p:cNvPr id="34" name="Freeform 34">
            <a:extLst>
              <a:ext uri="{FF2B5EF4-FFF2-40B4-BE49-F238E27FC236}">
                <a16:creationId xmlns:a16="http://schemas.microsoft.com/office/drawing/2014/main" id="{0D2B4FC3-DC4F-705D-5966-0DB5BFF3EE1B}"/>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endParaRPr lang="en-VN"/>
          </a:p>
        </p:txBody>
      </p:sp>
      <p:grpSp>
        <p:nvGrpSpPr>
          <p:cNvPr id="35" name="Group 35">
            <a:extLst>
              <a:ext uri="{FF2B5EF4-FFF2-40B4-BE49-F238E27FC236}">
                <a16:creationId xmlns:a16="http://schemas.microsoft.com/office/drawing/2014/main" id="{751480CB-2831-E81B-2596-2B6F72C2C154}"/>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E2913F2A-F0DC-AC40-6BB3-AF9E5E796DC7}"/>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60239E11-FECF-B38D-0CD6-FAB6B7BDC93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38" name="TextBox 38">
                <a:extLst>
                  <a:ext uri="{FF2B5EF4-FFF2-40B4-BE49-F238E27FC236}">
                    <a16:creationId xmlns:a16="http://schemas.microsoft.com/office/drawing/2014/main" id="{E066892C-09E4-12BF-8313-876E41BA23D4}"/>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6EF86104-A0C8-97CE-E193-2BE86CAE06DC}"/>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E651E469-B0E0-8568-4575-45DDE874276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1" name="TextBox 41">
                <a:extLst>
                  <a:ext uri="{FF2B5EF4-FFF2-40B4-BE49-F238E27FC236}">
                    <a16:creationId xmlns:a16="http://schemas.microsoft.com/office/drawing/2014/main" id="{9D303973-F958-7D05-FDC0-831518C78546}"/>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1C2E475E-0758-67B2-FE81-2228BEA7B695}"/>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5E90C09C-2A7D-BAAF-4910-8C359015068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4" name="TextBox 44">
                <a:extLst>
                  <a:ext uri="{FF2B5EF4-FFF2-40B4-BE49-F238E27FC236}">
                    <a16:creationId xmlns:a16="http://schemas.microsoft.com/office/drawing/2014/main" id="{F65D8A56-4F64-72B9-0E91-8E3C48A2BD3E}"/>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F1FE49E5-0BCC-A911-FC07-30E6D31B0827}"/>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FA80BE0A-3A04-CADD-7322-A2B2181BBA5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7" name="TextBox 47">
                <a:extLst>
                  <a:ext uri="{FF2B5EF4-FFF2-40B4-BE49-F238E27FC236}">
                    <a16:creationId xmlns:a16="http://schemas.microsoft.com/office/drawing/2014/main" id="{360C7C2E-790B-12E6-C875-DD3888A3DBD2}"/>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8" name="Group 48">
              <a:extLst>
                <a:ext uri="{FF2B5EF4-FFF2-40B4-BE49-F238E27FC236}">
                  <a16:creationId xmlns:a16="http://schemas.microsoft.com/office/drawing/2014/main" id="{FBE8E1BB-3C9E-0421-0697-518025FF059A}"/>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BB7CB06E-7C07-6919-ACDC-01A8478D931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0" name="TextBox 50">
                <a:extLst>
                  <a:ext uri="{FF2B5EF4-FFF2-40B4-BE49-F238E27FC236}">
                    <a16:creationId xmlns:a16="http://schemas.microsoft.com/office/drawing/2014/main" id="{C93AF8C8-D869-04FD-3153-0D67BFA92456}"/>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51" name="Freeform 51">
            <a:extLst>
              <a:ext uri="{FF2B5EF4-FFF2-40B4-BE49-F238E27FC236}">
                <a16:creationId xmlns:a16="http://schemas.microsoft.com/office/drawing/2014/main" id="{12C7E8F8-06EF-E286-DDF8-A833E0365D80}"/>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endParaRPr lang="en-VN"/>
          </a:p>
        </p:txBody>
      </p:sp>
      <p:grpSp>
        <p:nvGrpSpPr>
          <p:cNvPr id="52" name="Group 52">
            <a:extLst>
              <a:ext uri="{FF2B5EF4-FFF2-40B4-BE49-F238E27FC236}">
                <a16:creationId xmlns:a16="http://schemas.microsoft.com/office/drawing/2014/main" id="{8585C1CF-250A-96E2-98ED-4D8F147B014E}"/>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DF57C7D3-1504-0484-FF82-D76F21E9EAC1}"/>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8418F1AA-215D-053B-D9C0-A51B037D98E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5" name="TextBox 55">
                <a:extLst>
                  <a:ext uri="{FF2B5EF4-FFF2-40B4-BE49-F238E27FC236}">
                    <a16:creationId xmlns:a16="http://schemas.microsoft.com/office/drawing/2014/main" id="{5218B5C6-9051-AC6D-9072-78B9E1801B6F}"/>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6" name="Group 56">
              <a:extLst>
                <a:ext uri="{FF2B5EF4-FFF2-40B4-BE49-F238E27FC236}">
                  <a16:creationId xmlns:a16="http://schemas.microsoft.com/office/drawing/2014/main" id="{5ECF7CA0-8523-77C6-9AE8-98B56332E9B6}"/>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ECCAAE24-279C-D0E1-40F1-55D1D2C4F40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8" name="TextBox 58">
                <a:extLst>
                  <a:ext uri="{FF2B5EF4-FFF2-40B4-BE49-F238E27FC236}">
                    <a16:creationId xmlns:a16="http://schemas.microsoft.com/office/drawing/2014/main" id="{AA27B15A-FB4F-848D-6B37-32F5F2024AAE}"/>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9" name="Group 59">
              <a:extLst>
                <a:ext uri="{FF2B5EF4-FFF2-40B4-BE49-F238E27FC236}">
                  <a16:creationId xmlns:a16="http://schemas.microsoft.com/office/drawing/2014/main" id="{A874E562-06DD-ED61-7E67-2DA7A8CBCA71}"/>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9A4A33B8-B37F-B8DA-09AA-933DF686EC5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1" name="TextBox 61">
                <a:extLst>
                  <a:ext uri="{FF2B5EF4-FFF2-40B4-BE49-F238E27FC236}">
                    <a16:creationId xmlns:a16="http://schemas.microsoft.com/office/drawing/2014/main" id="{99C4E970-856C-BFB9-88AC-B74EC9926549}"/>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2" name="Group 62">
              <a:extLst>
                <a:ext uri="{FF2B5EF4-FFF2-40B4-BE49-F238E27FC236}">
                  <a16:creationId xmlns:a16="http://schemas.microsoft.com/office/drawing/2014/main" id="{EA10669E-A199-EA9A-B0E3-3A4582825545}"/>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2A1DDF66-DEF3-9FAC-CD11-E06BFCEB264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4" name="TextBox 64">
                <a:extLst>
                  <a:ext uri="{FF2B5EF4-FFF2-40B4-BE49-F238E27FC236}">
                    <a16:creationId xmlns:a16="http://schemas.microsoft.com/office/drawing/2014/main" id="{86F52E8C-FFAF-7E3F-C98C-E1B433A66BC6}"/>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5" name="Group 65">
              <a:extLst>
                <a:ext uri="{FF2B5EF4-FFF2-40B4-BE49-F238E27FC236}">
                  <a16:creationId xmlns:a16="http://schemas.microsoft.com/office/drawing/2014/main" id="{22721C4F-7DE8-F318-9D90-EC4FCFE5BAA8}"/>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F7C4D048-EC43-BE39-20BE-4ED53F705DF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7" name="TextBox 67">
                <a:extLst>
                  <a:ext uri="{FF2B5EF4-FFF2-40B4-BE49-F238E27FC236}">
                    <a16:creationId xmlns:a16="http://schemas.microsoft.com/office/drawing/2014/main" id="{7D162C95-41D5-94D5-0D6A-2803209353CF}"/>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grpSp>
        <p:nvGrpSpPr>
          <p:cNvPr id="68" name="Group 68">
            <a:extLst>
              <a:ext uri="{FF2B5EF4-FFF2-40B4-BE49-F238E27FC236}">
                <a16:creationId xmlns:a16="http://schemas.microsoft.com/office/drawing/2014/main" id="{F0CF5A9F-3F2F-0A85-DDB2-DFD4AF807467}"/>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5FF78F9D-FBA4-D6E6-8786-2A72107109A6}"/>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ECC66FD4-7C76-18A2-A2B5-F2F3140EAFDF}"/>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1" name="TextBox 71">
                <a:extLst>
                  <a:ext uri="{FF2B5EF4-FFF2-40B4-BE49-F238E27FC236}">
                    <a16:creationId xmlns:a16="http://schemas.microsoft.com/office/drawing/2014/main" id="{148A9DB2-98C1-BD1A-DF70-810A6A2A9ACE}"/>
                  </a:ext>
                </a:extLst>
              </p:cNvPr>
              <p:cNvSpPr txBox="1"/>
              <p:nvPr/>
            </p:nvSpPr>
            <p:spPr>
              <a:xfrm>
                <a:off x="0" y="-47625"/>
                <a:ext cx="458420" cy="126378"/>
              </a:xfrm>
              <a:prstGeom prst="rect">
                <a:avLst/>
              </a:prstGeom>
            </p:spPr>
            <p:txBody>
              <a:bodyPr lIns="49849" tIns="49849" rIns="49849" bIns="49849" rtlCol="0" anchor="ctr"/>
              <a:lstStyle/>
              <a:p>
                <a:pPr algn="ctr">
                  <a:lnSpc>
                    <a:spcPts val="2659"/>
                  </a:lnSpc>
                </a:pPr>
                <a:endParaRPr/>
              </a:p>
            </p:txBody>
          </p:sp>
        </p:grpSp>
        <p:grpSp>
          <p:nvGrpSpPr>
            <p:cNvPr id="72" name="Group 72">
              <a:extLst>
                <a:ext uri="{FF2B5EF4-FFF2-40B4-BE49-F238E27FC236}">
                  <a16:creationId xmlns:a16="http://schemas.microsoft.com/office/drawing/2014/main" id="{E9ADE57B-74A7-E1B5-F8D3-9069E35024A6}"/>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908CDC84-F7CC-3411-B619-12C8EB6114D3}"/>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4" name="TextBox 74">
                <a:extLst>
                  <a:ext uri="{FF2B5EF4-FFF2-40B4-BE49-F238E27FC236}">
                    <a16:creationId xmlns:a16="http://schemas.microsoft.com/office/drawing/2014/main" id="{04D4828A-7CB9-236A-5710-A6D437D5565F}"/>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5" name="Group 75">
              <a:extLst>
                <a:ext uri="{FF2B5EF4-FFF2-40B4-BE49-F238E27FC236}">
                  <a16:creationId xmlns:a16="http://schemas.microsoft.com/office/drawing/2014/main" id="{846883E5-79B8-81CA-BD17-33D1EBBD54CC}"/>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FF33BC53-5425-CAE6-47A5-D5A9F265C7DA}"/>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7" name="TextBox 77">
                <a:extLst>
                  <a:ext uri="{FF2B5EF4-FFF2-40B4-BE49-F238E27FC236}">
                    <a16:creationId xmlns:a16="http://schemas.microsoft.com/office/drawing/2014/main" id="{833142D6-7E3B-578E-A96F-0F04FA06A103}"/>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8" name="Group 78">
              <a:extLst>
                <a:ext uri="{FF2B5EF4-FFF2-40B4-BE49-F238E27FC236}">
                  <a16:creationId xmlns:a16="http://schemas.microsoft.com/office/drawing/2014/main" id="{3DFEF13B-E0E7-D77E-4D47-1C4F86C9464E}"/>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1505A38A-6DED-E61D-3975-77B575113CD1}"/>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0" name="TextBox 80">
                <a:extLst>
                  <a:ext uri="{FF2B5EF4-FFF2-40B4-BE49-F238E27FC236}">
                    <a16:creationId xmlns:a16="http://schemas.microsoft.com/office/drawing/2014/main" id="{442B8C13-5E64-5354-DCBF-CBB31C63555C}"/>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81" name="Group 81">
              <a:extLst>
                <a:ext uri="{FF2B5EF4-FFF2-40B4-BE49-F238E27FC236}">
                  <a16:creationId xmlns:a16="http://schemas.microsoft.com/office/drawing/2014/main" id="{1F7AA280-3C7C-0B60-6D96-87848A553696}"/>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CA6F2C19-C498-3254-4555-A807C4AD1C5D}"/>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3" name="TextBox 83">
                <a:extLst>
                  <a:ext uri="{FF2B5EF4-FFF2-40B4-BE49-F238E27FC236}">
                    <a16:creationId xmlns:a16="http://schemas.microsoft.com/office/drawing/2014/main" id="{E9F881ED-E549-FAF6-CE8D-66E017A56B4E}"/>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sp>
        <p:nvSpPr>
          <p:cNvPr id="84" name="Freeform 84">
            <a:extLst>
              <a:ext uri="{FF2B5EF4-FFF2-40B4-BE49-F238E27FC236}">
                <a16:creationId xmlns:a16="http://schemas.microsoft.com/office/drawing/2014/main" id="{CF3E0CD6-0B49-F35B-5E20-54E7E811E455}"/>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98" name="TextBox 97">
            <a:extLst>
              <a:ext uri="{FF2B5EF4-FFF2-40B4-BE49-F238E27FC236}">
                <a16:creationId xmlns:a16="http://schemas.microsoft.com/office/drawing/2014/main" id="{EB55174F-7E74-B22F-5CD7-4C63398DCD78}"/>
              </a:ext>
            </a:extLst>
          </p:cNvPr>
          <p:cNvSpPr txBox="1"/>
          <p:nvPr/>
        </p:nvSpPr>
        <p:spPr>
          <a:xfrm>
            <a:off x="1670013" y="1412661"/>
            <a:ext cx="15727454" cy="7374776"/>
          </a:xfrm>
          <a:prstGeom prst="rect">
            <a:avLst/>
          </a:prstGeom>
          <a:noFill/>
        </p:spPr>
        <p:txBody>
          <a:bodyPr wrap="square">
            <a:spAutoFit/>
          </a:bodyPr>
          <a:lstStyle/>
          <a:p>
            <a:pPr algn="ctr">
              <a:lnSpc>
                <a:spcPct val="150000"/>
              </a:lnSpc>
            </a:pPr>
            <a:r>
              <a:rPr lang="vi-VN" sz="5000" b="1">
                <a:solidFill>
                  <a:srgbClr val="C00000"/>
                </a:solidFill>
                <a:latin typeface="American Typewriter" panose="02090604020004020304" pitchFamily="18" charset="77"/>
              </a:rPr>
              <a:t>THÌ TƯƠNG LAI ĐƠN</a:t>
            </a:r>
          </a:p>
          <a:p>
            <a:pPr algn="just">
              <a:lnSpc>
                <a:spcPct val="150000"/>
              </a:lnSpc>
            </a:pPr>
            <a:r>
              <a:rPr lang="en-US" sz="4500" b="1">
                <a:solidFill>
                  <a:srgbClr val="00B0F0"/>
                </a:solidFill>
                <a:latin typeface="American Typewriter" panose="02090604020004020304" pitchFamily="18" charset="77"/>
              </a:rPr>
              <a:t>Cấu trúc:</a:t>
            </a:r>
            <a:endParaRPr lang="en-US" sz="4500">
              <a:solidFill>
                <a:srgbClr val="00B0F0"/>
              </a:solidFill>
              <a:latin typeface="American Typewriter" panose="02090604020004020304" pitchFamily="18" charset="77"/>
            </a:endParaRPr>
          </a:p>
          <a:p>
            <a:pPr marL="685800" indent="-685800" algn="just">
              <a:lnSpc>
                <a:spcPct val="150000"/>
              </a:lnSpc>
              <a:buFont typeface="Wingdings" pitchFamily="2" charset="2"/>
              <a:buChar char="§"/>
            </a:pPr>
            <a:r>
              <a:rPr lang="en-US" sz="4500">
                <a:latin typeface="American Typewriter" panose="02090604020004020304" pitchFamily="18" charset="77"/>
              </a:rPr>
              <a:t>Khẳng định: </a:t>
            </a:r>
            <a:r>
              <a:rPr lang="en-US" sz="4500">
                <a:solidFill>
                  <a:schemeClr val="accent3"/>
                </a:solidFill>
                <a:latin typeface="American Typewriter" panose="02090604020004020304" pitchFamily="18" charset="77"/>
              </a:rPr>
              <a:t>S + will + V</a:t>
            </a:r>
            <a:r>
              <a:rPr lang="en-US" sz="4500" baseline="-25000">
                <a:solidFill>
                  <a:schemeClr val="accent3"/>
                </a:solidFill>
                <a:latin typeface="American Typewriter" panose="02090604020004020304" pitchFamily="18" charset="77"/>
              </a:rPr>
              <a:t>o</a:t>
            </a:r>
            <a:r>
              <a:rPr lang="en-US" sz="4500">
                <a:solidFill>
                  <a:schemeClr val="accent3"/>
                </a:solidFill>
                <a:latin typeface="American Typewriter" panose="02090604020004020304" pitchFamily="18" charset="77"/>
              </a:rPr>
              <a:t> + O</a:t>
            </a:r>
          </a:p>
          <a:p>
            <a:pPr marL="685800" indent="-685800" algn="just">
              <a:lnSpc>
                <a:spcPct val="150000"/>
              </a:lnSpc>
              <a:buFont typeface="Wingdings" pitchFamily="2" charset="2"/>
              <a:buChar char="§"/>
            </a:pPr>
            <a:r>
              <a:rPr lang="en-US" sz="4500">
                <a:latin typeface="American Typewriter" panose="02090604020004020304" pitchFamily="18" charset="77"/>
              </a:rPr>
              <a:t>Phủ định: </a:t>
            </a:r>
            <a:r>
              <a:rPr lang="en-US" sz="4500">
                <a:solidFill>
                  <a:schemeClr val="accent3"/>
                </a:solidFill>
                <a:latin typeface="American Typewriter" panose="02090604020004020304" pitchFamily="18" charset="77"/>
              </a:rPr>
              <a:t>S + will not + V</a:t>
            </a:r>
            <a:r>
              <a:rPr lang="en-US" sz="4500" baseline="-25000">
                <a:solidFill>
                  <a:schemeClr val="accent3"/>
                </a:solidFill>
                <a:latin typeface="American Typewriter" panose="02090604020004020304" pitchFamily="18" charset="77"/>
              </a:rPr>
              <a:t>o</a:t>
            </a:r>
            <a:r>
              <a:rPr lang="en-US" sz="4500">
                <a:solidFill>
                  <a:schemeClr val="accent3"/>
                </a:solidFill>
                <a:latin typeface="American Typewriter" panose="02090604020004020304" pitchFamily="18" charset="77"/>
              </a:rPr>
              <a:t> + O</a:t>
            </a:r>
          </a:p>
          <a:p>
            <a:pPr algn="just">
              <a:lnSpc>
                <a:spcPct val="150000"/>
              </a:lnSpc>
            </a:pPr>
            <a:r>
              <a:rPr lang="en-US" sz="4500" b="1">
                <a:solidFill>
                  <a:srgbClr val="00B0F0"/>
                </a:solidFill>
                <a:latin typeface="American Typewriter" panose="02090604020004020304" pitchFamily="18" charset="77"/>
              </a:rPr>
              <a:t>Ví dụ:</a:t>
            </a:r>
            <a:endParaRPr lang="en-US" sz="4500">
              <a:solidFill>
                <a:srgbClr val="00B0F0"/>
              </a:solidFill>
              <a:latin typeface="American Typewriter" panose="02090604020004020304" pitchFamily="18" charset="77"/>
            </a:endParaRPr>
          </a:p>
          <a:p>
            <a:pPr marL="685800" indent="-685800" algn="just">
              <a:lnSpc>
                <a:spcPct val="150000"/>
              </a:lnSpc>
              <a:buFont typeface="Wingdings" pitchFamily="2" charset="2"/>
              <a:buChar char="§"/>
            </a:pPr>
            <a:r>
              <a:rPr lang="en-US" sz="4500">
                <a:latin typeface="American Typewriter" panose="02090604020004020304" pitchFamily="18" charset="77"/>
              </a:rPr>
              <a:t>She </a:t>
            </a:r>
            <a:r>
              <a:rPr lang="en-US" sz="4500" b="1">
                <a:latin typeface="American Typewriter" panose="02090604020004020304" pitchFamily="18" charset="77"/>
              </a:rPr>
              <a:t>will graduate</a:t>
            </a:r>
            <a:r>
              <a:rPr lang="en-US" sz="4500">
                <a:latin typeface="American Typewriter" panose="02090604020004020304" pitchFamily="18" charset="77"/>
              </a:rPr>
              <a:t> in 2025.</a:t>
            </a:r>
          </a:p>
          <a:p>
            <a:pPr marL="685800" indent="-685800" algn="just">
              <a:lnSpc>
                <a:spcPct val="150000"/>
              </a:lnSpc>
              <a:buFont typeface="Wingdings" pitchFamily="2" charset="2"/>
              <a:buChar char="§"/>
            </a:pPr>
            <a:r>
              <a:rPr lang="en-US" sz="4500">
                <a:latin typeface="American Typewriter" panose="02090604020004020304" pitchFamily="18" charset="77"/>
              </a:rPr>
              <a:t>I </a:t>
            </a:r>
            <a:r>
              <a:rPr lang="en-US" sz="4500" b="1">
                <a:latin typeface="American Typewriter" panose="02090604020004020304" pitchFamily="18" charset="77"/>
              </a:rPr>
              <a:t>will not come</a:t>
            </a:r>
            <a:r>
              <a:rPr lang="en-US" sz="4500">
                <a:latin typeface="American Typewriter" panose="02090604020004020304" pitchFamily="18" charset="77"/>
              </a:rPr>
              <a:t> to Jenny’s birthday party tonight.</a:t>
            </a:r>
          </a:p>
        </p:txBody>
      </p:sp>
    </p:spTree>
    <p:extLst>
      <p:ext uri="{BB962C8B-B14F-4D97-AF65-F5344CB8AC3E}">
        <p14:creationId xmlns:p14="http://schemas.microsoft.com/office/powerpoint/2010/main" val="3397311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8">
                                            <p:txEl>
                                              <p:pRg st="4" end="4"/>
                                            </p:txEl>
                                          </p:spTgt>
                                        </p:tgtEl>
                                        <p:attrNameLst>
                                          <p:attrName>style.visibility</p:attrName>
                                        </p:attrNameLst>
                                      </p:cBhvr>
                                      <p:to>
                                        <p:strVal val="visible"/>
                                      </p:to>
                                    </p:set>
                                    <p:anim calcmode="lin" valueType="num">
                                      <p:cBhvr additive="base">
                                        <p:cTn id="31" dur="500" fill="hold"/>
                                        <p:tgtEl>
                                          <p:spTgt spid="9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8">
                                            <p:txEl>
                                              <p:pRg st="5" end="5"/>
                                            </p:txEl>
                                          </p:spTgt>
                                        </p:tgtEl>
                                        <p:attrNameLst>
                                          <p:attrName>style.visibility</p:attrName>
                                        </p:attrNameLst>
                                      </p:cBhvr>
                                      <p:to>
                                        <p:strVal val="visible"/>
                                      </p:to>
                                    </p:set>
                                    <p:anim calcmode="lin" valueType="num">
                                      <p:cBhvr additive="base">
                                        <p:cTn id="37" dur="500" fill="hold"/>
                                        <p:tgtEl>
                                          <p:spTgt spid="9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8">
                                            <p:txEl>
                                              <p:pRg st="6" end="6"/>
                                            </p:txEl>
                                          </p:spTgt>
                                        </p:tgtEl>
                                        <p:attrNameLst>
                                          <p:attrName>style.visibility</p:attrName>
                                        </p:attrNameLst>
                                      </p:cBhvr>
                                      <p:to>
                                        <p:strVal val="visible"/>
                                      </p:to>
                                    </p:set>
                                    <p:anim calcmode="lin" valueType="num">
                                      <p:cBhvr additive="base">
                                        <p:cTn id="43" dur="500" fill="hold"/>
                                        <p:tgtEl>
                                          <p:spTgt spid="98">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8">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3E9F3-09BB-0ECA-12A7-61071780EBE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022D4B4-433A-C96D-51C9-CD1C45B51BEA}"/>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endParaRPr lang="en-VN"/>
          </a:p>
        </p:txBody>
      </p:sp>
      <p:sp>
        <p:nvSpPr>
          <p:cNvPr id="3" name="Freeform 3">
            <a:extLst>
              <a:ext uri="{FF2B5EF4-FFF2-40B4-BE49-F238E27FC236}">
                <a16:creationId xmlns:a16="http://schemas.microsoft.com/office/drawing/2014/main" id="{2969863B-0F16-C065-76C5-E8A1CFBA30FD}"/>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endParaRPr lang="en-VN"/>
          </a:p>
        </p:txBody>
      </p:sp>
      <p:sp>
        <p:nvSpPr>
          <p:cNvPr id="4" name="Freeform 4">
            <a:extLst>
              <a:ext uri="{FF2B5EF4-FFF2-40B4-BE49-F238E27FC236}">
                <a16:creationId xmlns:a16="http://schemas.microsoft.com/office/drawing/2014/main" id="{BC4620C4-7729-4806-E53A-CA2DD7A77512}"/>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endParaRPr lang="en-VN"/>
          </a:p>
        </p:txBody>
      </p:sp>
      <p:grpSp>
        <p:nvGrpSpPr>
          <p:cNvPr id="5" name="Group 5">
            <a:extLst>
              <a:ext uri="{FF2B5EF4-FFF2-40B4-BE49-F238E27FC236}">
                <a16:creationId xmlns:a16="http://schemas.microsoft.com/office/drawing/2014/main" id="{B38D0B08-7595-884D-1DA4-3E7431B43A31}"/>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FCA586C1-5324-D5AA-5C38-05AE183D5125}"/>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endParaRPr lang="en-VN"/>
            </a:p>
          </p:txBody>
        </p:sp>
        <p:sp>
          <p:nvSpPr>
            <p:cNvPr id="7" name="TextBox 7">
              <a:extLst>
                <a:ext uri="{FF2B5EF4-FFF2-40B4-BE49-F238E27FC236}">
                  <a16:creationId xmlns:a16="http://schemas.microsoft.com/office/drawing/2014/main" id="{528B1465-12C5-9BDC-3FE5-F41EEFBBE239}"/>
                </a:ext>
              </a:extLst>
            </p:cNvPr>
            <p:cNvSpPr txBox="1"/>
            <p:nvPr/>
          </p:nvSpPr>
          <p:spPr>
            <a:xfrm>
              <a:off x="0" y="-47625"/>
              <a:ext cx="5454346" cy="2751565"/>
            </a:xfrm>
            <a:prstGeom prst="rect">
              <a:avLst/>
            </a:prstGeom>
          </p:spPr>
          <p:txBody>
            <a:bodyPr lIns="49849" tIns="49849" rIns="49849" bIns="49849" rtlCol="0" anchor="ctr"/>
            <a:lstStyle/>
            <a:p>
              <a:pPr algn="ctr">
                <a:lnSpc>
                  <a:spcPts val="2659"/>
                </a:lnSpc>
              </a:pPr>
              <a:endParaRPr/>
            </a:p>
          </p:txBody>
        </p:sp>
      </p:grpSp>
      <p:grpSp>
        <p:nvGrpSpPr>
          <p:cNvPr id="8" name="Group 8">
            <a:extLst>
              <a:ext uri="{FF2B5EF4-FFF2-40B4-BE49-F238E27FC236}">
                <a16:creationId xmlns:a16="http://schemas.microsoft.com/office/drawing/2014/main" id="{5FE35F38-D6F8-A85E-6E54-E2A8858826C8}"/>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132E3C21-FBE1-BE62-D669-1DAA73ED4E9A}"/>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endParaRPr lang="en-VN"/>
            </a:p>
          </p:txBody>
        </p:sp>
        <p:sp>
          <p:nvSpPr>
            <p:cNvPr id="10" name="TextBox 10">
              <a:extLst>
                <a:ext uri="{FF2B5EF4-FFF2-40B4-BE49-F238E27FC236}">
                  <a16:creationId xmlns:a16="http://schemas.microsoft.com/office/drawing/2014/main" id="{D7526F58-67A1-5D09-1AE4-1F484054D6F4}"/>
                </a:ext>
              </a:extLst>
            </p:cNvPr>
            <p:cNvSpPr txBox="1"/>
            <p:nvPr/>
          </p:nvSpPr>
          <p:spPr>
            <a:xfrm>
              <a:off x="0" y="-47625"/>
              <a:ext cx="5429786" cy="2704410"/>
            </a:xfrm>
            <a:prstGeom prst="rect">
              <a:avLst/>
            </a:prstGeom>
          </p:spPr>
          <p:txBody>
            <a:bodyPr lIns="49849" tIns="49849" rIns="49849" bIns="49849" rtlCol="0" anchor="ctr"/>
            <a:lstStyle/>
            <a:p>
              <a:pPr algn="ctr">
                <a:lnSpc>
                  <a:spcPts val="2659"/>
                </a:lnSpc>
              </a:pPr>
              <a:endParaRPr/>
            </a:p>
          </p:txBody>
        </p:sp>
      </p:grpSp>
      <p:grpSp>
        <p:nvGrpSpPr>
          <p:cNvPr id="11" name="Group 11">
            <a:extLst>
              <a:ext uri="{FF2B5EF4-FFF2-40B4-BE49-F238E27FC236}">
                <a16:creationId xmlns:a16="http://schemas.microsoft.com/office/drawing/2014/main" id="{8F007DA2-7C70-4AC2-0784-592472942FE1}"/>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C174C6BD-D865-328B-708B-E3E54FE77CAA}"/>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endParaRPr lang="en-VN"/>
            </a:p>
          </p:txBody>
        </p:sp>
        <p:sp>
          <p:nvSpPr>
            <p:cNvPr id="13" name="TextBox 13">
              <a:extLst>
                <a:ext uri="{FF2B5EF4-FFF2-40B4-BE49-F238E27FC236}">
                  <a16:creationId xmlns:a16="http://schemas.microsoft.com/office/drawing/2014/main" id="{1C46CFA9-9342-4BCF-7A8F-7837455CBA15}"/>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4" name="Group 14">
            <a:extLst>
              <a:ext uri="{FF2B5EF4-FFF2-40B4-BE49-F238E27FC236}">
                <a16:creationId xmlns:a16="http://schemas.microsoft.com/office/drawing/2014/main" id="{0953A0FB-7E0A-37AC-E1E3-4887A88D42C8}"/>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E7C7384E-EBD4-D7E8-9B2C-41A96FC995F8}"/>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endParaRPr lang="en-VN"/>
            </a:p>
          </p:txBody>
        </p:sp>
        <p:sp>
          <p:nvSpPr>
            <p:cNvPr id="16" name="TextBox 16">
              <a:extLst>
                <a:ext uri="{FF2B5EF4-FFF2-40B4-BE49-F238E27FC236}">
                  <a16:creationId xmlns:a16="http://schemas.microsoft.com/office/drawing/2014/main" id="{A19F3717-66CD-3B95-D658-A2902769CACC}"/>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7" name="Group 17">
            <a:extLst>
              <a:ext uri="{FF2B5EF4-FFF2-40B4-BE49-F238E27FC236}">
                <a16:creationId xmlns:a16="http://schemas.microsoft.com/office/drawing/2014/main" id="{6A5465C7-A2C4-966B-C0D2-C558B4534D72}"/>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7BAF8501-B50E-543A-943B-72E7D1C37260}"/>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endParaRPr lang="en-VN"/>
            </a:p>
          </p:txBody>
        </p:sp>
        <p:sp>
          <p:nvSpPr>
            <p:cNvPr id="19" name="TextBox 19">
              <a:extLst>
                <a:ext uri="{FF2B5EF4-FFF2-40B4-BE49-F238E27FC236}">
                  <a16:creationId xmlns:a16="http://schemas.microsoft.com/office/drawing/2014/main" id="{7B561054-F2B8-6946-59D2-C32E2593E0F8}"/>
                </a:ext>
              </a:extLst>
            </p:cNvPr>
            <p:cNvSpPr txBox="1"/>
            <p:nvPr/>
          </p:nvSpPr>
          <p:spPr>
            <a:xfrm>
              <a:off x="0" y="-47625"/>
              <a:ext cx="3961731" cy="2448417"/>
            </a:xfrm>
            <a:prstGeom prst="rect">
              <a:avLst/>
            </a:prstGeom>
          </p:spPr>
          <p:txBody>
            <a:bodyPr lIns="49849" tIns="49849" rIns="49849" bIns="49849" rtlCol="0" anchor="ctr"/>
            <a:lstStyle/>
            <a:p>
              <a:pPr algn="ctr">
                <a:lnSpc>
                  <a:spcPts val="2659"/>
                </a:lnSpc>
              </a:pPr>
              <a:endParaRPr/>
            </a:p>
          </p:txBody>
        </p:sp>
      </p:grpSp>
      <p:sp>
        <p:nvSpPr>
          <p:cNvPr id="34" name="Freeform 34">
            <a:extLst>
              <a:ext uri="{FF2B5EF4-FFF2-40B4-BE49-F238E27FC236}">
                <a16:creationId xmlns:a16="http://schemas.microsoft.com/office/drawing/2014/main" id="{2873CC62-49BF-01CF-CC33-0D5E67D99BF4}"/>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endParaRPr lang="en-VN"/>
          </a:p>
        </p:txBody>
      </p:sp>
      <p:grpSp>
        <p:nvGrpSpPr>
          <p:cNvPr id="35" name="Group 35">
            <a:extLst>
              <a:ext uri="{FF2B5EF4-FFF2-40B4-BE49-F238E27FC236}">
                <a16:creationId xmlns:a16="http://schemas.microsoft.com/office/drawing/2014/main" id="{786C265F-77AD-9DE1-D41F-852F5F6DA6A2}"/>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6F5C006D-45CD-C630-E7BB-BF33D4BC3B47}"/>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743D7149-66F8-6FFC-CC53-BF99EDEE98D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38" name="TextBox 38">
                <a:extLst>
                  <a:ext uri="{FF2B5EF4-FFF2-40B4-BE49-F238E27FC236}">
                    <a16:creationId xmlns:a16="http://schemas.microsoft.com/office/drawing/2014/main" id="{DA9BC414-B645-1DAE-7970-9699CE452660}"/>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95B2D4D5-3779-FA72-A487-AA916257E515}"/>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8139DB53-2E41-0276-E850-B518041C66C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1" name="TextBox 41">
                <a:extLst>
                  <a:ext uri="{FF2B5EF4-FFF2-40B4-BE49-F238E27FC236}">
                    <a16:creationId xmlns:a16="http://schemas.microsoft.com/office/drawing/2014/main" id="{86E5046B-AD2C-6468-63DE-3ADBA3FA1AF3}"/>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E2AEDB0D-B578-396C-3774-626165BE1940}"/>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07E1652C-A6B6-BE7F-C67D-A679C23A063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4" name="TextBox 44">
                <a:extLst>
                  <a:ext uri="{FF2B5EF4-FFF2-40B4-BE49-F238E27FC236}">
                    <a16:creationId xmlns:a16="http://schemas.microsoft.com/office/drawing/2014/main" id="{8E5EABCB-25D1-DD83-7E40-9C3477ACB578}"/>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E0592A9B-A643-54B1-F369-916C410BBF31}"/>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A7C48181-DAD1-B571-E219-D7115FAC596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7" name="TextBox 47">
                <a:extLst>
                  <a:ext uri="{FF2B5EF4-FFF2-40B4-BE49-F238E27FC236}">
                    <a16:creationId xmlns:a16="http://schemas.microsoft.com/office/drawing/2014/main" id="{1FF5AC65-6E2E-F203-12EE-19764FC4A470}"/>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8" name="Group 48">
              <a:extLst>
                <a:ext uri="{FF2B5EF4-FFF2-40B4-BE49-F238E27FC236}">
                  <a16:creationId xmlns:a16="http://schemas.microsoft.com/office/drawing/2014/main" id="{DC9868A7-150D-8706-8B1F-A1948A3E9872}"/>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A817F993-FACD-A653-8726-CDF24742257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0" name="TextBox 50">
                <a:extLst>
                  <a:ext uri="{FF2B5EF4-FFF2-40B4-BE49-F238E27FC236}">
                    <a16:creationId xmlns:a16="http://schemas.microsoft.com/office/drawing/2014/main" id="{34DD655B-829F-E23C-36D1-094CD66DEAF0}"/>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51" name="Freeform 51">
            <a:extLst>
              <a:ext uri="{FF2B5EF4-FFF2-40B4-BE49-F238E27FC236}">
                <a16:creationId xmlns:a16="http://schemas.microsoft.com/office/drawing/2014/main" id="{3968096C-0F93-676D-8949-6D5B30BF00E8}"/>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endParaRPr lang="en-VN"/>
          </a:p>
        </p:txBody>
      </p:sp>
      <p:grpSp>
        <p:nvGrpSpPr>
          <p:cNvPr id="52" name="Group 52">
            <a:extLst>
              <a:ext uri="{FF2B5EF4-FFF2-40B4-BE49-F238E27FC236}">
                <a16:creationId xmlns:a16="http://schemas.microsoft.com/office/drawing/2014/main" id="{D5564FC8-8BA5-B29A-D3A4-901A373BFD7D}"/>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BC2F9AD8-E9F0-B9E0-8AF7-754510A197B0}"/>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F94D10A6-3D33-A05C-AB4A-AEEA2F1C798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5" name="TextBox 55">
                <a:extLst>
                  <a:ext uri="{FF2B5EF4-FFF2-40B4-BE49-F238E27FC236}">
                    <a16:creationId xmlns:a16="http://schemas.microsoft.com/office/drawing/2014/main" id="{2831E0AC-DE37-29F5-D04D-3A9CC684D75D}"/>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6" name="Group 56">
              <a:extLst>
                <a:ext uri="{FF2B5EF4-FFF2-40B4-BE49-F238E27FC236}">
                  <a16:creationId xmlns:a16="http://schemas.microsoft.com/office/drawing/2014/main" id="{00D44EC1-8E65-6FC9-6E5F-1998B59FBF22}"/>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AD1400A7-06DB-B607-DECC-F2D7F2136C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8" name="TextBox 58">
                <a:extLst>
                  <a:ext uri="{FF2B5EF4-FFF2-40B4-BE49-F238E27FC236}">
                    <a16:creationId xmlns:a16="http://schemas.microsoft.com/office/drawing/2014/main" id="{F08DFCD5-6EA6-4B1C-6C89-DA7E2DE2646E}"/>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9" name="Group 59">
              <a:extLst>
                <a:ext uri="{FF2B5EF4-FFF2-40B4-BE49-F238E27FC236}">
                  <a16:creationId xmlns:a16="http://schemas.microsoft.com/office/drawing/2014/main" id="{D1426986-7DCF-CA18-980C-430AB744BC49}"/>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356E0101-F49B-F3C3-79DC-75EF35C28FB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1" name="TextBox 61">
                <a:extLst>
                  <a:ext uri="{FF2B5EF4-FFF2-40B4-BE49-F238E27FC236}">
                    <a16:creationId xmlns:a16="http://schemas.microsoft.com/office/drawing/2014/main" id="{8CC47B5A-1216-436E-A635-37FEE8687098}"/>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2" name="Group 62">
              <a:extLst>
                <a:ext uri="{FF2B5EF4-FFF2-40B4-BE49-F238E27FC236}">
                  <a16:creationId xmlns:a16="http://schemas.microsoft.com/office/drawing/2014/main" id="{CB057B32-7730-6016-3067-C9C7451E9AA6}"/>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614C5F22-68D4-E108-6A73-454CB23303C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4" name="TextBox 64">
                <a:extLst>
                  <a:ext uri="{FF2B5EF4-FFF2-40B4-BE49-F238E27FC236}">
                    <a16:creationId xmlns:a16="http://schemas.microsoft.com/office/drawing/2014/main" id="{B49EE3C6-7E85-0F98-43BE-D724CE58BA78}"/>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5" name="Group 65">
              <a:extLst>
                <a:ext uri="{FF2B5EF4-FFF2-40B4-BE49-F238E27FC236}">
                  <a16:creationId xmlns:a16="http://schemas.microsoft.com/office/drawing/2014/main" id="{FCF849F7-88C8-EC98-2CAA-0D7B311C6E3F}"/>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AA75D7A5-741E-DFA7-7402-C91523308A7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7" name="TextBox 67">
                <a:extLst>
                  <a:ext uri="{FF2B5EF4-FFF2-40B4-BE49-F238E27FC236}">
                    <a16:creationId xmlns:a16="http://schemas.microsoft.com/office/drawing/2014/main" id="{0191D551-899A-4A15-EA38-876D0302376F}"/>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grpSp>
        <p:nvGrpSpPr>
          <p:cNvPr id="68" name="Group 68">
            <a:extLst>
              <a:ext uri="{FF2B5EF4-FFF2-40B4-BE49-F238E27FC236}">
                <a16:creationId xmlns:a16="http://schemas.microsoft.com/office/drawing/2014/main" id="{147D949D-498D-6524-646E-3A789DCBCDF5}"/>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4BF16554-986E-80CC-48B3-87AB51FD35DF}"/>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9E95AC2F-7609-F7CF-0A0A-9782418D021F}"/>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1" name="TextBox 71">
                <a:extLst>
                  <a:ext uri="{FF2B5EF4-FFF2-40B4-BE49-F238E27FC236}">
                    <a16:creationId xmlns:a16="http://schemas.microsoft.com/office/drawing/2014/main" id="{C309909C-F730-4B43-13F9-A90FBE7766E1}"/>
                  </a:ext>
                </a:extLst>
              </p:cNvPr>
              <p:cNvSpPr txBox="1"/>
              <p:nvPr/>
            </p:nvSpPr>
            <p:spPr>
              <a:xfrm>
                <a:off x="0" y="-47625"/>
                <a:ext cx="458420" cy="126378"/>
              </a:xfrm>
              <a:prstGeom prst="rect">
                <a:avLst/>
              </a:prstGeom>
            </p:spPr>
            <p:txBody>
              <a:bodyPr lIns="49849" tIns="49849" rIns="49849" bIns="49849" rtlCol="0" anchor="ctr"/>
              <a:lstStyle/>
              <a:p>
                <a:pPr algn="ctr">
                  <a:lnSpc>
                    <a:spcPts val="2659"/>
                  </a:lnSpc>
                </a:pPr>
                <a:endParaRPr/>
              </a:p>
            </p:txBody>
          </p:sp>
        </p:grpSp>
        <p:grpSp>
          <p:nvGrpSpPr>
            <p:cNvPr id="72" name="Group 72">
              <a:extLst>
                <a:ext uri="{FF2B5EF4-FFF2-40B4-BE49-F238E27FC236}">
                  <a16:creationId xmlns:a16="http://schemas.microsoft.com/office/drawing/2014/main" id="{7960EB02-5CF7-FAAA-5F06-CCA74DBA38F1}"/>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389A2CC4-7F5A-1E26-20DE-1FD43AF604EB}"/>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4" name="TextBox 74">
                <a:extLst>
                  <a:ext uri="{FF2B5EF4-FFF2-40B4-BE49-F238E27FC236}">
                    <a16:creationId xmlns:a16="http://schemas.microsoft.com/office/drawing/2014/main" id="{C3653D4A-2030-BD6F-6679-0970239DBA66}"/>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5" name="Group 75">
              <a:extLst>
                <a:ext uri="{FF2B5EF4-FFF2-40B4-BE49-F238E27FC236}">
                  <a16:creationId xmlns:a16="http://schemas.microsoft.com/office/drawing/2014/main" id="{33117D3F-3688-F487-6B84-3101F681FD95}"/>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7A401EC6-7DAA-C51E-E81D-A5BEE6323273}"/>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7" name="TextBox 77">
                <a:extLst>
                  <a:ext uri="{FF2B5EF4-FFF2-40B4-BE49-F238E27FC236}">
                    <a16:creationId xmlns:a16="http://schemas.microsoft.com/office/drawing/2014/main" id="{4CB7F523-359A-8239-05AE-AF6D88AEA301}"/>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8" name="Group 78">
              <a:extLst>
                <a:ext uri="{FF2B5EF4-FFF2-40B4-BE49-F238E27FC236}">
                  <a16:creationId xmlns:a16="http://schemas.microsoft.com/office/drawing/2014/main" id="{DD34CCDE-2541-D232-C510-C512B02A0937}"/>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B250BB14-9FB4-917D-5EA4-A63255D75077}"/>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0" name="TextBox 80">
                <a:extLst>
                  <a:ext uri="{FF2B5EF4-FFF2-40B4-BE49-F238E27FC236}">
                    <a16:creationId xmlns:a16="http://schemas.microsoft.com/office/drawing/2014/main" id="{9B60D473-9C52-E66B-9F4F-8279A30750D2}"/>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81" name="Group 81">
              <a:extLst>
                <a:ext uri="{FF2B5EF4-FFF2-40B4-BE49-F238E27FC236}">
                  <a16:creationId xmlns:a16="http://schemas.microsoft.com/office/drawing/2014/main" id="{AE795847-0B38-67DE-95AC-DF87D345F858}"/>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437E311D-AD02-9852-1866-3C984F9F59D7}"/>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3" name="TextBox 83">
                <a:extLst>
                  <a:ext uri="{FF2B5EF4-FFF2-40B4-BE49-F238E27FC236}">
                    <a16:creationId xmlns:a16="http://schemas.microsoft.com/office/drawing/2014/main" id="{5480EF91-B534-7069-B41F-D42B4C0D40D7}"/>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sp>
        <p:nvSpPr>
          <p:cNvPr id="84" name="Freeform 84">
            <a:extLst>
              <a:ext uri="{FF2B5EF4-FFF2-40B4-BE49-F238E27FC236}">
                <a16:creationId xmlns:a16="http://schemas.microsoft.com/office/drawing/2014/main" id="{90BBA32F-049F-E91A-C294-926B0BF2F7DE}"/>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98" name="TextBox 97">
            <a:extLst>
              <a:ext uri="{FF2B5EF4-FFF2-40B4-BE49-F238E27FC236}">
                <a16:creationId xmlns:a16="http://schemas.microsoft.com/office/drawing/2014/main" id="{8DC358CE-2346-08D1-FEDF-BF7D4908B6A4}"/>
              </a:ext>
            </a:extLst>
          </p:cNvPr>
          <p:cNvSpPr txBox="1"/>
          <p:nvPr/>
        </p:nvSpPr>
        <p:spPr>
          <a:xfrm>
            <a:off x="1670013" y="876300"/>
            <a:ext cx="15727454" cy="8408071"/>
          </a:xfrm>
          <a:prstGeom prst="rect">
            <a:avLst/>
          </a:prstGeom>
          <a:noFill/>
        </p:spPr>
        <p:txBody>
          <a:bodyPr wrap="square">
            <a:spAutoFit/>
          </a:bodyPr>
          <a:lstStyle/>
          <a:p>
            <a:pPr algn="ctr">
              <a:lnSpc>
                <a:spcPct val="150000"/>
              </a:lnSpc>
            </a:pPr>
            <a:r>
              <a:rPr lang="vi-VN" sz="5000" b="1">
                <a:solidFill>
                  <a:srgbClr val="C00000"/>
                </a:solidFill>
                <a:latin typeface="American Typewriter" panose="02090604020004020304" pitchFamily="18" charset="77"/>
              </a:rPr>
              <a:t>THÌ HIỆN TẠI HOÀN THÀNH</a:t>
            </a:r>
          </a:p>
          <a:p>
            <a:pPr>
              <a:lnSpc>
                <a:spcPct val="150000"/>
              </a:lnSpc>
            </a:pPr>
            <a:r>
              <a:rPr lang="en-US" sz="4500" b="1">
                <a:solidFill>
                  <a:srgbClr val="00B0F0"/>
                </a:solidFill>
                <a:latin typeface="American Typewriter" panose="02090604020004020304" pitchFamily="18" charset="77"/>
              </a:rPr>
              <a:t>Dấu hiệu nhận biết:</a:t>
            </a:r>
            <a:endParaRPr lang="en-US" sz="4500">
              <a:solidFill>
                <a:srgbClr val="00B0F0"/>
              </a:solidFill>
              <a:latin typeface="American Typewriter" panose="02090604020004020304" pitchFamily="18" charset="77"/>
            </a:endParaRPr>
          </a:p>
          <a:p>
            <a:pPr>
              <a:lnSpc>
                <a:spcPct val="150000"/>
              </a:lnSpc>
            </a:pPr>
            <a:r>
              <a:rPr lang="en-US" sz="4500">
                <a:latin typeface="American Typewriter" panose="02090604020004020304" pitchFamily="18" charset="77"/>
              </a:rPr>
              <a:t>→ lately, recently, so far, up to now</a:t>
            </a:r>
          </a:p>
          <a:p>
            <a:pPr>
              <a:lnSpc>
                <a:spcPct val="150000"/>
              </a:lnSpc>
            </a:pPr>
            <a:r>
              <a:rPr lang="en-US" sz="4500">
                <a:latin typeface="American Typewriter" panose="02090604020004020304" pitchFamily="18" charset="77"/>
              </a:rPr>
              <a:t>→ for + khoảng thời gian, since + mốc thời gian</a:t>
            </a:r>
          </a:p>
          <a:p>
            <a:pPr>
              <a:lnSpc>
                <a:spcPct val="150000"/>
              </a:lnSpc>
            </a:pPr>
            <a:r>
              <a:rPr lang="en-US" sz="4500" b="1">
                <a:solidFill>
                  <a:srgbClr val="00B0F0"/>
                </a:solidFill>
                <a:latin typeface="American Typewriter" panose="02090604020004020304" pitchFamily="18" charset="77"/>
              </a:rPr>
              <a:t>Cách dùng:</a:t>
            </a:r>
            <a:endParaRPr lang="en-US" sz="4500">
              <a:solidFill>
                <a:srgbClr val="00B0F0"/>
              </a:solidFill>
              <a:latin typeface="American Typewriter" panose="02090604020004020304" pitchFamily="18" charset="77"/>
            </a:endParaRPr>
          </a:p>
          <a:p>
            <a:pPr>
              <a:lnSpc>
                <a:spcPct val="150000"/>
              </a:lnSpc>
            </a:pPr>
            <a:r>
              <a:rPr lang="en-US" sz="4500">
                <a:latin typeface="American Typewriter" panose="02090604020004020304" pitchFamily="18" charset="77"/>
              </a:rPr>
              <a:t>→ Nhấn mạnh kết quả hoặc trải nghiệm</a:t>
            </a:r>
          </a:p>
          <a:p>
            <a:pPr>
              <a:lnSpc>
                <a:spcPct val="150000"/>
              </a:lnSpc>
            </a:pPr>
            <a:r>
              <a:rPr lang="en-US" sz="4500">
                <a:latin typeface="American Typewriter" panose="02090604020004020304" pitchFamily="18" charset="77"/>
              </a:rPr>
              <a:t>→ Hành động bắt đầu trong quá khứ, kéo dài đến hiện tại và còn tiếp diễn</a:t>
            </a:r>
          </a:p>
        </p:txBody>
      </p:sp>
    </p:spTree>
    <p:extLst>
      <p:ext uri="{BB962C8B-B14F-4D97-AF65-F5344CB8AC3E}">
        <p14:creationId xmlns:p14="http://schemas.microsoft.com/office/powerpoint/2010/main" val="340922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4" end="4"/>
                                            </p:txEl>
                                          </p:spTgt>
                                        </p:tgtEl>
                                        <p:attrNameLst>
                                          <p:attrName>style.visibility</p:attrName>
                                        </p:attrNameLst>
                                      </p:cBhvr>
                                      <p:to>
                                        <p:strVal val="visible"/>
                                      </p:to>
                                    </p:set>
                                    <p:anim calcmode="lin" valueType="num">
                                      <p:cBhvr additive="base">
                                        <p:cTn id="25" dur="500" fill="hold"/>
                                        <p:tgtEl>
                                          <p:spTgt spid="98">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8">
                                            <p:txEl>
                                              <p:pRg st="5" end="5"/>
                                            </p:txEl>
                                          </p:spTgt>
                                        </p:tgtEl>
                                        <p:attrNameLst>
                                          <p:attrName>style.visibility</p:attrName>
                                        </p:attrNameLst>
                                      </p:cBhvr>
                                      <p:to>
                                        <p:strVal val="visible"/>
                                      </p:to>
                                    </p:set>
                                    <p:anim calcmode="lin" valueType="num">
                                      <p:cBhvr additive="base">
                                        <p:cTn id="31" dur="500" fill="hold"/>
                                        <p:tgtEl>
                                          <p:spTgt spid="98">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8">
                                            <p:txEl>
                                              <p:pRg st="6" end="6"/>
                                            </p:txEl>
                                          </p:spTgt>
                                        </p:tgtEl>
                                        <p:attrNameLst>
                                          <p:attrName>style.visibility</p:attrName>
                                        </p:attrNameLst>
                                      </p:cBhvr>
                                      <p:to>
                                        <p:strVal val="visible"/>
                                      </p:to>
                                    </p:set>
                                    <p:anim calcmode="lin" valueType="num">
                                      <p:cBhvr additive="base">
                                        <p:cTn id="37" dur="500" fill="hold"/>
                                        <p:tgtEl>
                                          <p:spTgt spid="98">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8">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F35CB-0D78-FCAE-04C7-D33EBCAA79C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A34E524-8282-5F6E-0CA8-5FB0D1200420}"/>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endParaRPr lang="en-VN"/>
          </a:p>
        </p:txBody>
      </p:sp>
      <p:sp>
        <p:nvSpPr>
          <p:cNvPr id="3" name="Freeform 3">
            <a:extLst>
              <a:ext uri="{FF2B5EF4-FFF2-40B4-BE49-F238E27FC236}">
                <a16:creationId xmlns:a16="http://schemas.microsoft.com/office/drawing/2014/main" id="{A62E6A47-6FBA-E1DD-81C4-E5790D24BA03}"/>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endParaRPr lang="en-VN"/>
          </a:p>
        </p:txBody>
      </p:sp>
      <p:sp>
        <p:nvSpPr>
          <p:cNvPr id="4" name="Freeform 4">
            <a:extLst>
              <a:ext uri="{FF2B5EF4-FFF2-40B4-BE49-F238E27FC236}">
                <a16:creationId xmlns:a16="http://schemas.microsoft.com/office/drawing/2014/main" id="{1D43E2EB-661E-B299-B935-EEB085E2D405}"/>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endParaRPr lang="en-VN"/>
          </a:p>
        </p:txBody>
      </p:sp>
      <p:grpSp>
        <p:nvGrpSpPr>
          <p:cNvPr id="5" name="Group 5">
            <a:extLst>
              <a:ext uri="{FF2B5EF4-FFF2-40B4-BE49-F238E27FC236}">
                <a16:creationId xmlns:a16="http://schemas.microsoft.com/office/drawing/2014/main" id="{F61F8E46-B0C8-B145-F666-947BF26063E3}"/>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3BA352E5-509A-19B5-BA1F-1365CDF4A8DB}"/>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endParaRPr lang="en-VN"/>
            </a:p>
          </p:txBody>
        </p:sp>
        <p:sp>
          <p:nvSpPr>
            <p:cNvPr id="7" name="TextBox 7">
              <a:extLst>
                <a:ext uri="{FF2B5EF4-FFF2-40B4-BE49-F238E27FC236}">
                  <a16:creationId xmlns:a16="http://schemas.microsoft.com/office/drawing/2014/main" id="{657D773A-4FA2-C25F-380F-880A319EC29C}"/>
                </a:ext>
              </a:extLst>
            </p:cNvPr>
            <p:cNvSpPr txBox="1"/>
            <p:nvPr/>
          </p:nvSpPr>
          <p:spPr>
            <a:xfrm>
              <a:off x="0" y="-47625"/>
              <a:ext cx="5454346" cy="2751565"/>
            </a:xfrm>
            <a:prstGeom prst="rect">
              <a:avLst/>
            </a:prstGeom>
          </p:spPr>
          <p:txBody>
            <a:bodyPr lIns="49849" tIns="49849" rIns="49849" bIns="49849" rtlCol="0" anchor="ctr"/>
            <a:lstStyle/>
            <a:p>
              <a:pPr algn="ctr">
                <a:lnSpc>
                  <a:spcPts val="2659"/>
                </a:lnSpc>
              </a:pPr>
              <a:endParaRPr/>
            </a:p>
          </p:txBody>
        </p:sp>
      </p:grpSp>
      <p:grpSp>
        <p:nvGrpSpPr>
          <p:cNvPr id="8" name="Group 8">
            <a:extLst>
              <a:ext uri="{FF2B5EF4-FFF2-40B4-BE49-F238E27FC236}">
                <a16:creationId xmlns:a16="http://schemas.microsoft.com/office/drawing/2014/main" id="{A06D630D-F483-BF29-5621-ABD2AEBA1C0A}"/>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32E8E5B3-FF06-5710-EA2A-6E35DD3F3FB6}"/>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endParaRPr lang="en-VN"/>
            </a:p>
          </p:txBody>
        </p:sp>
        <p:sp>
          <p:nvSpPr>
            <p:cNvPr id="10" name="TextBox 10">
              <a:extLst>
                <a:ext uri="{FF2B5EF4-FFF2-40B4-BE49-F238E27FC236}">
                  <a16:creationId xmlns:a16="http://schemas.microsoft.com/office/drawing/2014/main" id="{5CE750C8-16AB-D82F-BCD9-B1621E41703B}"/>
                </a:ext>
              </a:extLst>
            </p:cNvPr>
            <p:cNvSpPr txBox="1"/>
            <p:nvPr/>
          </p:nvSpPr>
          <p:spPr>
            <a:xfrm>
              <a:off x="0" y="-47625"/>
              <a:ext cx="5429786" cy="2704410"/>
            </a:xfrm>
            <a:prstGeom prst="rect">
              <a:avLst/>
            </a:prstGeom>
          </p:spPr>
          <p:txBody>
            <a:bodyPr lIns="49849" tIns="49849" rIns="49849" bIns="49849" rtlCol="0" anchor="ctr"/>
            <a:lstStyle/>
            <a:p>
              <a:pPr algn="ctr">
                <a:lnSpc>
                  <a:spcPts val="2659"/>
                </a:lnSpc>
              </a:pPr>
              <a:endParaRPr/>
            </a:p>
          </p:txBody>
        </p:sp>
      </p:grpSp>
      <p:grpSp>
        <p:nvGrpSpPr>
          <p:cNvPr id="11" name="Group 11">
            <a:extLst>
              <a:ext uri="{FF2B5EF4-FFF2-40B4-BE49-F238E27FC236}">
                <a16:creationId xmlns:a16="http://schemas.microsoft.com/office/drawing/2014/main" id="{FC56FB33-7216-77FA-5A75-0FCD57981BAC}"/>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DBD2A243-BA1C-4E46-6177-A871F80773A1}"/>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endParaRPr lang="en-VN"/>
            </a:p>
          </p:txBody>
        </p:sp>
        <p:sp>
          <p:nvSpPr>
            <p:cNvPr id="13" name="TextBox 13">
              <a:extLst>
                <a:ext uri="{FF2B5EF4-FFF2-40B4-BE49-F238E27FC236}">
                  <a16:creationId xmlns:a16="http://schemas.microsoft.com/office/drawing/2014/main" id="{9AA85E71-1C0C-0B09-73C2-6D032D5B66C3}"/>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4" name="Group 14">
            <a:extLst>
              <a:ext uri="{FF2B5EF4-FFF2-40B4-BE49-F238E27FC236}">
                <a16:creationId xmlns:a16="http://schemas.microsoft.com/office/drawing/2014/main" id="{42A05607-2519-D512-D7CE-938446EB9AE8}"/>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9933CE46-F2E5-C9C9-0155-63DF8078A7C7}"/>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endParaRPr lang="en-VN"/>
            </a:p>
          </p:txBody>
        </p:sp>
        <p:sp>
          <p:nvSpPr>
            <p:cNvPr id="16" name="TextBox 16">
              <a:extLst>
                <a:ext uri="{FF2B5EF4-FFF2-40B4-BE49-F238E27FC236}">
                  <a16:creationId xmlns:a16="http://schemas.microsoft.com/office/drawing/2014/main" id="{889907DF-7CFD-E1A5-0208-FB3265EC79E6}"/>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7" name="Group 17">
            <a:extLst>
              <a:ext uri="{FF2B5EF4-FFF2-40B4-BE49-F238E27FC236}">
                <a16:creationId xmlns:a16="http://schemas.microsoft.com/office/drawing/2014/main" id="{BBDBF7EB-8B1E-9B11-51AA-D0EF98B7BF4E}"/>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05B221F6-0BE9-04FA-F9D8-11F197E756FB}"/>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endParaRPr lang="en-VN"/>
            </a:p>
          </p:txBody>
        </p:sp>
        <p:sp>
          <p:nvSpPr>
            <p:cNvPr id="19" name="TextBox 19">
              <a:extLst>
                <a:ext uri="{FF2B5EF4-FFF2-40B4-BE49-F238E27FC236}">
                  <a16:creationId xmlns:a16="http://schemas.microsoft.com/office/drawing/2014/main" id="{5C10C0D5-7629-50DE-495A-55589590EA01}"/>
                </a:ext>
              </a:extLst>
            </p:cNvPr>
            <p:cNvSpPr txBox="1"/>
            <p:nvPr/>
          </p:nvSpPr>
          <p:spPr>
            <a:xfrm>
              <a:off x="0" y="-47625"/>
              <a:ext cx="3961731" cy="2448417"/>
            </a:xfrm>
            <a:prstGeom prst="rect">
              <a:avLst/>
            </a:prstGeom>
          </p:spPr>
          <p:txBody>
            <a:bodyPr lIns="49849" tIns="49849" rIns="49849" bIns="49849" rtlCol="0" anchor="ctr"/>
            <a:lstStyle/>
            <a:p>
              <a:pPr algn="ctr">
                <a:lnSpc>
                  <a:spcPts val="2659"/>
                </a:lnSpc>
              </a:pPr>
              <a:endParaRPr/>
            </a:p>
          </p:txBody>
        </p:sp>
      </p:grpSp>
      <p:sp>
        <p:nvSpPr>
          <p:cNvPr id="34" name="Freeform 34">
            <a:extLst>
              <a:ext uri="{FF2B5EF4-FFF2-40B4-BE49-F238E27FC236}">
                <a16:creationId xmlns:a16="http://schemas.microsoft.com/office/drawing/2014/main" id="{B839B158-B287-B3B3-1FCA-FBE507853A4D}"/>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endParaRPr lang="en-VN"/>
          </a:p>
        </p:txBody>
      </p:sp>
      <p:grpSp>
        <p:nvGrpSpPr>
          <p:cNvPr id="35" name="Group 35">
            <a:extLst>
              <a:ext uri="{FF2B5EF4-FFF2-40B4-BE49-F238E27FC236}">
                <a16:creationId xmlns:a16="http://schemas.microsoft.com/office/drawing/2014/main" id="{5409709C-457A-F563-AA3D-75BAF9749D4A}"/>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D235AC1B-A2AD-5EFC-C6A4-8E2857B39CFD}"/>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90EC530A-BBF0-04DB-9F5B-ECE59840D4A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38" name="TextBox 38">
                <a:extLst>
                  <a:ext uri="{FF2B5EF4-FFF2-40B4-BE49-F238E27FC236}">
                    <a16:creationId xmlns:a16="http://schemas.microsoft.com/office/drawing/2014/main" id="{0910548A-2278-0BA3-5057-EC84AC987006}"/>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600BEEE6-B22D-0BB4-FE94-26A9F8EA259E}"/>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2C7B5976-0C62-8B7D-050E-BBFAEC9CFF7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1" name="TextBox 41">
                <a:extLst>
                  <a:ext uri="{FF2B5EF4-FFF2-40B4-BE49-F238E27FC236}">
                    <a16:creationId xmlns:a16="http://schemas.microsoft.com/office/drawing/2014/main" id="{516149B6-D610-9477-C410-5735E3E45B4C}"/>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F68A8171-E2AA-762C-B67E-1420C318AFE7}"/>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1E55CC4A-C524-EB43-8EC1-8B092623D76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4" name="TextBox 44">
                <a:extLst>
                  <a:ext uri="{FF2B5EF4-FFF2-40B4-BE49-F238E27FC236}">
                    <a16:creationId xmlns:a16="http://schemas.microsoft.com/office/drawing/2014/main" id="{D00DB77F-1174-00AE-777B-FF07727F44AE}"/>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4497AAB3-EED7-F573-E14C-5CC956033483}"/>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D9C8F4B6-CFED-8625-3F0D-CD5AB478C82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7" name="TextBox 47">
                <a:extLst>
                  <a:ext uri="{FF2B5EF4-FFF2-40B4-BE49-F238E27FC236}">
                    <a16:creationId xmlns:a16="http://schemas.microsoft.com/office/drawing/2014/main" id="{B72E3CBF-1A47-A306-6E8B-84227564EFFF}"/>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8" name="Group 48">
              <a:extLst>
                <a:ext uri="{FF2B5EF4-FFF2-40B4-BE49-F238E27FC236}">
                  <a16:creationId xmlns:a16="http://schemas.microsoft.com/office/drawing/2014/main" id="{B26E471F-203C-2A97-AD04-9FEE896C1DFB}"/>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E522F7C2-19FD-C3B9-CB52-72DB6F2685E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0" name="TextBox 50">
                <a:extLst>
                  <a:ext uri="{FF2B5EF4-FFF2-40B4-BE49-F238E27FC236}">
                    <a16:creationId xmlns:a16="http://schemas.microsoft.com/office/drawing/2014/main" id="{E962ADEF-92F4-372F-5EEC-52005C148301}"/>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51" name="Freeform 51">
            <a:extLst>
              <a:ext uri="{FF2B5EF4-FFF2-40B4-BE49-F238E27FC236}">
                <a16:creationId xmlns:a16="http://schemas.microsoft.com/office/drawing/2014/main" id="{95D2A996-E4CD-8A6E-AC21-4273D32D34EB}"/>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endParaRPr lang="en-VN"/>
          </a:p>
        </p:txBody>
      </p:sp>
      <p:grpSp>
        <p:nvGrpSpPr>
          <p:cNvPr id="52" name="Group 52">
            <a:extLst>
              <a:ext uri="{FF2B5EF4-FFF2-40B4-BE49-F238E27FC236}">
                <a16:creationId xmlns:a16="http://schemas.microsoft.com/office/drawing/2014/main" id="{E7E0C293-7435-4F09-C01A-BEF0B1EB5D5F}"/>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D42DBC7F-735C-C1EC-0DFD-3A0B10BB014C}"/>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9AFB3040-1299-7FAC-B3E7-97649B0C6B8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5" name="TextBox 55">
                <a:extLst>
                  <a:ext uri="{FF2B5EF4-FFF2-40B4-BE49-F238E27FC236}">
                    <a16:creationId xmlns:a16="http://schemas.microsoft.com/office/drawing/2014/main" id="{3DFD5118-BB6C-2456-443D-7A9C95B1AE14}"/>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6" name="Group 56">
              <a:extLst>
                <a:ext uri="{FF2B5EF4-FFF2-40B4-BE49-F238E27FC236}">
                  <a16:creationId xmlns:a16="http://schemas.microsoft.com/office/drawing/2014/main" id="{34321EB2-9C9F-C02F-B9F1-414D6C9E56FB}"/>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4D5AB4E4-F4C9-0F21-7996-5731FED0955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8" name="TextBox 58">
                <a:extLst>
                  <a:ext uri="{FF2B5EF4-FFF2-40B4-BE49-F238E27FC236}">
                    <a16:creationId xmlns:a16="http://schemas.microsoft.com/office/drawing/2014/main" id="{21EC07A7-D5C9-32AD-7108-A18813E95B75}"/>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9" name="Group 59">
              <a:extLst>
                <a:ext uri="{FF2B5EF4-FFF2-40B4-BE49-F238E27FC236}">
                  <a16:creationId xmlns:a16="http://schemas.microsoft.com/office/drawing/2014/main" id="{F8038446-FF7D-2915-8502-8EE9720A937D}"/>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36679B38-3D5E-82CF-DAAB-56EA211B626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1" name="TextBox 61">
                <a:extLst>
                  <a:ext uri="{FF2B5EF4-FFF2-40B4-BE49-F238E27FC236}">
                    <a16:creationId xmlns:a16="http://schemas.microsoft.com/office/drawing/2014/main" id="{67F60D27-F00D-9345-CC4B-40BE97F8BC36}"/>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2" name="Group 62">
              <a:extLst>
                <a:ext uri="{FF2B5EF4-FFF2-40B4-BE49-F238E27FC236}">
                  <a16:creationId xmlns:a16="http://schemas.microsoft.com/office/drawing/2014/main" id="{74B53BC8-29DB-89F7-9EEC-043EA7085B34}"/>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0DD2B99D-7ED0-05A3-8902-0BA8495225C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4" name="TextBox 64">
                <a:extLst>
                  <a:ext uri="{FF2B5EF4-FFF2-40B4-BE49-F238E27FC236}">
                    <a16:creationId xmlns:a16="http://schemas.microsoft.com/office/drawing/2014/main" id="{061DF345-F0BB-E0A6-F17C-AE57DB6DADC1}"/>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5" name="Group 65">
              <a:extLst>
                <a:ext uri="{FF2B5EF4-FFF2-40B4-BE49-F238E27FC236}">
                  <a16:creationId xmlns:a16="http://schemas.microsoft.com/office/drawing/2014/main" id="{C026BEBA-2EDD-3109-19C6-B05C68E438C3}"/>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0DEC778B-B863-51EA-7F78-7922B1B296A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7" name="TextBox 67">
                <a:extLst>
                  <a:ext uri="{FF2B5EF4-FFF2-40B4-BE49-F238E27FC236}">
                    <a16:creationId xmlns:a16="http://schemas.microsoft.com/office/drawing/2014/main" id="{08BDABDA-F9D7-26F2-00C6-81020FFF89C4}"/>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grpSp>
        <p:nvGrpSpPr>
          <p:cNvPr id="68" name="Group 68">
            <a:extLst>
              <a:ext uri="{FF2B5EF4-FFF2-40B4-BE49-F238E27FC236}">
                <a16:creationId xmlns:a16="http://schemas.microsoft.com/office/drawing/2014/main" id="{F21BFED1-BEE1-88BF-1064-053C4AAE7965}"/>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CDCC99F2-94DF-361C-9472-92EB0E0FA043}"/>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2A5BB86B-25E3-E372-09C6-FB3EE0151D36}"/>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1" name="TextBox 71">
                <a:extLst>
                  <a:ext uri="{FF2B5EF4-FFF2-40B4-BE49-F238E27FC236}">
                    <a16:creationId xmlns:a16="http://schemas.microsoft.com/office/drawing/2014/main" id="{2B0B867E-28B8-6936-4139-AD2FA51FA897}"/>
                  </a:ext>
                </a:extLst>
              </p:cNvPr>
              <p:cNvSpPr txBox="1"/>
              <p:nvPr/>
            </p:nvSpPr>
            <p:spPr>
              <a:xfrm>
                <a:off x="0" y="-47625"/>
                <a:ext cx="458420" cy="126378"/>
              </a:xfrm>
              <a:prstGeom prst="rect">
                <a:avLst/>
              </a:prstGeom>
            </p:spPr>
            <p:txBody>
              <a:bodyPr lIns="49849" tIns="49849" rIns="49849" bIns="49849" rtlCol="0" anchor="ctr"/>
              <a:lstStyle/>
              <a:p>
                <a:pPr algn="ctr">
                  <a:lnSpc>
                    <a:spcPts val="2659"/>
                  </a:lnSpc>
                </a:pPr>
                <a:endParaRPr/>
              </a:p>
            </p:txBody>
          </p:sp>
        </p:grpSp>
        <p:grpSp>
          <p:nvGrpSpPr>
            <p:cNvPr id="72" name="Group 72">
              <a:extLst>
                <a:ext uri="{FF2B5EF4-FFF2-40B4-BE49-F238E27FC236}">
                  <a16:creationId xmlns:a16="http://schemas.microsoft.com/office/drawing/2014/main" id="{753E1C8F-5915-CF45-069D-133CDC70B9C2}"/>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70212383-8197-B5EB-2652-2F8F0E4EE520}"/>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4" name="TextBox 74">
                <a:extLst>
                  <a:ext uri="{FF2B5EF4-FFF2-40B4-BE49-F238E27FC236}">
                    <a16:creationId xmlns:a16="http://schemas.microsoft.com/office/drawing/2014/main" id="{238BA9A8-E1BE-0BB5-5A8F-590B07F276A9}"/>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5" name="Group 75">
              <a:extLst>
                <a:ext uri="{FF2B5EF4-FFF2-40B4-BE49-F238E27FC236}">
                  <a16:creationId xmlns:a16="http://schemas.microsoft.com/office/drawing/2014/main" id="{4B40631A-A6E0-D4FA-E0BD-9DD7128A4228}"/>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73BB34B0-2315-99ED-44DC-27C3943B7EB8}"/>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7" name="TextBox 77">
                <a:extLst>
                  <a:ext uri="{FF2B5EF4-FFF2-40B4-BE49-F238E27FC236}">
                    <a16:creationId xmlns:a16="http://schemas.microsoft.com/office/drawing/2014/main" id="{A0628139-93C9-52AE-7027-F8CCCF730857}"/>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8" name="Group 78">
              <a:extLst>
                <a:ext uri="{FF2B5EF4-FFF2-40B4-BE49-F238E27FC236}">
                  <a16:creationId xmlns:a16="http://schemas.microsoft.com/office/drawing/2014/main" id="{0EF72A13-1DC8-4CDD-DB44-7FD3DBA2D6FB}"/>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38B0A597-1C0F-80C2-5571-9E284487F4D6}"/>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0" name="TextBox 80">
                <a:extLst>
                  <a:ext uri="{FF2B5EF4-FFF2-40B4-BE49-F238E27FC236}">
                    <a16:creationId xmlns:a16="http://schemas.microsoft.com/office/drawing/2014/main" id="{7D92C6B7-3160-654C-65B8-74482DCA73AD}"/>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81" name="Group 81">
              <a:extLst>
                <a:ext uri="{FF2B5EF4-FFF2-40B4-BE49-F238E27FC236}">
                  <a16:creationId xmlns:a16="http://schemas.microsoft.com/office/drawing/2014/main" id="{BB1E8455-7508-25FD-8F24-20CFF9C1F731}"/>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A9482D47-FEFB-9393-682A-904D448F5561}"/>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3" name="TextBox 83">
                <a:extLst>
                  <a:ext uri="{FF2B5EF4-FFF2-40B4-BE49-F238E27FC236}">
                    <a16:creationId xmlns:a16="http://schemas.microsoft.com/office/drawing/2014/main" id="{56815E03-F030-0669-DED5-9157D8CCBB50}"/>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sp>
        <p:nvSpPr>
          <p:cNvPr id="84" name="Freeform 84">
            <a:extLst>
              <a:ext uri="{FF2B5EF4-FFF2-40B4-BE49-F238E27FC236}">
                <a16:creationId xmlns:a16="http://schemas.microsoft.com/office/drawing/2014/main" id="{BB0E8541-4600-0041-27A7-C388ADFC4AC6}"/>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98" name="TextBox 97">
            <a:extLst>
              <a:ext uri="{FF2B5EF4-FFF2-40B4-BE49-F238E27FC236}">
                <a16:creationId xmlns:a16="http://schemas.microsoft.com/office/drawing/2014/main" id="{B39E3602-CAE7-8F92-E49C-58148C69BF49}"/>
              </a:ext>
            </a:extLst>
          </p:cNvPr>
          <p:cNvSpPr txBox="1"/>
          <p:nvPr/>
        </p:nvSpPr>
        <p:spPr>
          <a:xfrm>
            <a:off x="1689704" y="1372940"/>
            <a:ext cx="15727454" cy="7374776"/>
          </a:xfrm>
          <a:prstGeom prst="rect">
            <a:avLst/>
          </a:prstGeom>
          <a:noFill/>
        </p:spPr>
        <p:txBody>
          <a:bodyPr wrap="square">
            <a:spAutoFit/>
          </a:bodyPr>
          <a:lstStyle/>
          <a:p>
            <a:pPr algn="ctr">
              <a:lnSpc>
                <a:spcPct val="150000"/>
              </a:lnSpc>
            </a:pPr>
            <a:r>
              <a:rPr lang="vi-VN" sz="5000" b="1">
                <a:solidFill>
                  <a:srgbClr val="C00000"/>
                </a:solidFill>
                <a:latin typeface="American Typewriter" panose="02090604020004020304" pitchFamily="18" charset="77"/>
              </a:rPr>
              <a:t>THÌ HIỆN TẠI HOÀN THÀNH</a:t>
            </a:r>
          </a:p>
          <a:p>
            <a:pPr>
              <a:lnSpc>
                <a:spcPct val="150000"/>
              </a:lnSpc>
            </a:pPr>
            <a:r>
              <a:rPr lang="en-US" sz="4500" b="1">
                <a:solidFill>
                  <a:srgbClr val="00B0F0"/>
                </a:solidFill>
                <a:latin typeface="American Typewriter" panose="02090604020004020304" pitchFamily="18" charset="77"/>
              </a:rPr>
              <a:t>Cấu trúc:</a:t>
            </a:r>
            <a:endParaRPr lang="en-US" sz="4500">
              <a:solidFill>
                <a:srgbClr val="00B0F0"/>
              </a:solidFill>
              <a:latin typeface="American Typewriter" panose="02090604020004020304" pitchFamily="18" charset="77"/>
            </a:endParaRPr>
          </a:p>
          <a:p>
            <a:pPr marL="685800" indent="-685800">
              <a:lnSpc>
                <a:spcPct val="150000"/>
              </a:lnSpc>
              <a:buFont typeface="Wingdings" pitchFamily="2" charset="2"/>
              <a:buChar char="§"/>
            </a:pPr>
            <a:r>
              <a:rPr lang="en-US" sz="4500">
                <a:latin typeface="American Typewriter" panose="02090604020004020304" pitchFamily="18" charset="77"/>
              </a:rPr>
              <a:t>Khẳng định: </a:t>
            </a:r>
            <a:r>
              <a:rPr lang="en-US" sz="4500">
                <a:solidFill>
                  <a:schemeClr val="accent3"/>
                </a:solidFill>
                <a:latin typeface="American Typewriter" panose="02090604020004020304" pitchFamily="18" charset="77"/>
              </a:rPr>
              <a:t>S + have/has + V</a:t>
            </a:r>
            <a:r>
              <a:rPr lang="en-US" sz="4500" baseline="-25000">
                <a:solidFill>
                  <a:schemeClr val="accent3"/>
                </a:solidFill>
                <a:latin typeface="American Typewriter" panose="02090604020004020304" pitchFamily="18" charset="77"/>
              </a:rPr>
              <a:t>3/ed </a:t>
            </a:r>
            <a:r>
              <a:rPr lang="en-US" sz="4500">
                <a:solidFill>
                  <a:schemeClr val="accent3"/>
                </a:solidFill>
                <a:latin typeface="American Typewriter" panose="02090604020004020304" pitchFamily="18" charset="77"/>
              </a:rPr>
              <a:t>+ O</a:t>
            </a:r>
          </a:p>
          <a:p>
            <a:pPr marL="685800" indent="-685800">
              <a:lnSpc>
                <a:spcPct val="150000"/>
              </a:lnSpc>
              <a:buFont typeface="Wingdings" pitchFamily="2" charset="2"/>
              <a:buChar char="§"/>
            </a:pPr>
            <a:r>
              <a:rPr lang="en-US" sz="4500">
                <a:latin typeface="American Typewriter" panose="02090604020004020304" pitchFamily="18" charset="77"/>
              </a:rPr>
              <a:t>Phủ định: </a:t>
            </a:r>
            <a:r>
              <a:rPr lang="en-US" sz="4500">
                <a:solidFill>
                  <a:schemeClr val="accent3"/>
                </a:solidFill>
                <a:latin typeface="American Typewriter" panose="02090604020004020304" pitchFamily="18" charset="77"/>
              </a:rPr>
              <a:t>S + have/has not + V</a:t>
            </a:r>
            <a:r>
              <a:rPr lang="en-US" sz="4500" baseline="-25000">
                <a:solidFill>
                  <a:schemeClr val="accent3"/>
                </a:solidFill>
                <a:latin typeface="American Typewriter" panose="02090604020004020304" pitchFamily="18" charset="77"/>
              </a:rPr>
              <a:t>3/ed </a:t>
            </a:r>
            <a:r>
              <a:rPr lang="en-US" sz="4500">
                <a:solidFill>
                  <a:schemeClr val="accent3"/>
                </a:solidFill>
                <a:latin typeface="American Typewriter" panose="02090604020004020304" pitchFamily="18" charset="77"/>
              </a:rPr>
              <a:t>+ O</a:t>
            </a:r>
          </a:p>
          <a:p>
            <a:pPr>
              <a:lnSpc>
                <a:spcPct val="150000"/>
              </a:lnSpc>
            </a:pPr>
            <a:r>
              <a:rPr lang="en-US" sz="4500" b="1">
                <a:solidFill>
                  <a:srgbClr val="00B0F0"/>
                </a:solidFill>
                <a:latin typeface="American Typewriter" panose="02090604020004020304" pitchFamily="18" charset="77"/>
              </a:rPr>
              <a:t>Ví dụ:</a:t>
            </a:r>
            <a:endParaRPr lang="en-US" sz="4500">
              <a:solidFill>
                <a:srgbClr val="00B0F0"/>
              </a:solidFill>
              <a:latin typeface="American Typewriter" panose="02090604020004020304" pitchFamily="18" charset="77"/>
            </a:endParaRPr>
          </a:p>
          <a:p>
            <a:pPr>
              <a:lnSpc>
                <a:spcPct val="150000"/>
              </a:lnSpc>
            </a:pPr>
            <a:r>
              <a:rPr lang="en-US" sz="4500">
                <a:latin typeface="American Typewriter" panose="02090604020004020304" pitchFamily="18" charset="77"/>
              </a:rPr>
              <a:t>She </a:t>
            </a:r>
            <a:r>
              <a:rPr lang="en-US" sz="4500" b="1">
                <a:latin typeface="American Typewriter" panose="02090604020004020304" pitchFamily="18" charset="77"/>
              </a:rPr>
              <a:t>has taken</a:t>
            </a:r>
            <a:r>
              <a:rPr lang="en-US" sz="4500">
                <a:latin typeface="American Typewriter" panose="02090604020004020304" pitchFamily="18" charset="77"/>
              </a:rPr>
              <a:t> an online course for 2 months.</a:t>
            </a:r>
          </a:p>
          <a:p>
            <a:pPr>
              <a:lnSpc>
                <a:spcPct val="150000"/>
              </a:lnSpc>
            </a:pPr>
            <a:r>
              <a:rPr lang="en-US" sz="4500">
                <a:latin typeface="American Typewriter" panose="02090604020004020304" pitchFamily="18" charset="77"/>
              </a:rPr>
              <a:t>They </a:t>
            </a:r>
            <a:r>
              <a:rPr lang="en-US" sz="4500" b="1">
                <a:latin typeface="American Typewriter" panose="02090604020004020304" pitchFamily="18" charset="77"/>
              </a:rPr>
              <a:t>have not come</a:t>
            </a:r>
            <a:r>
              <a:rPr lang="en-US" sz="4500">
                <a:latin typeface="American Typewriter" panose="02090604020004020304" pitchFamily="18" charset="77"/>
              </a:rPr>
              <a:t> to my class since last week.</a:t>
            </a:r>
          </a:p>
        </p:txBody>
      </p:sp>
    </p:spTree>
    <p:extLst>
      <p:ext uri="{BB962C8B-B14F-4D97-AF65-F5344CB8AC3E}">
        <p14:creationId xmlns:p14="http://schemas.microsoft.com/office/powerpoint/2010/main" val="1132791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8">
                                            <p:txEl>
                                              <p:pRg st="4" end="4"/>
                                            </p:txEl>
                                          </p:spTgt>
                                        </p:tgtEl>
                                        <p:attrNameLst>
                                          <p:attrName>style.visibility</p:attrName>
                                        </p:attrNameLst>
                                      </p:cBhvr>
                                      <p:to>
                                        <p:strVal val="visible"/>
                                      </p:to>
                                    </p:set>
                                    <p:anim calcmode="lin" valueType="num">
                                      <p:cBhvr additive="base">
                                        <p:cTn id="31" dur="500" fill="hold"/>
                                        <p:tgtEl>
                                          <p:spTgt spid="9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8">
                                            <p:txEl>
                                              <p:pRg st="5" end="5"/>
                                            </p:txEl>
                                          </p:spTgt>
                                        </p:tgtEl>
                                        <p:attrNameLst>
                                          <p:attrName>style.visibility</p:attrName>
                                        </p:attrNameLst>
                                      </p:cBhvr>
                                      <p:to>
                                        <p:strVal val="visible"/>
                                      </p:to>
                                    </p:set>
                                    <p:anim calcmode="lin" valueType="num">
                                      <p:cBhvr additive="base">
                                        <p:cTn id="37" dur="500" fill="hold"/>
                                        <p:tgtEl>
                                          <p:spTgt spid="9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8">
                                            <p:txEl>
                                              <p:pRg st="6" end="6"/>
                                            </p:txEl>
                                          </p:spTgt>
                                        </p:tgtEl>
                                        <p:attrNameLst>
                                          <p:attrName>style.visibility</p:attrName>
                                        </p:attrNameLst>
                                      </p:cBhvr>
                                      <p:to>
                                        <p:strVal val="visible"/>
                                      </p:to>
                                    </p:set>
                                    <p:anim calcmode="lin" valueType="num">
                                      <p:cBhvr additive="base">
                                        <p:cTn id="43" dur="500" fill="hold"/>
                                        <p:tgtEl>
                                          <p:spTgt spid="98">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8">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B70ED-2B7A-DCF6-F33F-0C1866882EA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65ECDF9-BAA4-7D46-2E1F-545ECE2117A5}"/>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endParaRPr lang="en-VN"/>
          </a:p>
        </p:txBody>
      </p:sp>
      <p:sp>
        <p:nvSpPr>
          <p:cNvPr id="3" name="Freeform 3">
            <a:extLst>
              <a:ext uri="{FF2B5EF4-FFF2-40B4-BE49-F238E27FC236}">
                <a16:creationId xmlns:a16="http://schemas.microsoft.com/office/drawing/2014/main" id="{81651DE6-C5B6-BFF3-C6B4-29C126CEC2B9}"/>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endParaRPr lang="en-VN"/>
          </a:p>
        </p:txBody>
      </p:sp>
      <p:sp>
        <p:nvSpPr>
          <p:cNvPr id="4" name="Freeform 4">
            <a:extLst>
              <a:ext uri="{FF2B5EF4-FFF2-40B4-BE49-F238E27FC236}">
                <a16:creationId xmlns:a16="http://schemas.microsoft.com/office/drawing/2014/main" id="{235D2C99-B9A6-E395-B2DA-8E0B675D7A8F}"/>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endParaRPr lang="en-VN"/>
          </a:p>
        </p:txBody>
      </p:sp>
      <p:grpSp>
        <p:nvGrpSpPr>
          <p:cNvPr id="5" name="Group 5">
            <a:extLst>
              <a:ext uri="{FF2B5EF4-FFF2-40B4-BE49-F238E27FC236}">
                <a16:creationId xmlns:a16="http://schemas.microsoft.com/office/drawing/2014/main" id="{4519E08C-C2FD-D95F-9341-0133370FA019}"/>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CA759BEE-DA2B-B3F3-A944-90529D7E47BB}"/>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endParaRPr lang="en-VN"/>
            </a:p>
          </p:txBody>
        </p:sp>
        <p:sp>
          <p:nvSpPr>
            <p:cNvPr id="7" name="TextBox 7">
              <a:extLst>
                <a:ext uri="{FF2B5EF4-FFF2-40B4-BE49-F238E27FC236}">
                  <a16:creationId xmlns:a16="http://schemas.microsoft.com/office/drawing/2014/main" id="{1496867F-A9DC-2427-25B4-12F6DD056C6E}"/>
                </a:ext>
              </a:extLst>
            </p:cNvPr>
            <p:cNvSpPr txBox="1"/>
            <p:nvPr/>
          </p:nvSpPr>
          <p:spPr>
            <a:xfrm>
              <a:off x="0" y="-47625"/>
              <a:ext cx="5454346" cy="2751565"/>
            </a:xfrm>
            <a:prstGeom prst="rect">
              <a:avLst/>
            </a:prstGeom>
          </p:spPr>
          <p:txBody>
            <a:bodyPr lIns="49849" tIns="49849" rIns="49849" bIns="49849" rtlCol="0" anchor="ctr"/>
            <a:lstStyle/>
            <a:p>
              <a:pPr algn="ctr">
                <a:lnSpc>
                  <a:spcPts val="2659"/>
                </a:lnSpc>
              </a:pPr>
              <a:endParaRPr/>
            </a:p>
          </p:txBody>
        </p:sp>
      </p:grpSp>
      <p:grpSp>
        <p:nvGrpSpPr>
          <p:cNvPr id="8" name="Group 8">
            <a:extLst>
              <a:ext uri="{FF2B5EF4-FFF2-40B4-BE49-F238E27FC236}">
                <a16:creationId xmlns:a16="http://schemas.microsoft.com/office/drawing/2014/main" id="{7D036558-4FA8-CF63-C84A-962718368206}"/>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0AD9AEAD-D56E-AD15-1BC9-ECB56E944FE2}"/>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endParaRPr lang="en-VN"/>
            </a:p>
          </p:txBody>
        </p:sp>
        <p:sp>
          <p:nvSpPr>
            <p:cNvPr id="10" name="TextBox 10">
              <a:extLst>
                <a:ext uri="{FF2B5EF4-FFF2-40B4-BE49-F238E27FC236}">
                  <a16:creationId xmlns:a16="http://schemas.microsoft.com/office/drawing/2014/main" id="{8BD6B32F-935A-2F7E-5505-25B3BC17E418}"/>
                </a:ext>
              </a:extLst>
            </p:cNvPr>
            <p:cNvSpPr txBox="1"/>
            <p:nvPr/>
          </p:nvSpPr>
          <p:spPr>
            <a:xfrm>
              <a:off x="0" y="-47625"/>
              <a:ext cx="5429786" cy="2704410"/>
            </a:xfrm>
            <a:prstGeom prst="rect">
              <a:avLst/>
            </a:prstGeom>
          </p:spPr>
          <p:txBody>
            <a:bodyPr lIns="49849" tIns="49849" rIns="49849" bIns="49849" rtlCol="0" anchor="ctr"/>
            <a:lstStyle/>
            <a:p>
              <a:pPr algn="ctr">
                <a:lnSpc>
                  <a:spcPts val="2659"/>
                </a:lnSpc>
              </a:pPr>
              <a:endParaRPr/>
            </a:p>
          </p:txBody>
        </p:sp>
      </p:grpSp>
      <p:grpSp>
        <p:nvGrpSpPr>
          <p:cNvPr id="11" name="Group 11">
            <a:extLst>
              <a:ext uri="{FF2B5EF4-FFF2-40B4-BE49-F238E27FC236}">
                <a16:creationId xmlns:a16="http://schemas.microsoft.com/office/drawing/2014/main" id="{95B9320B-06D3-0EDB-31FD-E20124F34E33}"/>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BCB94EC4-0A73-C534-62CB-81963F3FCDA8}"/>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endParaRPr lang="en-VN"/>
            </a:p>
          </p:txBody>
        </p:sp>
        <p:sp>
          <p:nvSpPr>
            <p:cNvPr id="13" name="TextBox 13">
              <a:extLst>
                <a:ext uri="{FF2B5EF4-FFF2-40B4-BE49-F238E27FC236}">
                  <a16:creationId xmlns:a16="http://schemas.microsoft.com/office/drawing/2014/main" id="{38256376-0B30-45DC-F602-462BECFE13C4}"/>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4" name="Group 14">
            <a:extLst>
              <a:ext uri="{FF2B5EF4-FFF2-40B4-BE49-F238E27FC236}">
                <a16:creationId xmlns:a16="http://schemas.microsoft.com/office/drawing/2014/main" id="{0FE68E9C-E7EE-27A9-3008-133A48C787DA}"/>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350CECDC-F48B-764F-749B-0B45B9916AD0}"/>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endParaRPr lang="en-VN"/>
            </a:p>
          </p:txBody>
        </p:sp>
        <p:sp>
          <p:nvSpPr>
            <p:cNvPr id="16" name="TextBox 16">
              <a:extLst>
                <a:ext uri="{FF2B5EF4-FFF2-40B4-BE49-F238E27FC236}">
                  <a16:creationId xmlns:a16="http://schemas.microsoft.com/office/drawing/2014/main" id="{EDA39A40-0E22-634E-778F-03D286ED00A2}"/>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7" name="Group 17">
            <a:extLst>
              <a:ext uri="{FF2B5EF4-FFF2-40B4-BE49-F238E27FC236}">
                <a16:creationId xmlns:a16="http://schemas.microsoft.com/office/drawing/2014/main" id="{E2B1E78C-6D8C-9282-F195-B0C2D1077EE2}"/>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63D3FE7A-76A6-3F7F-C1C1-8EC1F498F591}"/>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endParaRPr lang="en-VN"/>
            </a:p>
          </p:txBody>
        </p:sp>
        <p:sp>
          <p:nvSpPr>
            <p:cNvPr id="19" name="TextBox 19">
              <a:extLst>
                <a:ext uri="{FF2B5EF4-FFF2-40B4-BE49-F238E27FC236}">
                  <a16:creationId xmlns:a16="http://schemas.microsoft.com/office/drawing/2014/main" id="{E1A8297E-9298-D1B8-AA09-192048CA1805}"/>
                </a:ext>
              </a:extLst>
            </p:cNvPr>
            <p:cNvSpPr txBox="1"/>
            <p:nvPr/>
          </p:nvSpPr>
          <p:spPr>
            <a:xfrm>
              <a:off x="0" y="-47625"/>
              <a:ext cx="3961731" cy="2448417"/>
            </a:xfrm>
            <a:prstGeom prst="rect">
              <a:avLst/>
            </a:prstGeom>
          </p:spPr>
          <p:txBody>
            <a:bodyPr lIns="49849" tIns="49849" rIns="49849" bIns="49849" rtlCol="0" anchor="ctr"/>
            <a:lstStyle/>
            <a:p>
              <a:pPr algn="ctr">
                <a:lnSpc>
                  <a:spcPts val="2659"/>
                </a:lnSpc>
              </a:pPr>
              <a:endParaRPr/>
            </a:p>
          </p:txBody>
        </p:sp>
      </p:grpSp>
      <p:sp>
        <p:nvSpPr>
          <p:cNvPr id="34" name="Freeform 34">
            <a:extLst>
              <a:ext uri="{FF2B5EF4-FFF2-40B4-BE49-F238E27FC236}">
                <a16:creationId xmlns:a16="http://schemas.microsoft.com/office/drawing/2014/main" id="{FF2B80CD-372F-D425-D3C0-BB4BF387A380}"/>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endParaRPr lang="en-VN"/>
          </a:p>
        </p:txBody>
      </p:sp>
      <p:grpSp>
        <p:nvGrpSpPr>
          <p:cNvPr id="35" name="Group 35">
            <a:extLst>
              <a:ext uri="{FF2B5EF4-FFF2-40B4-BE49-F238E27FC236}">
                <a16:creationId xmlns:a16="http://schemas.microsoft.com/office/drawing/2014/main" id="{717EE567-CDB6-2886-2D12-B87EC2CB7926}"/>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DC6990BB-A75D-0F50-9CB4-5409CB52D9C5}"/>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FCABF8B5-B636-A0BB-568C-88ACC2A216A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38" name="TextBox 38">
                <a:extLst>
                  <a:ext uri="{FF2B5EF4-FFF2-40B4-BE49-F238E27FC236}">
                    <a16:creationId xmlns:a16="http://schemas.microsoft.com/office/drawing/2014/main" id="{9236CBA0-F30F-D6DE-57E0-FBAEDADEA0B5}"/>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BF0D93BC-0932-A628-4701-6828AF739C06}"/>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B94B4B09-8E0C-7A7D-765D-B7781203127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1" name="TextBox 41">
                <a:extLst>
                  <a:ext uri="{FF2B5EF4-FFF2-40B4-BE49-F238E27FC236}">
                    <a16:creationId xmlns:a16="http://schemas.microsoft.com/office/drawing/2014/main" id="{C92477A3-6E3E-1EB5-BA9D-00CDF945C720}"/>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7976EC29-6749-8FDD-DB9C-67A6CC4BD3B8}"/>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F64220D9-2EFE-E9DE-972D-B1D53781098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4" name="TextBox 44">
                <a:extLst>
                  <a:ext uri="{FF2B5EF4-FFF2-40B4-BE49-F238E27FC236}">
                    <a16:creationId xmlns:a16="http://schemas.microsoft.com/office/drawing/2014/main" id="{CFB9D4B8-39D9-18BF-82EF-B093CAE07468}"/>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15E5EE52-DE1E-1CFD-EF06-0F0DBE1E2249}"/>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DC4B52BE-93F0-5382-872B-8365EDF94A6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7" name="TextBox 47">
                <a:extLst>
                  <a:ext uri="{FF2B5EF4-FFF2-40B4-BE49-F238E27FC236}">
                    <a16:creationId xmlns:a16="http://schemas.microsoft.com/office/drawing/2014/main" id="{2CF9BD45-5252-8E07-C676-2CCD72ED5E0E}"/>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8" name="Group 48">
              <a:extLst>
                <a:ext uri="{FF2B5EF4-FFF2-40B4-BE49-F238E27FC236}">
                  <a16:creationId xmlns:a16="http://schemas.microsoft.com/office/drawing/2014/main" id="{862ACB9C-4F29-FE61-F613-5633F1929EB9}"/>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05561786-529C-F670-1D1D-E88A10242AD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0" name="TextBox 50">
                <a:extLst>
                  <a:ext uri="{FF2B5EF4-FFF2-40B4-BE49-F238E27FC236}">
                    <a16:creationId xmlns:a16="http://schemas.microsoft.com/office/drawing/2014/main" id="{7DA08EF2-5D2C-FF58-3003-AB3A86CE0553}"/>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51" name="Freeform 51">
            <a:extLst>
              <a:ext uri="{FF2B5EF4-FFF2-40B4-BE49-F238E27FC236}">
                <a16:creationId xmlns:a16="http://schemas.microsoft.com/office/drawing/2014/main" id="{B1A141D5-D23F-C0B4-C0EA-DD945E233A4C}"/>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endParaRPr lang="en-VN"/>
          </a:p>
        </p:txBody>
      </p:sp>
      <p:grpSp>
        <p:nvGrpSpPr>
          <p:cNvPr id="52" name="Group 52">
            <a:extLst>
              <a:ext uri="{FF2B5EF4-FFF2-40B4-BE49-F238E27FC236}">
                <a16:creationId xmlns:a16="http://schemas.microsoft.com/office/drawing/2014/main" id="{52414A99-C602-23E4-866B-A67577422D2E}"/>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A6D11C6D-5D3F-4CDF-B0E8-AE0BC8EA41FE}"/>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85240EC4-A329-3726-6FEA-922C5299D9A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5" name="TextBox 55">
                <a:extLst>
                  <a:ext uri="{FF2B5EF4-FFF2-40B4-BE49-F238E27FC236}">
                    <a16:creationId xmlns:a16="http://schemas.microsoft.com/office/drawing/2014/main" id="{82C13F9C-6EB1-2420-FC59-939FA3CD36C6}"/>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6" name="Group 56">
              <a:extLst>
                <a:ext uri="{FF2B5EF4-FFF2-40B4-BE49-F238E27FC236}">
                  <a16:creationId xmlns:a16="http://schemas.microsoft.com/office/drawing/2014/main" id="{33EEEFDD-B6FF-0F59-8E5C-343D407F34DD}"/>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4484DD0C-6182-3A99-0100-AC99EBB892D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8" name="TextBox 58">
                <a:extLst>
                  <a:ext uri="{FF2B5EF4-FFF2-40B4-BE49-F238E27FC236}">
                    <a16:creationId xmlns:a16="http://schemas.microsoft.com/office/drawing/2014/main" id="{B8F3C1E1-8602-1F2D-0D8A-39C6DC3FD053}"/>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9" name="Group 59">
              <a:extLst>
                <a:ext uri="{FF2B5EF4-FFF2-40B4-BE49-F238E27FC236}">
                  <a16:creationId xmlns:a16="http://schemas.microsoft.com/office/drawing/2014/main" id="{802DCD86-1BBA-2EEE-2EC8-C3FBEBE95F7D}"/>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2D09A912-4ACC-6F27-F5E8-C9DB2927ED8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1" name="TextBox 61">
                <a:extLst>
                  <a:ext uri="{FF2B5EF4-FFF2-40B4-BE49-F238E27FC236}">
                    <a16:creationId xmlns:a16="http://schemas.microsoft.com/office/drawing/2014/main" id="{07202B27-D57A-6D7E-9156-F65A7D0AB725}"/>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2" name="Group 62">
              <a:extLst>
                <a:ext uri="{FF2B5EF4-FFF2-40B4-BE49-F238E27FC236}">
                  <a16:creationId xmlns:a16="http://schemas.microsoft.com/office/drawing/2014/main" id="{0BB757C4-F997-951C-B47D-6020ABB6E644}"/>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EF0EADEA-3E78-CAAD-86EB-EC9B5A7A7DC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4" name="TextBox 64">
                <a:extLst>
                  <a:ext uri="{FF2B5EF4-FFF2-40B4-BE49-F238E27FC236}">
                    <a16:creationId xmlns:a16="http://schemas.microsoft.com/office/drawing/2014/main" id="{17E231FD-03BC-5FED-7AF5-B2E7D603F5A8}"/>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5" name="Group 65">
              <a:extLst>
                <a:ext uri="{FF2B5EF4-FFF2-40B4-BE49-F238E27FC236}">
                  <a16:creationId xmlns:a16="http://schemas.microsoft.com/office/drawing/2014/main" id="{18006A6C-1D9B-2193-DCD6-5D35907D58C5}"/>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D2F8A8E2-3907-7EAF-7DAD-9939FA78B19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7" name="TextBox 67">
                <a:extLst>
                  <a:ext uri="{FF2B5EF4-FFF2-40B4-BE49-F238E27FC236}">
                    <a16:creationId xmlns:a16="http://schemas.microsoft.com/office/drawing/2014/main" id="{150291DF-41DF-A827-A493-8252D0121421}"/>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grpSp>
        <p:nvGrpSpPr>
          <p:cNvPr id="68" name="Group 68">
            <a:extLst>
              <a:ext uri="{FF2B5EF4-FFF2-40B4-BE49-F238E27FC236}">
                <a16:creationId xmlns:a16="http://schemas.microsoft.com/office/drawing/2014/main" id="{CB59FE6E-E60A-B950-05C1-9E319B2AA837}"/>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DFED3864-2BF5-09BC-49F6-18D41B21F704}"/>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AD4C0ED6-DD8C-5901-663E-B1F6F69182F0}"/>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1" name="TextBox 71">
                <a:extLst>
                  <a:ext uri="{FF2B5EF4-FFF2-40B4-BE49-F238E27FC236}">
                    <a16:creationId xmlns:a16="http://schemas.microsoft.com/office/drawing/2014/main" id="{D048F68A-58CA-74A8-0ED7-6DFCB068462A}"/>
                  </a:ext>
                </a:extLst>
              </p:cNvPr>
              <p:cNvSpPr txBox="1"/>
              <p:nvPr/>
            </p:nvSpPr>
            <p:spPr>
              <a:xfrm>
                <a:off x="0" y="-47625"/>
                <a:ext cx="458420" cy="126378"/>
              </a:xfrm>
              <a:prstGeom prst="rect">
                <a:avLst/>
              </a:prstGeom>
            </p:spPr>
            <p:txBody>
              <a:bodyPr lIns="49849" tIns="49849" rIns="49849" bIns="49849" rtlCol="0" anchor="ctr"/>
              <a:lstStyle/>
              <a:p>
                <a:pPr algn="ctr">
                  <a:lnSpc>
                    <a:spcPts val="2659"/>
                  </a:lnSpc>
                </a:pPr>
                <a:endParaRPr/>
              </a:p>
            </p:txBody>
          </p:sp>
        </p:grpSp>
        <p:grpSp>
          <p:nvGrpSpPr>
            <p:cNvPr id="72" name="Group 72">
              <a:extLst>
                <a:ext uri="{FF2B5EF4-FFF2-40B4-BE49-F238E27FC236}">
                  <a16:creationId xmlns:a16="http://schemas.microsoft.com/office/drawing/2014/main" id="{14626534-B167-84A3-107C-7D8CB48A47A9}"/>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3F67784C-386E-CFDA-27D1-01589F54F1C5}"/>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4" name="TextBox 74">
                <a:extLst>
                  <a:ext uri="{FF2B5EF4-FFF2-40B4-BE49-F238E27FC236}">
                    <a16:creationId xmlns:a16="http://schemas.microsoft.com/office/drawing/2014/main" id="{352FA1F8-51CA-869B-3BBE-C1FBBAFCC6F4}"/>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5" name="Group 75">
              <a:extLst>
                <a:ext uri="{FF2B5EF4-FFF2-40B4-BE49-F238E27FC236}">
                  <a16:creationId xmlns:a16="http://schemas.microsoft.com/office/drawing/2014/main" id="{C341C24F-3620-4278-18A0-A516E717115A}"/>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AA4D6B22-F2DE-9B1E-C76B-90B2FD987C46}"/>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7" name="TextBox 77">
                <a:extLst>
                  <a:ext uri="{FF2B5EF4-FFF2-40B4-BE49-F238E27FC236}">
                    <a16:creationId xmlns:a16="http://schemas.microsoft.com/office/drawing/2014/main" id="{FA4126BE-DC17-4C2B-81DF-40285D12C73F}"/>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8" name="Group 78">
              <a:extLst>
                <a:ext uri="{FF2B5EF4-FFF2-40B4-BE49-F238E27FC236}">
                  <a16:creationId xmlns:a16="http://schemas.microsoft.com/office/drawing/2014/main" id="{AC38BD25-C916-7480-05FE-E2A9142A7C7A}"/>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90702403-34F2-EB98-2853-E394D594E722}"/>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0" name="TextBox 80">
                <a:extLst>
                  <a:ext uri="{FF2B5EF4-FFF2-40B4-BE49-F238E27FC236}">
                    <a16:creationId xmlns:a16="http://schemas.microsoft.com/office/drawing/2014/main" id="{949D8C35-5773-3206-6D90-7580ED90AE44}"/>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81" name="Group 81">
              <a:extLst>
                <a:ext uri="{FF2B5EF4-FFF2-40B4-BE49-F238E27FC236}">
                  <a16:creationId xmlns:a16="http://schemas.microsoft.com/office/drawing/2014/main" id="{3CD2AF0C-53B8-221E-7C72-F1440B0C5687}"/>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9981A485-2EBF-2A0B-1AE8-08D90E7D6BA6}"/>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3" name="TextBox 83">
                <a:extLst>
                  <a:ext uri="{FF2B5EF4-FFF2-40B4-BE49-F238E27FC236}">
                    <a16:creationId xmlns:a16="http://schemas.microsoft.com/office/drawing/2014/main" id="{3551F5DD-0E03-FD2A-0817-FD477C0E0285}"/>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sp>
        <p:nvSpPr>
          <p:cNvPr id="84" name="Freeform 84">
            <a:extLst>
              <a:ext uri="{FF2B5EF4-FFF2-40B4-BE49-F238E27FC236}">
                <a16:creationId xmlns:a16="http://schemas.microsoft.com/office/drawing/2014/main" id="{2F7B338D-B183-691D-2750-A823BB1C3EAE}"/>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98" name="TextBox 97">
            <a:extLst>
              <a:ext uri="{FF2B5EF4-FFF2-40B4-BE49-F238E27FC236}">
                <a16:creationId xmlns:a16="http://schemas.microsoft.com/office/drawing/2014/main" id="{DB06BAFB-30F8-BB3F-6C01-CE1D5053A7C8}"/>
              </a:ext>
            </a:extLst>
          </p:cNvPr>
          <p:cNvSpPr txBox="1"/>
          <p:nvPr/>
        </p:nvSpPr>
        <p:spPr>
          <a:xfrm>
            <a:off x="1670655" y="1434092"/>
            <a:ext cx="15727454" cy="7209281"/>
          </a:xfrm>
          <a:prstGeom prst="rect">
            <a:avLst/>
          </a:prstGeom>
          <a:noFill/>
        </p:spPr>
        <p:txBody>
          <a:bodyPr wrap="square">
            <a:spAutoFit/>
          </a:bodyPr>
          <a:lstStyle/>
          <a:p>
            <a:pPr algn="just">
              <a:lnSpc>
                <a:spcPct val="150000"/>
              </a:lnSpc>
              <a:spcBef>
                <a:spcPts val="600"/>
              </a:spcBef>
              <a:spcAft>
                <a:spcPts val="600"/>
              </a:spcAft>
              <a:buNone/>
            </a:pPr>
            <a:r>
              <a:rPr lang="vi-VN" sz="5000" b="1">
                <a:latin typeface="American Typewriter" panose="02090604020004020304" pitchFamily="18" charset="77"/>
              </a:rPr>
              <a:t>✍️ Bài tập áp dụng: </a:t>
            </a:r>
            <a:r>
              <a:rPr lang="vi-VN" sz="5000" i="1">
                <a:latin typeface="American Typewriter" panose="02090604020004020304" pitchFamily="18" charset="77"/>
              </a:rPr>
              <a:t>Chuyển các câu sau sang tiếng Anh, chia đúng thì theo ngữ nghĩa.</a:t>
            </a:r>
            <a:endParaRPr lang="vi-VN" sz="5000">
              <a:latin typeface="American Typewriter" panose="02090604020004020304" pitchFamily="18" charset="77"/>
            </a:endParaRPr>
          </a:p>
          <a:p>
            <a:pPr algn="just">
              <a:lnSpc>
                <a:spcPct val="150000"/>
              </a:lnSpc>
              <a:spcBef>
                <a:spcPts val="600"/>
              </a:spcBef>
              <a:spcAft>
                <a:spcPts val="600"/>
              </a:spcAft>
            </a:pPr>
            <a:r>
              <a:rPr lang="vi-VN" sz="5000" b="1">
                <a:latin typeface="American Typewriter" panose="02090604020004020304" pitchFamily="18" charset="77"/>
              </a:rPr>
              <a:t>1. Tôi thường </a:t>
            </a:r>
            <a:r>
              <a:rPr lang="vi-VN" sz="5000" b="1">
                <a:solidFill>
                  <a:schemeClr val="accent4"/>
                </a:solidFill>
                <a:latin typeface="American Typewriter" panose="02090604020004020304" pitchFamily="18" charset="77"/>
              </a:rPr>
              <a:t>học bài</a:t>
            </a:r>
            <a:r>
              <a:rPr lang="vi-VN" sz="5000" b="1">
                <a:solidFill>
                  <a:srgbClr val="00B0F0"/>
                </a:solidFill>
                <a:latin typeface="American Typewriter" panose="02090604020004020304" pitchFamily="18" charset="77"/>
              </a:rPr>
              <a:t> </a:t>
            </a:r>
            <a:r>
              <a:rPr lang="vi-VN" sz="5000" b="1">
                <a:solidFill>
                  <a:schemeClr val="accent2"/>
                </a:solidFill>
                <a:latin typeface="American Typewriter" panose="02090604020004020304" pitchFamily="18" charset="77"/>
              </a:rPr>
              <a:t>vào buổi tối </a:t>
            </a:r>
            <a:r>
              <a:rPr lang="vi-VN" sz="5000" b="1">
                <a:latin typeface="American Typewriter" panose="02090604020004020304" pitchFamily="18" charset="77"/>
              </a:rPr>
              <a:t>để</a:t>
            </a:r>
            <a:r>
              <a:rPr lang="vi-VN" sz="5000" b="1">
                <a:solidFill>
                  <a:srgbClr val="00B0F0"/>
                </a:solidFill>
                <a:latin typeface="American Typewriter" panose="02090604020004020304" pitchFamily="18" charset="77"/>
              </a:rPr>
              <a:t> </a:t>
            </a:r>
            <a:r>
              <a:rPr lang="vi-VN" sz="5000" b="1">
                <a:solidFill>
                  <a:schemeClr val="accent3"/>
                </a:solidFill>
                <a:latin typeface="American Typewriter" panose="02090604020004020304" pitchFamily="18" charset="77"/>
              </a:rPr>
              <a:t>chuẩn bị cho bài kiểm tra</a:t>
            </a:r>
            <a:r>
              <a:rPr lang="vi-VN" sz="5000" b="1">
                <a:latin typeface="American Typewriter" panose="02090604020004020304" pitchFamily="18" charset="77"/>
              </a:rPr>
              <a:t>.</a:t>
            </a:r>
          </a:p>
          <a:p>
            <a:pPr algn="just">
              <a:lnSpc>
                <a:spcPct val="150000"/>
              </a:lnSpc>
              <a:spcBef>
                <a:spcPts val="600"/>
              </a:spcBef>
              <a:spcAft>
                <a:spcPts val="600"/>
              </a:spcAft>
            </a:pPr>
            <a:r>
              <a:rPr lang="vi-VN" sz="5000">
                <a:latin typeface="American Typewriter" panose="02090604020004020304" pitchFamily="18" charset="77"/>
              </a:rPr>
              <a:t>→ </a:t>
            </a:r>
            <a:r>
              <a:rPr lang="vi-VN" sz="5000" b="1">
                <a:latin typeface="American Typewriter" panose="02090604020004020304" pitchFamily="18" charset="77"/>
              </a:rPr>
              <a:t>I usually </a:t>
            </a:r>
            <a:r>
              <a:rPr lang="vi-VN" sz="5000" b="1">
                <a:solidFill>
                  <a:schemeClr val="accent4"/>
                </a:solidFill>
                <a:latin typeface="American Typewriter" panose="02090604020004020304" pitchFamily="18" charset="77"/>
              </a:rPr>
              <a:t>study</a:t>
            </a:r>
            <a:r>
              <a:rPr lang="vi-VN" sz="5000" b="1">
                <a:solidFill>
                  <a:schemeClr val="accent6"/>
                </a:solidFill>
                <a:latin typeface="American Typewriter" panose="02090604020004020304" pitchFamily="18" charset="77"/>
              </a:rPr>
              <a:t> </a:t>
            </a:r>
            <a:r>
              <a:rPr lang="vi-VN" sz="5000" b="1">
                <a:solidFill>
                  <a:schemeClr val="accent2"/>
                </a:solidFill>
                <a:latin typeface="American Typewriter" panose="02090604020004020304" pitchFamily="18" charset="77"/>
              </a:rPr>
              <a:t>in the evening </a:t>
            </a:r>
            <a:r>
              <a:rPr lang="vi-VN" sz="5000" b="1">
                <a:latin typeface="American Typewriter" panose="02090604020004020304" pitchFamily="18" charset="77"/>
              </a:rPr>
              <a:t>to</a:t>
            </a:r>
            <a:r>
              <a:rPr lang="vi-VN" sz="5000" b="1">
                <a:solidFill>
                  <a:schemeClr val="accent6"/>
                </a:solidFill>
                <a:latin typeface="American Typewriter" panose="02090604020004020304" pitchFamily="18" charset="77"/>
              </a:rPr>
              <a:t> </a:t>
            </a:r>
            <a:r>
              <a:rPr lang="vi-VN" sz="5000" b="1">
                <a:solidFill>
                  <a:schemeClr val="accent3"/>
                </a:solidFill>
                <a:latin typeface="American Typewriter" panose="02090604020004020304" pitchFamily="18" charset="77"/>
              </a:rPr>
              <a:t>prepare for my test</a:t>
            </a:r>
            <a:r>
              <a:rPr lang="vi-VN" sz="5000" b="1">
                <a:solidFill>
                  <a:schemeClr val="accent6"/>
                </a:solidFill>
                <a:latin typeface="American Typewriter" panose="02090604020004020304" pitchFamily="18" charset="77"/>
              </a:rPr>
              <a:t>.</a:t>
            </a:r>
            <a:endParaRPr lang="vi-VN" sz="5000">
              <a:solidFill>
                <a:schemeClr val="accent6"/>
              </a:solidFill>
              <a:latin typeface="American Typewriter" panose="02090604020004020304" pitchFamily="18" charset="77"/>
            </a:endParaRPr>
          </a:p>
        </p:txBody>
      </p:sp>
    </p:spTree>
    <p:extLst>
      <p:ext uri="{BB962C8B-B14F-4D97-AF65-F5344CB8AC3E}">
        <p14:creationId xmlns:p14="http://schemas.microsoft.com/office/powerpoint/2010/main" val="587000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EFC91-C9B7-F68B-29D0-20A3FC67F0B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63699E5-C4AB-4988-EABC-7A110FF7D55C}"/>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endParaRPr lang="en-VN"/>
          </a:p>
        </p:txBody>
      </p:sp>
      <p:sp>
        <p:nvSpPr>
          <p:cNvPr id="3" name="Freeform 3">
            <a:extLst>
              <a:ext uri="{FF2B5EF4-FFF2-40B4-BE49-F238E27FC236}">
                <a16:creationId xmlns:a16="http://schemas.microsoft.com/office/drawing/2014/main" id="{6B14F90F-5FE2-6B5B-060A-D71251037E9E}"/>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endParaRPr lang="en-VN"/>
          </a:p>
        </p:txBody>
      </p:sp>
      <p:sp>
        <p:nvSpPr>
          <p:cNvPr id="4" name="Freeform 4">
            <a:extLst>
              <a:ext uri="{FF2B5EF4-FFF2-40B4-BE49-F238E27FC236}">
                <a16:creationId xmlns:a16="http://schemas.microsoft.com/office/drawing/2014/main" id="{B7C8CEC6-5DD8-C160-94CD-C8B0CF221F61}"/>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endParaRPr lang="en-VN"/>
          </a:p>
        </p:txBody>
      </p:sp>
      <p:grpSp>
        <p:nvGrpSpPr>
          <p:cNvPr id="5" name="Group 5">
            <a:extLst>
              <a:ext uri="{FF2B5EF4-FFF2-40B4-BE49-F238E27FC236}">
                <a16:creationId xmlns:a16="http://schemas.microsoft.com/office/drawing/2014/main" id="{7A962741-71B2-FAD3-6DA1-3F3E949B8D7C}"/>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B8B52FA0-307F-1C36-90B0-9C8CE2BE20B9}"/>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endParaRPr lang="en-VN"/>
            </a:p>
          </p:txBody>
        </p:sp>
        <p:sp>
          <p:nvSpPr>
            <p:cNvPr id="7" name="TextBox 7">
              <a:extLst>
                <a:ext uri="{FF2B5EF4-FFF2-40B4-BE49-F238E27FC236}">
                  <a16:creationId xmlns:a16="http://schemas.microsoft.com/office/drawing/2014/main" id="{7E01E1C7-3467-7FDA-B066-27163EE3F062}"/>
                </a:ext>
              </a:extLst>
            </p:cNvPr>
            <p:cNvSpPr txBox="1"/>
            <p:nvPr/>
          </p:nvSpPr>
          <p:spPr>
            <a:xfrm>
              <a:off x="0" y="-47625"/>
              <a:ext cx="5454346" cy="2751565"/>
            </a:xfrm>
            <a:prstGeom prst="rect">
              <a:avLst/>
            </a:prstGeom>
          </p:spPr>
          <p:txBody>
            <a:bodyPr lIns="49849" tIns="49849" rIns="49849" bIns="49849" rtlCol="0" anchor="ctr"/>
            <a:lstStyle/>
            <a:p>
              <a:pPr algn="ctr">
                <a:lnSpc>
                  <a:spcPts val="2659"/>
                </a:lnSpc>
              </a:pPr>
              <a:endParaRPr/>
            </a:p>
          </p:txBody>
        </p:sp>
      </p:grpSp>
      <p:grpSp>
        <p:nvGrpSpPr>
          <p:cNvPr id="8" name="Group 8">
            <a:extLst>
              <a:ext uri="{FF2B5EF4-FFF2-40B4-BE49-F238E27FC236}">
                <a16:creationId xmlns:a16="http://schemas.microsoft.com/office/drawing/2014/main" id="{58A140DB-6052-340A-BCDF-05C5B354D311}"/>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EE3C7586-EABE-7B20-1B7B-4B4A1E8D01C9}"/>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endParaRPr lang="en-VN"/>
            </a:p>
          </p:txBody>
        </p:sp>
        <p:sp>
          <p:nvSpPr>
            <p:cNvPr id="10" name="TextBox 10">
              <a:extLst>
                <a:ext uri="{FF2B5EF4-FFF2-40B4-BE49-F238E27FC236}">
                  <a16:creationId xmlns:a16="http://schemas.microsoft.com/office/drawing/2014/main" id="{1EF4F9D9-1555-32EF-5447-EDC0DE8BA510}"/>
                </a:ext>
              </a:extLst>
            </p:cNvPr>
            <p:cNvSpPr txBox="1"/>
            <p:nvPr/>
          </p:nvSpPr>
          <p:spPr>
            <a:xfrm>
              <a:off x="0" y="-47625"/>
              <a:ext cx="5429786" cy="2704410"/>
            </a:xfrm>
            <a:prstGeom prst="rect">
              <a:avLst/>
            </a:prstGeom>
          </p:spPr>
          <p:txBody>
            <a:bodyPr lIns="49849" tIns="49849" rIns="49849" bIns="49849" rtlCol="0" anchor="ctr"/>
            <a:lstStyle/>
            <a:p>
              <a:pPr algn="ctr">
                <a:lnSpc>
                  <a:spcPts val="2659"/>
                </a:lnSpc>
              </a:pPr>
              <a:endParaRPr/>
            </a:p>
          </p:txBody>
        </p:sp>
      </p:grpSp>
      <p:grpSp>
        <p:nvGrpSpPr>
          <p:cNvPr id="11" name="Group 11">
            <a:extLst>
              <a:ext uri="{FF2B5EF4-FFF2-40B4-BE49-F238E27FC236}">
                <a16:creationId xmlns:a16="http://schemas.microsoft.com/office/drawing/2014/main" id="{F6499B22-5268-2E68-7F62-CBB8CC076B8A}"/>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8874D9ED-F63E-67D1-4366-2BE34848CFBA}"/>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endParaRPr lang="en-VN"/>
            </a:p>
          </p:txBody>
        </p:sp>
        <p:sp>
          <p:nvSpPr>
            <p:cNvPr id="13" name="TextBox 13">
              <a:extLst>
                <a:ext uri="{FF2B5EF4-FFF2-40B4-BE49-F238E27FC236}">
                  <a16:creationId xmlns:a16="http://schemas.microsoft.com/office/drawing/2014/main" id="{25F70B46-4D61-D453-5387-1CC7F0796FD2}"/>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4" name="Group 14">
            <a:extLst>
              <a:ext uri="{FF2B5EF4-FFF2-40B4-BE49-F238E27FC236}">
                <a16:creationId xmlns:a16="http://schemas.microsoft.com/office/drawing/2014/main" id="{ECC61917-21F6-4BA3-8FAB-D7C40D479327}"/>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E8893EE8-22A6-D6CB-1219-1529497B02CC}"/>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endParaRPr lang="en-VN"/>
            </a:p>
          </p:txBody>
        </p:sp>
        <p:sp>
          <p:nvSpPr>
            <p:cNvPr id="16" name="TextBox 16">
              <a:extLst>
                <a:ext uri="{FF2B5EF4-FFF2-40B4-BE49-F238E27FC236}">
                  <a16:creationId xmlns:a16="http://schemas.microsoft.com/office/drawing/2014/main" id="{793312D3-C079-1C95-7C40-7874B0105BE6}"/>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7" name="Group 17">
            <a:extLst>
              <a:ext uri="{FF2B5EF4-FFF2-40B4-BE49-F238E27FC236}">
                <a16:creationId xmlns:a16="http://schemas.microsoft.com/office/drawing/2014/main" id="{2ECB1AF0-2728-0BCA-B93B-C3AFE3055BBC}"/>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07A2FBF4-E769-5D60-E6F0-7A48EE5BD516}"/>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endParaRPr lang="en-VN"/>
            </a:p>
          </p:txBody>
        </p:sp>
        <p:sp>
          <p:nvSpPr>
            <p:cNvPr id="19" name="TextBox 19">
              <a:extLst>
                <a:ext uri="{FF2B5EF4-FFF2-40B4-BE49-F238E27FC236}">
                  <a16:creationId xmlns:a16="http://schemas.microsoft.com/office/drawing/2014/main" id="{C4BD8F61-7858-49B9-0D11-6D06F24381C8}"/>
                </a:ext>
              </a:extLst>
            </p:cNvPr>
            <p:cNvSpPr txBox="1"/>
            <p:nvPr/>
          </p:nvSpPr>
          <p:spPr>
            <a:xfrm>
              <a:off x="0" y="-47625"/>
              <a:ext cx="3961731" cy="2448417"/>
            </a:xfrm>
            <a:prstGeom prst="rect">
              <a:avLst/>
            </a:prstGeom>
          </p:spPr>
          <p:txBody>
            <a:bodyPr lIns="49849" tIns="49849" rIns="49849" bIns="49849" rtlCol="0" anchor="ctr"/>
            <a:lstStyle/>
            <a:p>
              <a:pPr algn="ctr">
                <a:lnSpc>
                  <a:spcPts val="2659"/>
                </a:lnSpc>
              </a:pPr>
              <a:endParaRPr/>
            </a:p>
          </p:txBody>
        </p:sp>
      </p:grpSp>
      <p:sp>
        <p:nvSpPr>
          <p:cNvPr id="34" name="Freeform 34">
            <a:extLst>
              <a:ext uri="{FF2B5EF4-FFF2-40B4-BE49-F238E27FC236}">
                <a16:creationId xmlns:a16="http://schemas.microsoft.com/office/drawing/2014/main" id="{49865AE2-AF78-7EBC-8907-5474B46B6DB6}"/>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endParaRPr lang="en-VN"/>
          </a:p>
        </p:txBody>
      </p:sp>
      <p:grpSp>
        <p:nvGrpSpPr>
          <p:cNvPr id="35" name="Group 35">
            <a:extLst>
              <a:ext uri="{FF2B5EF4-FFF2-40B4-BE49-F238E27FC236}">
                <a16:creationId xmlns:a16="http://schemas.microsoft.com/office/drawing/2014/main" id="{D4AFF810-EE56-C42D-92F9-0CE861E33108}"/>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3875C2C2-88A1-5643-BE69-3055A73BCC8B}"/>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1C2180E9-D99D-3401-C8EF-621FE9A0EC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38" name="TextBox 38">
                <a:extLst>
                  <a:ext uri="{FF2B5EF4-FFF2-40B4-BE49-F238E27FC236}">
                    <a16:creationId xmlns:a16="http://schemas.microsoft.com/office/drawing/2014/main" id="{02F807C5-E25D-D830-C38C-BD8A41D5B1E0}"/>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6B3BF182-4278-9510-CE49-3174C6AF9C76}"/>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DCB637F0-9F56-3284-79A8-BF2DC61F211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1" name="TextBox 41">
                <a:extLst>
                  <a:ext uri="{FF2B5EF4-FFF2-40B4-BE49-F238E27FC236}">
                    <a16:creationId xmlns:a16="http://schemas.microsoft.com/office/drawing/2014/main" id="{A321E3E3-7B7E-7749-0022-D9617D154E37}"/>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FE8D7207-A04F-3363-6E24-CC46C0A6275B}"/>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28B38C4B-00CC-F69F-3C21-F66FAE10BBF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4" name="TextBox 44">
                <a:extLst>
                  <a:ext uri="{FF2B5EF4-FFF2-40B4-BE49-F238E27FC236}">
                    <a16:creationId xmlns:a16="http://schemas.microsoft.com/office/drawing/2014/main" id="{B7B256D4-D883-108C-0271-6B20156D077F}"/>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B5BFED00-3AD2-46BD-9F44-C26C7B4615D0}"/>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7C8B5519-444B-3CE0-CBC2-33B1806D7E6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7" name="TextBox 47">
                <a:extLst>
                  <a:ext uri="{FF2B5EF4-FFF2-40B4-BE49-F238E27FC236}">
                    <a16:creationId xmlns:a16="http://schemas.microsoft.com/office/drawing/2014/main" id="{9E422393-D8AD-8BD1-2FB8-A14935E6D24B}"/>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8" name="Group 48">
              <a:extLst>
                <a:ext uri="{FF2B5EF4-FFF2-40B4-BE49-F238E27FC236}">
                  <a16:creationId xmlns:a16="http://schemas.microsoft.com/office/drawing/2014/main" id="{10149F49-ED11-DA75-0139-5F898D0064E5}"/>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32753B43-3518-5186-BEB5-ADBF47F318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0" name="TextBox 50">
                <a:extLst>
                  <a:ext uri="{FF2B5EF4-FFF2-40B4-BE49-F238E27FC236}">
                    <a16:creationId xmlns:a16="http://schemas.microsoft.com/office/drawing/2014/main" id="{FE7B9958-6002-7C0D-DF0B-5306B6A36DA6}"/>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51" name="Freeform 51">
            <a:extLst>
              <a:ext uri="{FF2B5EF4-FFF2-40B4-BE49-F238E27FC236}">
                <a16:creationId xmlns:a16="http://schemas.microsoft.com/office/drawing/2014/main" id="{37697120-B186-1A9A-6883-7937CB446AB7}"/>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endParaRPr lang="en-VN"/>
          </a:p>
        </p:txBody>
      </p:sp>
      <p:grpSp>
        <p:nvGrpSpPr>
          <p:cNvPr id="52" name="Group 52">
            <a:extLst>
              <a:ext uri="{FF2B5EF4-FFF2-40B4-BE49-F238E27FC236}">
                <a16:creationId xmlns:a16="http://schemas.microsoft.com/office/drawing/2014/main" id="{EBBB9CEC-A8B3-EB03-24B8-128A6A20FACE}"/>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5EDEE74F-3707-E2C3-B2A3-73D9BBA9DE31}"/>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63114B47-E274-5D72-662C-E8A2B618E54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5" name="TextBox 55">
                <a:extLst>
                  <a:ext uri="{FF2B5EF4-FFF2-40B4-BE49-F238E27FC236}">
                    <a16:creationId xmlns:a16="http://schemas.microsoft.com/office/drawing/2014/main" id="{7D9BF898-9DA1-E942-231F-9DB8DEEDFDF0}"/>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6" name="Group 56">
              <a:extLst>
                <a:ext uri="{FF2B5EF4-FFF2-40B4-BE49-F238E27FC236}">
                  <a16:creationId xmlns:a16="http://schemas.microsoft.com/office/drawing/2014/main" id="{ADEA3FF2-407E-BC1F-8E31-CD20A1C25AF6}"/>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D167F016-8A60-BC3C-D9BE-56DF164CF56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8" name="TextBox 58">
                <a:extLst>
                  <a:ext uri="{FF2B5EF4-FFF2-40B4-BE49-F238E27FC236}">
                    <a16:creationId xmlns:a16="http://schemas.microsoft.com/office/drawing/2014/main" id="{F844A574-09BA-8BC4-BFC2-CD1B61066D69}"/>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9" name="Group 59">
              <a:extLst>
                <a:ext uri="{FF2B5EF4-FFF2-40B4-BE49-F238E27FC236}">
                  <a16:creationId xmlns:a16="http://schemas.microsoft.com/office/drawing/2014/main" id="{2F0DB93D-5ACD-0970-1D59-038BB228DACD}"/>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1A2B71BD-69AB-0FA0-29FC-D19EF0621DE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1" name="TextBox 61">
                <a:extLst>
                  <a:ext uri="{FF2B5EF4-FFF2-40B4-BE49-F238E27FC236}">
                    <a16:creationId xmlns:a16="http://schemas.microsoft.com/office/drawing/2014/main" id="{D9CE6047-A4E8-DAD9-6D25-0AA5CC643DFC}"/>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2" name="Group 62">
              <a:extLst>
                <a:ext uri="{FF2B5EF4-FFF2-40B4-BE49-F238E27FC236}">
                  <a16:creationId xmlns:a16="http://schemas.microsoft.com/office/drawing/2014/main" id="{EA9FD1CB-0C5A-E9D3-AE92-0FF9C7B9AE2E}"/>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615F2051-60D7-DC5F-3A38-0B50F2561AD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4" name="TextBox 64">
                <a:extLst>
                  <a:ext uri="{FF2B5EF4-FFF2-40B4-BE49-F238E27FC236}">
                    <a16:creationId xmlns:a16="http://schemas.microsoft.com/office/drawing/2014/main" id="{2881269A-7C65-9D64-B5F4-27A76AE8001D}"/>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5" name="Group 65">
              <a:extLst>
                <a:ext uri="{FF2B5EF4-FFF2-40B4-BE49-F238E27FC236}">
                  <a16:creationId xmlns:a16="http://schemas.microsoft.com/office/drawing/2014/main" id="{CA5D72BD-FF43-24D1-3EB4-D1F316A782AD}"/>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9D3C9102-C071-EF0E-BB47-07A6C05634D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7" name="TextBox 67">
                <a:extLst>
                  <a:ext uri="{FF2B5EF4-FFF2-40B4-BE49-F238E27FC236}">
                    <a16:creationId xmlns:a16="http://schemas.microsoft.com/office/drawing/2014/main" id="{42FB962C-CAE0-7EE4-5ADA-A87DE7DD14BD}"/>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grpSp>
        <p:nvGrpSpPr>
          <p:cNvPr id="68" name="Group 68">
            <a:extLst>
              <a:ext uri="{FF2B5EF4-FFF2-40B4-BE49-F238E27FC236}">
                <a16:creationId xmlns:a16="http://schemas.microsoft.com/office/drawing/2014/main" id="{D2FF4CA0-5E79-7C33-838E-E69D96EE1490}"/>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EB9EB608-40FC-BF6F-29F2-E76715A1EFEA}"/>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B1C996B6-4386-3FDC-CED8-12C914C060B4}"/>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1" name="TextBox 71">
                <a:extLst>
                  <a:ext uri="{FF2B5EF4-FFF2-40B4-BE49-F238E27FC236}">
                    <a16:creationId xmlns:a16="http://schemas.microsoft.com/office/drawing/2014/main" id="{24BD4E52-A28C-5FA2-E292-7BC8B5E67F4D}"/>
                  </a:ext>
                </a:extLst>
              </p:cNvPr>
              <p:cNvSpPr txBox="1"/>
              <p:nvPr/>
            </p:nvSpPr>
            <p:spPr>
              <a:xfrm>
                <a:off x="0" y="-47625"/>
                <a:ext cx="458420" cy="126378"/>
              </a:xfrm>
              <a:prstGeom prst="rect">
                <a:avLst/>
              </a:prstGeom>
            </p:spPr>
            <p:txBody>
              <a:bodyPr lIns="49849" tIns="49849" rIns="49849" bIns="49849" rtlCol="0" anchor="ctr"/>
              <a:lstStyle/>
              <a:p>
                <a:pPr algn="ctr">
                  <a:lnSpc>
                    <a:spcPts val="2659"/>
                  </a:lnSpc>
                </a:pPr>
                <a:endParaRPr/>
              </a:p>
            </p:txBody>
          </p:sp>
        </p:grpSp>
        <p:grpSp>
          <p:nvGrpSpPr>
            <p:cNvPr id="72" name="Group 72">
              <a:extLst>
                <a:ext uri="{FF2B5EF4-FFF2-40B4-BE49-F238E27FC236}">
                  <a16:creationId xmlns:a16="http://schemas.microsoft.com/office/drawing/2014/main" id="{D2AF1E0B-B9F3-FD9E-99E9-E9AE15F5D794}"/>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DD2B626D-7016-A32D-BF83-F7202B44A212}"/>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4" name="TextBox 74">
                <a:extLst>
                  <a:ext uri="{FF2B5EF4-FFF2-40B4-BE49-F238E27FC236}">
                    <a16:creationId xmlns:a16="http://schemas.microsoft.com/office/drawing/2014/main" id="{1343E984-9705-71EA-9B66-62D6DC7A415F}"/>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5" name="Group 75">
              <a:extLst>
                <a:ext uri="{FF2B5EF4-FFF2-40B4-BE49-F238E27FC236}">
                  <a16:creationId xmlns:a16="http://schemas.microsoft.com/office/drawing/2014/main" id="{504C8864-15D9-F6A6-5CD5-59851D84DE1D}"/>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E5AB891A-5D0D-7240-321D-074195D7E85D}"/>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7" name="TextBox 77">
                <a:extLst>
                  <a:ext uri="{FF2B5EF4-FFF2-40B4-BE49-F238E27FC236}">
                    <a16:creationId xmlns:a16="http://schemas.microsoft.com/office/drawing/2014/main" id="{4755A912-0D71-F7D7-C241-24211AB7BF85}"/>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8" name="Group 78">
              <a:extLst>
                <a:ext uri="{FF2B5EF4-FFF2-40B4-BE49-F238E27FC236}">
                  <a16:creationId xmlns:a16="http://schemas.microsoft.com/office/drawing/2014/main" id="{48AA0547-6298-F9D4-F313-9600DB6C9CF8}"/>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D859E3C3-36B0-3A96-31B5-C0983665BD62}"/>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0" name="TextBox 80">
                <a:extLst>
                  <a:ext uri="{FF2B5EF4-FFF2-40B4-BE49-F238E27FC236}">
                    <a16:creationId xmlns:a16="http://schemas.microsoft.com/office/drawing/2014/main" id="{74359132-A9B0-43C9-443B-8E8848DCD948}"/>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81" name="Group 81">
              <a:extLst>
                <a:ext uri="{FF2B5EF4-FFF2-40B4-BE49-F238E27FC236}">
                  <a16:creationId xmlns:a16="http://schemas.microsoft.com/office/drawing/2014/main" id="{06974781-7EF2-8745-3A75-0E9F55A8CF0E}"/>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70D1C081-3AF9-6D90-F20C-8CBA38359E5C}"/>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3" name="TextBox 83">
                <a:extLst>
                  <a:ext uri="{FF2B5EF4-FFF2-40B4-BE49-F238E27FC236}">
                    <a16:creationId xmlns:a16="http://schemas.microsoft.com/office/drawing/2014/main" id="{8AEBC905-423A-1860-8E3D-F634857CDA28}"/>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sp>
        <p:nvSpPr>
          <p:cNvPr id="84" name="Freeform 84">
            <a:extLst>
              <a:ext uri="{FF2B5EF4-FFF2-40B4-BE49-F238E27FC236}">
                <a16:creationId xmlns:a16="http://schemas.microsoft.com/office/drawing/2014/main" id="{B97433B9-1460-32EE-C843-E599C4D35EA2}"/>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98" name="TextBox 97">
            <a:extLst>
              <a:ext uri="{FF2B5EF4-FFF2-40B4-BE49-F238E27FC236}">
                <a16:creationId xmlns:a16="http://schemas.microsoft.com/office/drawing/2014/main" id="{68DEA77F-95F7-28E4-5D1B-4E69B4B2B67C}"/>
              </a:ext>
            </a:extLst>
          </p:cNvPr>
          <p:cNvSpPr txBox="1"/>
          <p:nvPr/>
        </p:nvSpPr>
        <p:spPr>
          <a:xfrm>
            <a:off x="1670655" y="1434092"/>
            <a:ext cx="15727454" cy="7209281"/>
          </a:xfrm>
          <a:prstGeom prst="rect">
            <a:avLst/>
          </a:prstGeom>
          <a:noFill/>
        </p:spPr>
        <p:txBody>
          <a:bodyPr wrap="square">
            <a:spAutoFit/>
          </a:bodyPr>
          <a:lstStyle/>
          <a:p>
            <a:pPr algn="just">
              <a:lnSpc>
                <a:spcPct val="150000"/>
              </a:lnSpc>
              <a:spcBef>
                <a:spcPts val="600"/>
              </a:spcBef>
              <a:spcAft>
                <a:spcPts val="600"/>
              </a:spcAft>
              <a:buNone/>
            </a:pPr>
            <a:r>
              <a:rPr lang="vi-VN" sz="5000" b="1">
                <a:latin typeface="American Typewriter" panose="02090604020004020304" pitchFamily="18" charset="77"/>
              </a:rPr>
              <a:t>✍️ Bài tập áp dụng: </a:t>
            </a:r>
            <a:r>
              <a:rPr lang="vi-VN" sz="5000" i="1">
                <a:latin typeface="American Typewriter" panose="02090604020004020304" pitchFamily="18" charset="77"/>
              </a:rPr>
              <a:t>Chuyển các câu sau sang tiếng Anh, chia đúng thì theo ngữ nghĩa.</a:t>
            </a:r>
            <a:endParaRPr lang="vi-VN" sz="5000">
              <a:latin typeface="American Typewriter" panose="02090604020004020304" pitchFamily="18" charset="77"/>
            </a:endParaRPr>
          </a:p>
          <a:p>
            <a:pPr algn="just">
              <a:lnSpc>
                <a:spcPct val="150000"/>
              </a:lnSpc>
              <a:spcBef>
                <a:spcPts val="600"/>
              </a:spcBef>
              <a:spcAft>
                <a:spcPts val="600"/>
              </a:spcAft>
            </a:pPr>
            <a:r>
              <a:rPr lang="vi-VN" sz="5000" b="1">
                <a:latin typeface="American Typewriter" panose="02090604020004020304" pitchFamily="18" charset="77"/>
              </a:rPr>
              <a:t>2. Gia đình tôi </a:t>
            </a:r>
            <a:r>
              <a:rPr lang="vi-VN" sz="5000" b="1">
                <a:solidFill>
                  <a:schemeClr val="accent4"/>
                </a:solidFill>
                <a:latin typeface="American Typewriter" panose="02090604020004020304" pitchFamily="18" charset="77"/>
              </a:rPr>
              <a:t>đã sống</a:t>
            </a:r>
            <a:r>
              <a:rPr lang="vi-VN" sz="5000" b="1">
                <a:latin typeface="American Typewriter" panose="02090604020004020304" pitchFamily="18" charset="77"/>
              </a:rPr>
              <a:t> </a:t>
            </a:r>
            <a:r>
              <a:rPr lang="vi-VN" sz="5000" b="1">
                <a:solidFill>
                  <a:schemeClr val="accent2"/>
                </a:solidFill>
                <a:latin typeface="American Typewriter" panose="02090604020004020304" pitchFamily="18" charset="77"/>
              </a:rPr>
              <a:t>ở thành phố này </a:t>
            </a:r>
            <a:r>
              <a:rPr lang="vi-VN" sz="5000" b="1">
                <a:solidFill>
                  <a:schemeClr val="accent3"/>
                </a:solidFill>
                <a:latin typeface="American Typewriter" panose="02090604020004020304" pitchFamily="18" charset="77"/>
              </a:rPr>
              <a:t>được hơn 10 năm</a:t>
            </a:r>
            <a:r>
              <a:rPr lang="vi-VN" sz="5000" b="1">
                <a:latin typeface="American Typewriter" panose="02090604020004020304" pitchFamily="18" charset="77"/>
              </a:rPr>
              <a:t>.</a:t>
            </a:r>
          </a:p>
          <a:p>
            <a:pPr algn="just">
              <a:lnSpc>
                <a:spcPct val="150000"/>
              </a:lnSpc>
              <a:spcBef>
                <a:spcPts val="600"/>
              </a:spcBef>
              <a:spcAft>
                <a:spcPts val="600"/>
              </a:spcAft>
            </a:pPr>
            <a:r>
              <a:rPr lang="vi-VN" sz="5000" b="1">
                <a:latin typeface="American Typewriter" panose="02090604020004020304" pitchFamily="18" charset="77"/>
              </a:rPr>
              <a:t>→ My family </a:t>
            </a:r>
            <a:r>
              <a:rPr lang="vi-VN" sz="5000" b="1">
                <a:solidFill>
                  <a:schemeClr val="accent4"/>
                </a:solidFill>
                <a:latin typeface="American Typewriter" panose="02090604020004020304" pitchFamily="18" charset="77"/>
              </a:rPr>
              <a:t>has lived </a:t>
            </a:r>
            <a:r>
              <a:rPr lang="vi-VN" sz="5000" b="1">
                <a:solidFill>
                  <a:schemeClr val="accent2"/>
                </a:solidFill>
                <a:latin typeface="American Typewriter" panose="02090604020004020304" pitchFamily="18" charset="77"/>
              </a:rPr>
              <a:t>in this city </a:t>
            </a:r>
            <a:r>
              <a:rPr lang="vi-VN" sz="5000" b="1">
                <a:solidFill>
                  <a:schemeClr val="accent3"/>
                </a:solidFill>
                <a:latin typeface="American Typewriter" panose="02090604020004020304" pitchFamily="18" charset="77"/>
              </a:rPr>
              <a:t>for more than 10 years</a:t>
            </a:r>
            <a:r>
              <a:rPr lang="vi-VN" sz="5000" b="1">
                <a:latin typeface="American Typewriter" panose="02090604020004020304" pitchFamily="18" charset="77"/>
              </a:rPr>
              <a:t>.</a:t>
            </a:r>
            <a:endParaRPr lang="vi-VN" sz="5000">
              <a:solidFill>
                <a:schemeClr val="accent6"/>
              </a:solidFill>
              <a:latin typeface="American Typewriter" panose="02090604020004020304" pitchFamily="18" charset="77"/>
            </a:endParaRPr>
          </a:p>
        </p:txBody>
      </p:sp>
    </p:spTree>
    <p:extLst>
      <p:ext uri="{BB962C8B-B14F-4D97-AF65-F5344CB8AC3E}">
        <p14:creationId xmlns:p14="http://schemas.microsoft.com/office/powerpoint/2010/main" val="3965245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1BFFF-2BC2-2899-5513-2D1E7FD30EA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240F9B2-D2B4-359A-0125-F3DA3A66D665}"/>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endParaRPr lang="en-VN"/>
          </a:p>
        </p:txBody>
      </p:sp>
      <p:sp>
        <p:nvSpPr>
          <p:cNvPr id="3" name="Freeform 3">
            <a:extLst>
              <a:ext uri="{FF2B5EF4-FFF2-40B4-BE49-F238E27FC236}">
                <a16:creationId xmlns:a16="http://schemas.microsoft.com/office/drawing/2014/main" id="{A749F946-F3E8-57DE-B075-4AB9A6E7A31C}"/>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endParaRPr lang="en-VN"/>
          </a:p>
        </p:txBody>
      </p:sp>
      <p:sp>
        <p:nvSpPr>
          <p:cNvPr id="4" name="Freeform 4">
            <a:extLst>
              <a:ext uri="{FF2B5EF4-FFF2-40B4-BE49-F238E27FC236}">
                <a16:creationId xmlns:a16="http://schemas.microsoft.com/office/drawing/2014/main" id="{3A17A951-7B68-91E3-8B03-B9A995CC777B}"/>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endParaRPr lang="en-VN"/>
          </a:p>
        </p:txBody>
      </p:sp>
      <p:grpSp>
        <p:nvGrpSpPr>
          <p:cNvPr id="5" name="Group 5">
            <a:extLst>
              <a:ext uri="{FF2B5EF4-FFF2-40B4-BE49-F238E27FC236}">
                <a16:creationId xmlns:a16="http://schemas.microsoft.com/office/drawing/2014/main" id="{C76EE1D3-C14D-657B-5DBE-FFB78016E3BB}"/>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33C66DFD-3CF2-FA82-302A-9C59153F6F39}"/>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endParaRPr lang="en-VN"/>
            </a:p>
          </p:txBody>
        </p:sp>
        <p:sp>
          <p:nvSpPr>
            <p:cNvPr id="7" name="TextBox 7">
              <a:extLst>
                <a:ext uri="{FF2B5EF4-FFF2-40B4-BE49-F238E27FC236}">
                  <a16:creationId xmlns:a16="http://schemas.microsoft.com/office/drawing/2014/main" id="{E27D9A32-2F43-FDF8-78CB-B1C05E6112D7}"/>
                </a:ext>
              </a:extLst>
            </p:cNvPr>
            <p:cNvSpPr txBox="1"/>
            <p:nvPr/>
          </p:nvSpPr>
          <p:spPr>
            <a:xfrm>
              <a:off x="0" y="-47625"/>
              <a:ext cx="5454346" cy="2751565"/>
            </a:xfrm>
            <a:prstGeom prst="rect">
              <a:avLst/>
            </a:prstGeom>
          </p:spPr>
          <p:txBody>
            <a:bodyPr lIns="49849" tIns="49849" rIns="49849" bIns="49849" rtlCol="0" anchor="ctr"/>
            <a:lstStyle/>
            <a:p>
              <a:pPr algn="ctr">
                <a:lnSpc>
                  <a:spcPts val="2659"/>
                </a:lnSpc>
              </a:pPr>
              <a:endParaRPr/>
            </a:p>
          </p:txBody>
        </p:sp>
      </p:grpSp>
      <p:grpSp>
        <p:nvGrpSpPr>
          <p:cNvPr id="8" name="Group 8">
            <a:extLst>
              <a:ext uri="{FF2B5EF4-FFF2-40B4-BE49-F238E27FC236}">
                <a16:creationId xmlns:a16="http://schemas.microsoft.com/office/drawing/2014/main" id="{C04E5213-02CF-FF2E-110D-6081821BDACF}"/>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221ED369-D98D-98BA-A5AD-A632A5FBAF1A}"/>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endParaRPr lang="en-VN"/>
            </a:p>
          </p:txBody>
        </p:sp>
        <p:sp>
          <p:nvSpPr>
            <p:cNvPr id="10" name="TextBox 10">
              <a:extLst>
                <a:ext uri="{FF2B5EF4-FFF2-40B4-BE49-F238E27FC236}">
                  <a16:creationId xmlns:a16="http://schemas.microsoft.com/office/drawing/2014/main" id="{B7A5FD4E-C1BF-585B-DB61-DE5168629653}"/>
                </a:ext>
              </a:extLst>
            </p:cNvPr>
            <p:cNvSpPr txBox="1"/>
            <p:nvPr/>
          </p:nvSpPr>
          <p:spPr>
            <a:xfrm>
              <a:off x="0" y="-47625"/>
              <a:ext cx="5429786" cy="2704410"/>
            </a:xfrm>
            <a:prstGeom prst="rect">
              <a:avLst/>
            </a:prstGeom>
          </p:spPr>
          <p:txBody>
            <a:bodyPr lIns="49849" tIns="49849" rIns="49849" bIns="49849" rtlCol="0" anchor="ctr"/>
            <a:lstStyle/>
            <a:p>
              <a:pPr algn="ctr">
                <a:lnSpc>
                  <a:spcPts val="2659"/>
                </a:lnSpc>
              </a:pPr>
              <a:endParaRPr/>
            </a:p>
          </p:txBody>
        </p:sp>
      </p:grpSp>
      <p:grpSp>
        <p:nvGrpSpPr>
          <p:cNvPr id="11" name="Group 11">
            <a:extLst>
              <a:ext uri="{FF2B5EF4-FFF2-40B4-BE49-F238E27FC236}">
                <a16:creationId xmlns:a16="http://schemas.microsoft.com/office/drawing/2014/main" id="{784ED8C7-4044-2FE5-1BAD-E4688858DFEE}"/>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DC018445-83B7-18F9-45BD-FFB97F60CED5}"/>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endParaRPr lang="en-VN"/>
            </a:p>
          </p:txBody>
        </p:sp>
        <p:sp>
          <p:nvSpPr>
            <p:cNvPr id="13" name="TextBox 13">
              <a:extLst>
                <a:ext uri="{FF2B5EF4-FFF2-40B4-BE49-F238E27FC236}">
                  <a16:creationId xmlns:a16="http://schemas.microsoft.com/office/drawing/2014/main" id="{AD236C99-15F7-460E-2480-5D2F66CA7B90}"/>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4" name="Group 14">
            <a:extLst>
              <a:ext uri="{FF2B5EF4-FFF2-40B4-BE49-F238E27FC236}">
                <a16:creationId xmlns:a16="http://schemas.microsoft.com/office/drawing/2014/main" id="{6272AAA4-0BAC-FC30-A5A9-5E5CE5BA0C25}"/>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A116FAD5-BD38-9780-9BD1-26E14E1A30EF}"/>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endParaRPr lang="en-VN"/>
            </a:p>
          </p:txBody>
        </p:sp>
        <p:sp>
          <p:nvSpPr>
            <p:cNvPr id="16" name="TextBox 16">
              <a:extLst>
                <a:ext uri="{FF2B5EF4-FFF2-40B4-BE49-F238E27FC236}">
                  <a16:creationId xmlns:a16="http://schemas.microsoft.com/office/drawing/2014/main" id="{22A26C2B-EE93-39B4-BF8E-D79D9C1AEBF3}"/>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7" name="Group 17">
            <a:extLst>
              <a:ext uri="{FF2B5EF4-FFF2-40B4-BE49-F238E27FC236}">
                <a16:creationId xmlns:a16="http://schemas.microsoft.com/office/drawing/2014/main" id="{05F02E24-441A-03B4-2094-950855B4D9F3}"/>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37B6D55A-7BF0-7F5B-6D05-81119BA3E706}"/>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endParaRPr lang="en-VN"/>
            </a:p>
          </p:txBody>
        </p:sp>
        <p:sp>
          <p:nvSpPr>
            <p:cNvPr id="19" name="TextBox 19">
              <a:extLst>
                <a:ext uri="{FF2B5EF4-FFF2-40B4-BE49-F238E27FC236}">
                  <a16:creationId xmlns:a16="http://schemas.microsoft.com/office/drawing/2014/main" id="{D80C2AE1-2CB5-8075-55B5-0A9C76D3F0C8}"/>
                </a:ext>
              </a:extLst>
            </p:cNvPr>
            <p:cNvSpPr txBox="1"/>
            <p:nvPr/>
          </p:nvSpPr>
          <p:spPr>
            <a:xfrm>
              <a:off x="0" y="-47625"/>
              <a:ext cx="3961731" cy="2448417"/>
            </a:xfrm>
            <a:prstGeom prst="rect">
              <a:avLst/>
            </a:prstGeom>
          </p:spPr>
          <p:txBody>
            <a:bodyPr lIns="49849" tIns="49849" rIns="49849" bIns="49849" rtlCol="0" anchor="ctr"/>
            <a:lstStyle/>
            <a:p>
              <a:pPr algn="ctr">
                <a:lnSpc>
                  <a:spcPts val="2659"/>
                </a:lnSpc>
              </a:pPr>
              <a:endParaRPr/>
            </a:p>
          </p:txBody>
        </p:sp>
      </p:grpSp>
      <p:sp>
        <p:nvSpPr>
          <p:cNvPr id="34" name="Freeform 34">
            <a:extLst>
              <a:ext uri="{FF2B5EF4-FFF2-40B4-BE49-F238E27FC236}">
                <a16:creationId xmlns:a16="http://schemas.microsoft.com/office/drawing/2014/main" id="{A34154C5-0E89-6777-1295-80C1BB0F1F5B}"/>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endParaRPr lang="en-VN"/>
          </a:p>
        </p:txBody>
      </p:sp>
      <p:grpSp>
        <p:nvGrpSpPr>
          <p:cNvPr id="35" name="Group 35">
            <a:extLst>
              <a:ext uri="{FF2B5EF4-FFF2-40B4-BE49-F238E27FC236}">
                <a16:creationId xmlns:a16="http://schemas.microsoft.com/office/drawing/2014/main" id="{408D4DCC-C675-B0B1-603A-E07B7FD6E41C}"/>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508E7F53-DD79-8163-9A53-0346284B2726}"/>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282C0F37-F542-BFAF-C79A-BD6B7E749C6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38" name="TextBox 38">
                <a:extLst>
                  <a:ext uri="{FF2B5EF4-FFF2-40B4-BE49-F238E27FC236}">
                    <a16:creationId xmlns:a16="http://schemas.microsoft.com/office/drawing/2014/main" id="{69C902E6-46C3-3A01-29B1-ED76AD5E9785}"/>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2B64CC66-8C7E-2650-B718-C8321B39EC2C}"/>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BBCC69A9-8554-11F7-DA81-EBB433D5CE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1" name="TextBox 41">
                <a:extLst>
                  <a:ext uri="{FF2B5EF4-FFF2-40B4-BE49-F238E27FC236}">
                    <a16:creationId xmlns:a16="http://schemas.microsoft.com/office/drawing/2014/main" id="{554852D6-E7B4-A17E-8EB4-31B5FA8C3442}"/>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2468231A-EB1E-ED6E-CFFA-79D46C806528}"/>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7C82A07D-7BD1-5DA6-E8EC-6C6A4A0D0C3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4" name="TextBox 44">
                <a:extLst>
                  <a:ext uri="{FF2B5EF4-FFF2-40B4-BE49-F238E27FC236}">
                    <a16:creationId xmlns:a16="http://schemas.microsoft.com/office/drawing/2014/main" id="{09C6FB6F-2677-A7BE-CAA1-E428052B20F7}"/>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DD9DF5C8-708E-6E15-D795-C0C7F8E145AE}"/>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FE4911F9-A353-8668-C5A1-4D7F95DAFC6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7" name="TextBox 47">
                <a:extLst>
                  <a:ext uri="{FF2B5EF4-FFF2-40B4-BE49-F238E27FC236}">
                    <a16:creationId xmlns:a16="http://schemas.microsoft.com/office/drawing/2014/main" id="{D9829544-D1F3-352C-AC28-E833CA7AFC07}"/>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8" name="Group 48">
              <a:extLst>
                <a:ext uri="{FF2B5EF4-FFF2-40B4-BE49-F238E27FC236}">
                  <a16:creationId xmlns:a16="http://schemas.microsoft.com/office/drawing/2014/main" id="{D66F0BE0-2D98-11A4-C166-140214FE51CE}"/>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3B30CC23-03AC-A5EB-2A96-83F1EBA35AC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0" name="TextBox 50">
                <a:extLst>
                  <a:ext uri="{FF2B5EF4-FFF2-40B4-BE49-F238E27FC236}">
                    <a16:creationId xmlns:a16="http://schemas.microsoft.com/office/drawing/2014/main" id="{F56045E3-F40D-197B-2FCD-CC2DF5FD1678}"/>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51" name="Freeform 51">
            <a:extLst>
              <a:ext uri="{FF2B5EF4-FFF2-40B4-BE49-F238E27FC236}">
                <a16:creationId xmlns:a16="http://schemas.microsoft.com/office/drawing/2014/main" id="{B64637C3-AD0F-E08E-8717-E18CB19D240D}"/>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endParaRPr lang="en-VN"/>
          </a:p>
        </p:txBody>
      </p:sp>
      <p:grpSp>
        <p:nvGrpSpPr>
          <p:cNvPr id="52" name="Group 52">
            <a:extLst>
              <a:ext uri="{FF2B5EF4-FFF2-40B4-BE49-F238E27FC236}">
                <a16:creationId xmlns:a16="http://schemas.microsoft.com/office/drawing/2014/main" id="{A86C3CA0-9441-34DD-5343-632BF9ED5445}"/>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16B8C1A9-2162-A0D1-D151-B9513F21E39D}"/>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679B6D5C-699E-47BF-78DC-1109A776E51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5" name="TextBox 55">
                <a:extLst>
                  <a:ext uri="{FF2B5EF4-FFF2-40B4-BE49-F238E27FC236}">
                    <a16:creationId xmlns:a16="http://schemas.microsoft.com/office/drawing/2014/main" id="{001F6B2B-A510-A2C5-0E9A-1FE140998DAE}"/>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6" name="Group 56">
              <a:extLst>
                <a:ext uri="{FF2B5EF4-FFF2-40B4-BE49-F238E27FC236}">
                  <a16:creationId xmlns:a16="http://schemas.microsoft.com/office/drawing/2014/main" id="{4D694270-B2E9-D21A-B720-CB40CB89BB89}"/>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062466FA-5DAA-F0D0-D771-9174A9FABBE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8" name="TextBox 58">
                <a:extLst>
                  <a:ext uri="{FF2B5EF4-FFF2-40B4-BE49-F238E27FC236}">
                    <a16:creationId xmlns:a16="http://schemas.microsoft.com/office/drawing/2014/main" id="{7EAFBF27-8A92-72EB-90EE-03CE1AB549F7}"/>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9" name="Group 59">
              <a:extLst>
                <a:ext uri="{FF2B5EF4-FFF2-40B4-BE49-F238E27FC236}">
                  <a16:creationId xmlns:a16="http://schemas.microsoft.com/office/drawing/2014/main" id="{F3AD9BD4-1F73-3DF7-6F15-B8CCA4740273}"/>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070DD073-6360-79F5-E544-1ED6B8C83D7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1" name="TextBox 61">
                <a:extLst>
                  <a:ext uri="{FF2B5EF4-FFF2-40B4-BE49-F238E27FC236}">
                    <a16:creationId xmlns:a16="http://schemas.microsoft.com/office/drawing/2014/main" id="{815991FE-7DDD-BCCE-31F1-603BA5037BBA}"/>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2" name="Group 62">
              <a:extLst>
                <a:ext uri="{FF2B5EF4-FFF2-40B4-BE49-F238E27FC236}">
                  <a16:creationId xmlns:a16="http://schemas.microsoft.com/office/drawing/2014/main" id="{D37D1798-68F8-CBFE-8C85-D508D07B621B}"/>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E51231DF-F304-0085-1B1E-3FE870660C5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4" name="TextBox 64">
                <a:extLst>
                  <a:ext uri="{FF2B5EF4-FFF2-40B4-BE49-F238E27FC236}">
                    <a16:creationId xmlns:a16="http://schemas.microsoft.com/office/drawing/2014/main" id="{3141970D-1F9B-DB29-A82C-1932985DA0A7}"/>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5" name="Group 65">
              <a:extLst>
                <a:ext uri="{FF2B5EF4-FFF2-40B4-BE49-F238E27FC236}">
                  <a16:creationId xmlns:a16="http://schemas.microsoft.com/office/drawing/2014/main" id="{84F1D57C-64FC-64F0-C3CE-03AAF874BED2}"/>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193F0FDD-DDF7-2ADF-BE71-8362E50F87E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7" name="TextBox 67">
                <a:extLst>
                  <a:ext uri="{FF2B5EF4-FFF2-40B4-BE49-F238E27FC236}">
                    <a16:creationId xmlns:a16="http://schemas.microsoft.com/office/drawing/2014/main" id="{FD334139-7A53-8F9B-AB16-6971A3F62E60}"/>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grpSp>
        <p:nvGrpSpPr>
          <p:cNvPr id="68" name="Group 68">
            <a:extLst>
              <a:ext uri="{FF2B5EF4-FFF2-40B4-BE49-F238E27FC236}">
                <a16:creationId xmlns:a16="http://schemas.microsoft.com/office/drawing/2014/main" id="{6FE2D97E-0F16-1B29-368C-C81ADC298616}"/>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C5BD36FD-3D2E-DC70-9C1A-0048A9FD150A}"/>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D03BBDD6-5128-7FEB-2DAE-8A933691C8E4}"/>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1" name="TextBox 71">
                <a:extLst>
                  <a:ext uri="{FF2B5EF4-FFF2-40B4-BE49-F238E27FC236}">
                    <a16:creationId xmlns:a16="http://schemas.microsoft.com/office/drawing/2014/main" id="{E016A664-6B49-63BE-A16B-7C0818C907B1}"/>
                  </a:ext>
                </a:extLst>
              </p:cNvPr>
              <p:cNvSpPr txBox="1"/>
              <p:nvPr/>
            </p:nvSpPr>
            <p:spPr>
              <a:xfrm>
                <a:off x="0" y="-47625"/>
                <a:ext cx="458420" cy="126378"/>
              </a:xfrm>
              <a:prstGeom prst="rect">
                <a:avLst/>
              </a:prstGeom>
            </p:spPr>
            <p:txBody>
              <a:bodyPr lIns="49849" tIns="49849" rIns="49849" bIns="49849" rtlCol="0" anchor="ctr"/>
              <a:lstStyle/>
              <a:p>
                <a:pPr algn="ctr">
                  <a:lnSpc>
                    <a:spcPts val="2659"/>
                  </a:lnSpc>
                </a:pPr>
                <a:endParaRPr/>
              </a:p>
            </p:txBody>
          </p:sp>
        </p:grpSp>
        <p:grpSp>
          <p:nvGrpSpPr>
            <p:cNvPr id="72" name="Group 72">
              <a:extLst>
                <a:ext uri="{FF2B5EF4-FFF2-40B4-BE49-F238E27FC236}">
                  <a16:creationId xmlns:a16="http://schemas.microsoft.com/office/drawing/2014/main" id="{1633122F-1B4C-C607-8F13-DB2411DE2EE5}"/>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5A62A57D-8441-67AC-B5E0-0116B3F69D6D}"/>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4" name="TextBox 74">
                <a:extLst>
                  <a:ext uri="{FF2B5EF4-FFF2-40B4-BE49-F238E27FC236}">
                    <a16:creationId xmlns:a16="http://schemas.microsoft.com/office/drawing/2014/main" id="{F2A46974-3215-7658-9F1F-730C4937243C}"/>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5" name="Group 75">
              <a:extLst>
                <a:ext uri="{FF2B5EF4-FFF2-40B4-BE49-F238E27FC236}">
                  <a16:creationId xmlns:a16="http://schemas.microsoft.com/office/drawing/2014/main" id="{B4BE2823-C317-48A9-56AE-2FBAC3DA0200}"/>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FC435893-35EC-6D4B-9E42-C7EC2931951A}"/>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7" name="TextBox 77">
                <a:extLst>
                  <a:ext uri="{FF2B5EF4-FFF2-40B4-BE49-F238E27FC236}">
                    <a16:creationId xmlns:a16="http://schemas.microsoft.com/office/drawing/2014/main" id="{91582FAA-F3B1-3B62-BF16-0363818EFDD3}"/>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8" name="Group 78">
              <a:extLst>
                <a:ext uri="{FF2B5EF4-FFF2-40B4-BE49-F238E27FC236}">
                  <a16:creationId xmlns:a16="http://schemas.microsoft.com/office/drawing/2014/main" id="{D31ECA4C-8782-1C1F-9F7A-2C786D3AD6FC}"/>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F2B09A2B-52A4-6C81-1F34-9D08272EF971}"/>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0" name="TextBox 80">
                <a:extLst>
                  <a:ext uri="{FF2B5EF4-FFF2-40B4-BE49-F238E27FC236}">
                    <a16:creationId xmlns:a16="http://schemas.microsoft.com/office/drawing/2014/main" id="{758FCA0E-9FDA-E4D8-A867-458C935EC0EF}"/>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81" name="Group 81">
              <a:extLst>
                <a:ext uri="{FF2B5EF4-FFF2-40B4-BE49-F238E27FC236}">
                  <a16:creationId xmlns:a16="http://schemas.microsoft.com/office/drawing/2014/main" id="{4B1860FA-C253-A02C-2910-304BC70AC236}"/>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67D5376F-BB13-8EAE-3FB0-D3A527F6686B}"/>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3" name="TextBox 83">
                <a:extLst>
                  <a:ext uri="{FF2B5EF4-FFF2-40B4-BE49-F238E27FC236}">
                    <a16:creationId xmlns:a16="http://schemas.microsoft.com/office/drawing/2014/main" id="{F333D6FE-BE87-1B26-8D91-ED7CF2F36665}"/>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sp>
        <p:nvSpPr>
          <p:cNvPr id="84" name="Freeform 84">
            <a:extLst>
              <a:ext uri="{FF2B5EF4-FFF2-40B4-BE49-F238E27FC236}">
                <a16:creationId xmlns:a16="http://schemas.microsoft.com/office/drawing/2014/main" id="{BFC88AAD-1712-E4D0-5020-D0A3ACFA83F8}"/>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98" name="TextBox 97">
            <a:extLst>
              <a:ext uri="{FF2B5EF4-FFF2-40B4-BE49-F238E27FC236}">
                <a16:creationId xmlns:a16="http://schemas.microsoft.com/office/drawing/2014/main" id="{75BB2FB3-C77F-AA4D-3C8E-BE1D4F22919C}"/>
              </a:ext>
            </a:extLst>
          </p:cNvPr>
          <p:cNvSpPr txBox="1"/>
          <p:nvPr/>
        </p:nvSpPr>
        <p:spPr>
          <a:xfrm>
            <a:off x="1670655" y="1434092"/>
            <a:ext cx="15727454" cy="7211013"/>
          </a:xfrm>
          <a:prstGeom prst="rect">
            <a:avLst/>
          </a:prstGeom>
          <a:noFill/>
        </p:spPr>
        <p:txBody>
          <a:bodyPr wrap="square">
            <a:spAutoFit/>
          </a:bodyPr>
          <a:lstStyle/>
          <a:p>
            <a:pPr algn="just">
              <a:lnSpc>
                <a:spcPct val="150000"/>
              </a:lnSpc>
              <a:spcBef>
                <a:spcPts val="600"/>
              </a:spcBef>
              <a:spcAft>
                <a:spcPts val="600"/>
              </a:spcAft>
              <a:buNone/>
            </a:pPr>
            <a:r>
              <a:rPr lang="vi-VN" sz="5000" b="1">
                <a:latin typeface="American Typewriter" panose="02090604020004020304" pitchFamily="18" charset="77"/>
              </a:rPr>
              <a:t>✍️ Bài tập áp dụng: </a:t>
            </a:r>
            <a:r>
              <a:rPr lang="vi-VN" sz="5000" i="1">
                <a:latin typeface="American Typewriter" panose="02090604020004020304" pitchFamily="18" charset="77"/>
              </a:rPr>
              <a:t>Chuyển các câu sau sang tiếng Anh, chia đúng thì theo ngữ nghĩa.</a:t>
            </a:r>
            <a:endParaRPr lang="vi-VN" sz="5000">
              <a:latin typeface="American Typewriter" panose="02090604020004020304" pitchFamily="18" charset="77"/>
            </a:endParaRPr>
          </a:p>
          <a:p>
            <a:pPr algn="just">
              <a:lnSpc>
                <a:spcPct val="150000"/>
              </a:lnSpc>
              <a:spcBef>
                <a:spcPts val="600"/>
              </a:spcBef>
              <a:spcAft>
                <a:spcPts val="600"/>
              </a:spcAft>
            </a:pPr>
            <a:r>
              <a:rPr lang="vi-VN" sz="5000" b="1">
                <a:latin typeface="American Typewriter" panose="02090604020004020304" pitchFamily="18" charset="77"/>
              </a:rPr>
              <a:t>3. </a:t>
            </a:r>
            <a:r>
              <a:rPr lang="vi-VN" sz="5000" b="1">
                <a:solidFill>
                  <a:srgbClr val="00B0F0"/>
                </a:solidFill>
                <a:latin typeface="American Typewriter" panose="02090604020004020304" pitchFamily="18" charset="77"/>
              </a:rPr>
              <a:t>Tuần trước</a:t>
            </a:r>
            <a:r>
              <a:rPr lang="vi-VN" sz="5000" b="1">
                <a:latin typeface="American Typewriter" panose="02090604020004020304" pitchFamily="18" charset="77"/>
              </a:rPr>
              <a:t>, tôi </a:t>
            </a:r>
            <a:r>
              <a:rPr lang="vi-VN" sz="5000" b="1">
                <a:solidFill>
                  <a:srgbClr val="7030A0"/>
                </a:solidFill>
                <a:latin typeface="American Typewriter" panose="02090604020004020304" pitchFamily="18" charset="77"/>
              </a:rPr>
              <a:t>tham gia </a:t>
            </a:r>
            <a:r>
              <a:rPr lang="vi-VN" sz="5000" b="1">
                <a:solidFill>
                  <a:schemeClr val="accent3"/>
                </a:solidFill>
                <a:latin typeface="American Typewriter" panose="02090604020004020304" pitchFamily="18" charset="77"/>
              </a:rPr>
              <a:t>một khóa học kỹ năng mềm</a:t>
            </a:r>
            <a:r>
              <a:rPr lang="vi-VN" sz="5000" b="1">
                <a:latin typeface="American Typewriter" panose="02090604020004020304" pitchFamily="18" charset="77"/>
              </a:rPr>
              <a:t> </a:t>
            </a:r>
            <a:r>
              <a:rPr lang="vi-VN" sz="5000" b="1">
                <a:solidFill>
                  <a:schemeClr val="accent6"/>
                </a:solidFill>
                <a:latin typeface="American Typewriter" panose="02090604020004020304" pitchFamily="18" charset="77"/>
              </a:rPr>
              <a:t>rất bổ ích</a:t>
            </a:r>
            <a:r>
              <a:rPr lang="vi-VN" sz="5000" b="1">
                <a:latin typeface="American Typewriter" panose="02090604020004020304" pitchFamily="18" charset="77"/>
              </a:rPr>
              <a:t>.</a:t>
            </a:r>
          </a:p>
          <a:p>
            <a:pPr algn="just">
              <a:lnSpc>
                <a:spcPct val="150000"/>
              </a:lnSpc>
              <a:spcBef>
                <a:spcPts val="600"/>
              </a:spcBef>
              <a:spcAft>
                <a:spcPts val="600"/>
              </a:spcAft>
            </a:pPr>
            <a:r>
              <a:rPr lang="vi-VN" sz="5000" b="1">
                <a:latin typeface="American Typewriter" panose="02090604020004020304" pitchFamily="18" charset="77"/>
              </a:rPr>
              <a:t>→ </a:t>
            </a:r>
            <a:r>
              <a:rPr lang="vi-VN" sz="5000" b="1">
                <a:solidFill>
                  <a:srgbClr val="00B0F0"/>
                </a:solidFill>
                <a:latin typeface="American Typewriter" panose="02090604020004020304" pitchFamily="18" charset="77"/>
              </a:rPr>
              <a:t>Last week</a:t>
            </a:r>
            <a:r>
              <a:rPr lang="vi-VN" sz="5000" b="1">
                <a:latin typeface="American Typewriter" panose="02090604020004020304" pitchFamily="18" charset="77"/>
              </a:rPr>
              <a:t>, I </a:t>
            </a:r>
            <a:r>
              <a:rPr lang="vi-VN" sz="5000" b="1">
                <a:solidFill>
                  <a:srgbClr val="7030A0"/>
                </a:solidFill>
                <a:latin typeface="American Typewriter" panose="02090604020004020304" pitchFamily="18" charset="77"/>
              </a:rPr>
              <a:t>took</a:t>
            </a:r>
            <a:r>
              <a:rPr lang="vi-VN" sz="5000" b="1">
                <a:latin typeface="American Typewriter" panose="02090604020004020304" pitchFamily="18" charset="77"/>
              </a:rPr>
              <a:t> </a:t>
            </a:r>
            <a:r>
              <a:rPr lang="vi-VN" sz="5000" b="1">
                <a:solidFill>
                  <a:schemeClr val="accent3"/>
                </a:solidFill>
                <a:latin typeface="American Typewriter" panose="02090604020004020304" pitchFamily="18" charset="77"/>
              </a:rPr>
              <a:t>a</a:t>
            </a:r>
            <a:r>
              <a:rPr lang="vi-VN" sz="5000" b="1">
                <a:latin typeface="American Typewriter" panose="02090604020004020304" pitchFamily="18" charset="77"/>
              </a:rPr>
              <a:t> </a:t>
            </a:r>
            <a:r>
              <a:rPr lang="vi-VN" sz="5000" b="1">
                <a:solidFill>
                  <a:schemeClr val="accent6"/>
                </a:solidFill>
                <a:latin typeface="American Typewriter" panose="02090604020004020304" pitchFamily="18" charset="77"/>
              </a:rPr>
              <a:t>very useful </a:t>
            </a:r>
            <a:r>
              <a:rPr lang="vi-VN" sz="5000" b="1">
                <a:solidFill>
                  <a:schemeClr val="accent3"/>
                </a:solidFill>
                <a:latin typeface="American Typewriter" panose="02090604020004020304" pitchFamily="18" charset="77"/>
              </a:rPr>
              <a:t>soft skills course</a:t>
            </a:r>
            <a:r>
              <a:rPr lang="vi-VN" sz="5000" b="1">
                <a:latin typeface="American Typewriter" panose="02090604020004020304" pitchFamily="18" charset="77"/>
              </a:rPr>
              <a:t>.</a:t>
            </a:r>
          </a:p>
        </p:txBody>
      </p:sp>
    </p:spTree>
    <p:extLst>
      <p:ext uri="{BB962C8B-B14F-4D97-AF65-F5344CB8AC3E}">
        <p14:creationId xmlns:p14="http://schemas.microsoft.com/office/powerpoint/2010/main" val="2751905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9D5E6-EA90-6289-51EC-6973BEAAA14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9E8802A-821C-0AF1-DF84-23A518AB1E03}"/>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endParaRPr lang="en-VN"/>
          </a:p>
        </p:txBody>
      </p:sp>
      <p:sp>
        <p:nvSpPr>
          <p:cNvPr id="3" name="Freeform 3">
            <a:extLst>
              <a:ext uri="{FF2B5EF4-FFF2-40B4-BE49-F238E27FC236}">
                <a16:creationId xmlns:a16="http://schemas.microsoft.com/office/drawing/2014/main" id="{94478734-0042-B69C-2388-A1784AB52DDD}"/>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endParaRPr lang="en-VN"/>
          </a:p>
        </p:txBody>
      </p:sp>
      <p:sp>
        <p:nvSpPr>
          <p:cNvPr id="4" name="Freeform 4">
            <a:extLst>
              <a:ext uri="{FF2B5EF4-FFF2-40B4-BE49-F238E27FC236}">
                <a16:creationId xmlns:a16="http://schemas.microsoft.com/office/drawing/2014/main" id="{45A941BD-0D53-5CD8-B294-A21806BFE1A4}"/>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endParaRPr lang="en-VN"/>
          </a:p>
        </p:txBody>
      </p:sp>
      <p:grpSp>
        <p:nvGrpSpPr>
          <p:cNvPr id="5" name="Group 5">
            <a:extLst>
              <a:ext uri="{FF2B5EF4-FFF2-40B4-BE49-F238E27FC236}">
                <a16:creationId xmlns:a16="http://schemas.microsoft.com/office/drawing/2014/main" id="{0CDCF3DD-28F9-71E3-0052-EC7EA0DC253F}"/>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E03900DC-E7B8-E6AB-D167-8D3BD847F314}"/>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endParaRPr lang="en-VN"/>
            </a:p>
          </p:txBody>
        </p:sp>
        <p:sp>
          <p:nvSpPr>
            <p:cNvPr id="7" name="TextBox 7">
              <a:extLst>
                <a:ext uri="{FF2B5EF4-FFF2-40B4-BE49-F238E27FC236}">
                  <a16:creationId xmlns:a16="http://schemas.microsoft.com/office/drawing/2014/main" id="{17C3C698-15A1-2248-E3B9-704B6A9F6397}"/>
                </a:ext>
              </a:extLst>
            </p:cNvPr>
            <p:cNvSpPr txBox="1"/>
            <p:nvPr/>
          </p:nvSpPr>
          <p:spPr>
            <a:xfrm>
              <a:off x="0" y="-47625"/>
              <a:ext cx="5454346" cy="2751565"/>
            </a:xfrm>
            <a:prstGeom prst="rect">
              <a:avLst/>
            </a:prstGeom>
          </p:spPr>
          <p:txBody>
            <a:bodyPr lIns="49849" tIns="49849" rIns="49849" bIns="49849" rtlCol="0" anchor="ctr"/>
            <a:lstStyle/>
            <a:p>
              <a:pPr algn="ctr">
                <a:lnSpc>
                  <a:spcPts val="2659"/>
                </a:lnSpc>
              </a:pPr>
              <a:endParaRPr/>
            </a:p>
          </p:txBody>
        </p:sp>
      </p:grpSp>
      <p:grpSp>
        <p:nvGrpSpPr>
          <p:cNvPr id="8" name="Group 8">
            <a:extLst>
              <a:ext uri="{FF2B5EF4-FFF2-40B4-BE49-F238E27FC236}">
                <a16:creationId xmlns:a16="http://schemas.microsoft.com/office/drawing/2014/main" id="{D60E3023-AA21-6C57-FAFD-3BE4BF1C2F62}"/>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B4B3E2B3-E716-3ADE-E4F2-317719DF2380}"/>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endParaRPr lang="en-VN"/>
            </a:p>
          </p:txBody>
        </p:sp>
        <p:sp>
          <p:nvSpPr>
            <p:cNvPr id="10" name="TextBox 10">
              <a:extLst>
                <a:ext uri="{FF2B5EF4-FFF2-40B4-BE49-F238E27FC236}">
                  <a16:creationId xmlns:a16="http://schemas.microsoft.com/office/drawing/2014/main" id="{BEEFC488-6EEC-7407-24E7-640D5CA266EF}"/>
                </a:ext>
              </a:extLst>
            </p:cNvPr>
            <p:cNvSpPr txBox="1"/>
            <p:nvPr/>
          </p:nvSpPr>
          <p:spPr>
            <a:xfrm>
              <a:off x="0" y="-47625"/>
              <a:ext cx="5429786" cy="2704410"/>
            </a:xfrm>
            <a:prstGeom prst="rect">
              <a:avLst/>
            </a:prstGeom>
          </p:spPr>
          <p:txBody>
            <a:bodyPr lIns="49849" tIns="49849" rIns="49849" bIns="49849" rtlCol="0" anchor="ctr"/>
            <a:lstStyle/>
            <a:p>
              <a:pPr algn="ctr">
                <a:lnSpc>
                  <a:spcPts val="2659"/>
                </a:lnSpc>
              </a:pPr>
              <a:endParaRPr/>
            </a:p>
          </p:txBody>
        </p:sp>
      </p:grpSp>
      <p:grpSp>
        <p:nvGrpSpPr>
          <p:cNvPr id="11" name="Group 11">
            <a:extLst>
              <a:ext uri="{FF2B5EF4-FFF2-40B4-BE49-F238E27FC236}">
                <a16:creationId xmlns:a16="http://schemas.microsoft.com/office/drawing/2014/main" id="{CB5DA4F4-DE5A-DE00-59A6-97398B154AEB}"/>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D431FB63-6D6F-3945-05C4-8AA8192C1A29}"/>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endParaRPr lang="en-VN"/>
            </a:p>
          </p:txBody>
        </p:sp>
        <p:sp>
          <p:nvSpPr>
            <p:cNvPr id="13" name="TextBox 13">
              <a:extLst>
                <a:ext uri="{FF2B5EF4-FFF2-40B4-BE49-F238E27FC236}">
                  <a16:creationId xmlns:a16="http://schemas.microsoft.com/office/drawing/2014/main" id="{5FB130CB-4DD0-E1A2-C3F4-A231F63F1D2A}"/>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4" name="Group 14">
            <a:extLst>
              <a:ext uri="{FF2B5EF4-FFF2-40B4-BE49-F238E27FC236}">
                <a16:creationId xmlns:a16="http://schemas.microsoft.com/office/drawing/2014/main" id="{C57E0CE8-A011-93E3-52A1-F24EBAE6BA4C}"/>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6A90B0CD-620D-0C00-249F-434F33AED203}"/>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endParaRPr lang="en-VN"/>
            </a:p>
          </p:txBody>
        </p:sp>
        <p:sp>
          <p:nvSpPr>
            <p:cNvPr id="16" name="TextBox 16">
              <a:extLst>
                <a:ext uri="{FF2B5EF4-FFF2-40B4-BE49-F238E27FC236}">
                  <a16:creationId xmlns:a16="http://schemas.microsoft.com/office/drawing/2014/main" id="{BA1E34D0-1172-8758-C520-16A5CD2C6955}"/>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7" name="Group 17">
            <a:extLst>
              <a:ext uri="{FF2B5EF4-FFF2-40B4-BE49-F238E27FC236}">
                <a16:creationId xmlns:a16="http://schemas.microsoft.com/office/drawing/2014/main" id="{E3026265-F701-C096-007A-D7C3F55E7C6E}"/>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9545E3F7-ACB7-115E-9280-68A3B4063E30}"/>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endParaRPr lang="en-VN"/>
            </a:p>
          </p:txBody>
        </p:sp>
        <p:sp>
          <p:nvSpPr>
            <p:cNvPr id="19" name="TextBox 19">
              <a:extLst>
                <a:ext uri="{FF2B5EF4-FFF2-40B4-BE49-F238E27FC236}">
                  <a16:creationId xmlns:a16="http://schemas.microsoft.com/office/drawing/2014/main" id="{52DFA11A-58C9-E9EF-F24F-778325C1C144}"/>
                </a:ext>
              </a:extLst>
            </p:cNvPr>
            <p:cNvSpPr txBox="1"/>
            <p:nvPr/>
          </p:nvSpPr>
          <p:spPr>
            <a:xfrm>
              <a:off x="0" y="-47625"/>
              <a:ext cx="3961731" cy="2448417"/>
            </a:xfrm>
            <a:prstGeom prst="rect">
              <a:avLst/>
            </a:prstGeom>
          </p:spPr>
          <p:txBody>
            <a:bodyPr lIns="49849" tIns="49849" rIns="49849" bIns="49849" rtlCol="0" anchor="ctr"/>
            <a:lstStyle/>
            <a:p>
              <a:pPr algn="ctr">
                <a:lnSpc>
                  <a:spcPts val="2659"/>
                </a:lnSpc>
              </a:pPr>
              <a:endParaRPr/>
            </a:p>
          </p:txBody>
        </p:sp>
      </p:grpSp>
      <p:sp>
        <p:nvSpPr>
          <p:cNvPr id="34" name="Freeform 34">
            <a:extLst>
              <a:ext uri="{FF2B5EF4-FFF2-40B4-BE49-F238E27FC236}">
                <a16:creationId xmlns:a16="http://schemas.microsoft.com/office/drawing/2014/main" id="{C1C5F5AA-32BF-5A1E-9801-9FDF86D8D8AE}"/>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endParaRPr lang="en-VN"/>
          </a:p>
        </p:txBody>
      </p:sp>
      <p:grpSp>
        <p:nvGrpSpPr>
          <p:cNvPr id="35" name="Group 35">
            <a:extLst>
              <a:ext uri="{FF2B5EF4-FFF2-40B4-BE49-F238E27FC236}">
                <a16:creationId xmlns:a16="http://schemas.microsoft.com/office/drawing/2014/main" id="{EC837989-DE2B-93B4-3A1C-84ECB2774A58}"/>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1E258758-3976-EB6C-8684-7569040B442A}"/>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2AC27FDB-B741-DF97-3A28-0EE94D627C1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38" name="TextBox 38">
                <a:extLst>
                  <a:ext uri="{FF2B5EF4-FFF2-40B4-BE49-F238E27FC236}">
                    <a16:creationId xmlns:a16="http://schemas.microsoft.com/office/drawing/2014/main" id="{48C65C37-6BCD-98B3-B492-81145DEEDB6B}"/>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08F34F4A-4027-3A9B-880C-8C16071439DD}"/>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B7A18047-8FE1-3A65-69F9-CA583B47417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1" name="TextBox 41">
                <a:extLst>
                  <a:ext uri="{FF2B5EF4-FFF2-40B4-BE49-F238E27FC236}">
                    <a16:creationId xmlns:a16="http://schemas.microsoft.com/office/drawing/2014/main" id="{53D73DE0-9944-6A66-503F-44E78EBC8573}"/>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DFF001ED-47B7-7314-991A-7C4C2962E750}"/>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DD16A6D8-9848-CCC8-4FA3-D6F6B54126F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4" name="TextBox 44">
                <a:extLst>
                  <a:ext uri="{FF2B5EF4-FFF2-40B4-BE49-F238E27FC236}">
                    <a16:creationId xmlns:a16="http://schemas.microsoft.com/office/drawing/2014/main" id="{DACDE3C9-5E50-52CB-8EB3-EDD45FC993A0}"/>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D1420490-FE44-B03E-15D3-C60DDB22F3C4}"/>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2280A579-2349-978F-CAC3-FAC5A05FD1E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7" name="TextBox 47">
                <a:extLst>
                  <a:ext uri="{FF2B5EF4-FFF2-40B4-BE49-F238E27FC236}">
                    <a16:creationId xmlns:a16="http://schemas.microsoft.com/office/drawing/2014/main" id="{99C4EA74-A2E1-64C4-E286-F59221BA68BE}"/>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8" name="Group 48">
              <a:extLst>
                <a:ext uri="{FF2B5EF4-FFF2-40B4-BE49-F238E27FC236}">
                  <a16:creationId xmlns:a16="http://schemas.microsoft.com/office/drawing/2014/main" id="{508408AF-0792-3505-EF0F-920345D81BD1}"/>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0DDFF0BF-8F49-1119-4B4A-06246099CDD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0" name="TextBox 50">
                <a:extLst>
                  <a:ext uri="{FF2B5EF4-FFF2-40B4-BE49-F238E27FC236}">
                    <a16:creationId xmlns:a16="http://schemas.microsoft.com/office/drawing/2014/main" id="{4EF6779C-8972-98C2-BFA1-B9329EAD6F7D}"/>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51" name="Freeform 51">
            <a:extLst>
              <a:ext uri="{FF2B5EF4-FFF2-40B4-BE49-F238E27FC236}">
                <a16:creationId xmlns:a16="http://schemas.microsoft.com/office/drawing/2014/main" id="{0BE968CB-4653-C714-F5BE-E859323A2BC5}"/>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endParaRPr lang="en-VN"/>
          </a:p>
        </p:txBody>
      </p:sp>
      <p:grpSp>
        <p:nvGrpSpPr>
          <p:cNvPr id="52" name="Group 52">
            <a:extLst>
              <a:ext uri="{FF2B5EF4-FFF2-40B4-BE49-F238E27FC236}">
                <a16:creationId xmlns:a16="http://schemas.microsoft.com/office/drawing/2014/main" id="{8D6B523F-B997-CFD7-3AFC-0A71B5E5F5D1}"/>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8B0927DE-FD7F-ACCC-DC83-EA070A3494B0}"/>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AD28C051-092D-A510-D291-9C24B8B2AD0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5" name="TextBox 55">
                <a:extLst>
                  <a:ext uri="{FF2B5EF4-FFF2-40B4-BE49-F238E27FC236}">
                    <a16:creationId xmlns:a16="http://schemas.microsoft.com/office/drawing/2014/main" id="{A778668F-5CCE-667A-6D10-654B28DFB7D6}"/>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6" name="Group 56">
              <a:extLst>
                <a:ext uri="{FF2B5EF4-FFF2-40B4-BE49-F238E27FC236}">
                  <a16:creationId xmlns:a16="http://schemas.microsoft.com/office/drawing/2014/main" id="{236733CE-C240-BDDE-E201-A1384770F9A8}"/>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88B851F3-899C-ED37-9760-7A34B1A625C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8" name="TextBox 58">
                <a:extLst>
                  <a:ext uri="{FF2B5EF4-FFF2-40B4-BE49-F238E27FC236}">
                    <a16:creationId xmlns:a16="http://schemas.microsoft.com/office/drawing/2014/main" id="{D6D3D091-D1C4-148A-38BA-8117046CBA7C}"/>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9" name="Group 59">
              <a:extLst>
                <a:ext uri="{FF2B5EF4-FFF2-40B4-BE49-F238E27FC236}">
                  <a16:creationId xmlns:a16="http://schemas.microsoft.com/office/drawing/2014/main" id="{6B807366-9510-5A23-D285-B06E1B49189D}"/>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92F6EF53-60A7-FF27-4FC6-5D1E12BE3EF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1" name="TextBox 61">
                <a:extLst>
                  <a:ext uri="{FF2B5EF4-FFF2-40B4-BE49-F238E27FC236}">
                    <a16:creationId xmlns:a16="http://schemas.microsoft.com/office/drawing/2014/main" id="{AA61D954-D191-AF56-9940-FDE181277503}"/>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2" name="Group 62">
              <a:extLst>
                <a:ext uri="{FF2B5EF4-FFF2-40B4-BE49-F238E27FC236}">
                  <a16:creationId xmlns:a16="http://schemas.microsoft.com/office/drawing/2014/main" id="{6F582FC7-DCC3-9094-751C-6B36F10E31B3}"/>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AD4CAA9F-3658-02A7-6292-C2D80A8365F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4" name="TextBox 64">
                <a:extLst>
                  <a:ext uri="{FF2B5EF4-FFF2-40B4-BE49-F238E27FC236}">
                    <a16:creationId xmlns:a16="http://schemas.microsoft.com/office/drawing/2014/main" id="{ED6B6400-469B-B7B4-3189-A40BC35A7B0E}"/>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5" name="Group 65">
              <a:extLst>
                <a:ext uri="{FF2B5EF4-FFF2-40B4-BE49-F238E27FC236}">
                  <a16:creationId xmlns:a16="http://schemas.microsoft.com/office/drawing/2014/main" id="{B4F95D99-D48D-DF96-142D-FD57CDEDF6CA}"/>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876D0E26-E71D-586F-0A92-B663BCDC085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7" name="TextBox 67">
                <a:extLst>
                  <a:ext uri="{FF2B5EF4-FFF2-40B4-BE49-F238E27FC236}">
                    <a16:creationId xmlns:a16="http://schemas.microsoft.com/office/drawing/2014/main" id="{82C657E7-B995-423E-A1E9-BDD2931E4C41}"/>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grpSp>
        <p:nvGrpSpPr>
          <p:cNvPr id="68" name="Group 68">
            <a:extLst>
              <a:ext uri="{FF2B5EF4-FFF2-40B4-BE49-F238E27FC236}">
                <a16:creationId xmlns:a16="http://schemas.microsoft.com/office/drawing/2014/main" id="{04C724A7-289C-D264-364D-FA454085E954}"/>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DFFD5BA0-E2CB-33E8-2772-C6561155D866}"/>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94196DA8-3B81-D3E0-80BE-3FBB24F7DA3A}"/>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1" name="TextBox 71">
                <a:extLst>
                  <a:ext uri="{FF2B5EF4-FFF2-40B4-BE49-F238E27FC236}">
                    <a16:creationId xmlns:a16="http://schemas.microsoft.com/office/drawing/2014/main" id="{5398422C-D437-98C4-8B37-1E89AD110C0D}"/>
                  </a:ext>
                </a:extLst>
              </p:cNvPr>
              <p:cNvSpPr txBox="1"/>
              <p:nvPr/>
            </p:nvSpPr>
            <p:spPr>
              <a:xfrm>
                <a:off x="0" y="-47625"/>
                <a:ext cx="458420" cy="126378"/>
              </a:xfrm>
              <a:prstGeom prst="rect">
                <a:avLst/>
              </a:prstGeom>
            </p:spPr>
            <p:txBody>
              <a:bodyPr lIns="49849" tIns="49849" rIns="49849" bIns="49849" rtlCol="0" anchor="ctr"/>
              <a:lstStyle/>
              <a:p>
                <a:pPr algn="ctr">
                  <a:lnSpc>
                    <a:spcPts val="2659"/>
                  </a:lnSpc>
                </a:pPr>
                <a:endParaRPr/>
              </a:p>
            </p:txBody>
          </p:sp>
        </p:grpSp>
        <p:grpSp>
          <p:nvGrpSpPr>
            <p:cNvPr id="72" name="Group 72">
              <a:extLst>
                <a:ext uri="{FF2B5EF4-FFF2-40B4-BE49-F238E27FC236}">
                  <a16:creationId xmlns:a16="http://schemas.microsoft.com/office/drawing/2014/main" id="{0723D176-410E-4942-C349-C28B093578CC}"/>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170C18C0-FCAE-7BCB-E699-12ED617E9C75}"/>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4" name="TextBox 74">
                <a:extLst>
                  <a:ext uri="{FF2B5EF4-FFF2-40B4-BE49-F238E27FC236}">
                    <a16:creationId xmlns:a16="http://schemas.microsoft.com/office/drawing/2014/main" id="{E1EB3769-F3A0-FA2C-60E7-0FFCF373059D}"/>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5" name="Group 75">
              <a:extLst>
                <a:ext uri="{FF2B5EF4-FFF2-40B4-BE49-F238E27FC236}">
                  <a16:creationId xmlns:a16="http://schemas.microsoft.com/office/drawing/2014/main" id="{65BB3FBF-21D8-A737-17B5-CD142DC3307D}"/>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1490D765-1411-F364-B21A-C1E6CC4973BB}"/>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7" name="TextBox 77">
                <a:extLst>
                  <a:ext uri="{FF2B5EF4-FFF2-40B4-BE49-F238E27FC236}">
                    <a16:creationId xmlns:a16="http://schemas.microsoft.com/office/drawing/2014/main" id="{F5222140-9C37-8405-BF24-F23C68E54523}"/>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8" name="Group 78">
              <a:extLst>
                <a:ext uri="{FF2B5EF4-FFF2-40B4-BE49-F238E27FC236}">
                  <a16:creationId xmlns:a16="http://schemas.microsoft.com/office/drawing/2014/main" id="{51B23176-314A-705A-B19D-09109178C831}"/>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E6FAB4DE-DE42-AFFA-8FE4-D2AD86A5BB2E}"/>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0" name="TextBox 80">
                <a:extLst>
                  <a:ext uri="{FF2B5EF4-FFF2-40B4-BE49-F238E27FC236}">
                    <a16:creationId xmlns:a16="http://schemas.microsoft.com/office/drawing/2014/main" id="{A8D86C3E-0AC7-7774-EA62-68BA3E0CD9BB}"/>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81" name="Group 81">
              <a:extLst>
                <a:ext uri="{FF2B5EF4-FFF2-40B4-BE49-F238E27FC236}">
                  <a16:creationId xmlns:a16="http://schemas.microsoft.com/office/drawing/2014/main" id="{E2A737B6-980B-105D-65EE-C547BB4A2FC7}"/>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7882BD7E-FA5D-7DD0-69B4-1B850AB43259}"/>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3" name="TextBox 83">
                <a:extLst>
                  <a:ext uri="{FF2B5EF4-FFF2-40B4-BE49-F238E27FC236}">
                    <a16:creationId xmlns:a16="http://schemas.microsoft.com/office/drawing/2014/main" id="{266FCF70-7C72-9272-37F9-C3B53235965D}"/>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sp>
        <p:nvSpPr>
          <p:cNvPr id="84" name="Freeform 84">
            <a:extLst>
              <a:ext uri="{FF2B5EF4-FFF2-40B4-BE49-F238E27FC236}">
                <a16:creationId xmlns:a16="http://schemas.microsoft.com/office/drawing/2014/main" id="{917D2A9A-E357-A58B-F41A-8FCB85F51519}"/>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98" name="TextBox 97">
            <a:extLst>
              <a:ext uri="{FF2B5EF4-FFF2-40B4-BE49-F238E27FC236}">
                <a16:creationId xmlns:a16="http://schemas.microsoft.com/office/drawing/2014/main" id="{D47B56AE-AB90-6A8D-E83D-BB555866E04E}"/>
              </a:ext>
            </a:extLst>
          </p:cNvPr>
          <p:cNvSpPr txBox="1"/>
          <p:nvPr/>
        </p:nvSpPr>
        <p:spPr>
          <a:xfrm>
            <a:off x="1670655" y="1434092"/>
            <a:ext cx="15727454" cy="7211013"/>
          </a:xfrm>
          <a:prstGeom prst="rect">
            <a:avLst/>
          </a:prstGeom>
          <a:noFill/>
        </p:spPr>
        <p:txBody>
          <a:bodyPr wrap="square">
            <a:spAutoFit/>
          </a:bodyPr>
          <a:lstStyle/>
          <a:p>
            <a:pPr algn="just">
              <a:lnSpc>
                <a:spcPct val="150000"/>
              </a:lnSpc>
              <a:spcBef>
                <a:spcPts val="600"/>
              </a:spcBef>
              <a:spcAft>
                <a:spcPts val="600"/>
              </a:spcAft>
              <a:buNone/>
            </a:pPr>
            <a:r>
              <a:rPr lang="vi-VN" sz="5000" b="1">
                <a:latin typeface="American Typewriter" panose="02090604020004020304" pitchFamily="18" charset="77"/>
              </a:rPr>
              <a:t>✍️ Bài tập áp dụng: </a:t>
            </a:r>
            <a:r>
              <a:rPr lang="vi-VN" sz="5000" i="1">
                <a:latin typeface="American Typewriter" panose="02090604020004020304" pitchFamily="18" charset="77"/>
              </a:rPr>
              <a:t>Chuyển các câu sau sang tiếng Anh, chia đúng thì theo ngữ nghĩa.</a:t>
            </a:r>
            <a:endParaRPr lang="vi-VN" sz="5000">
              <a:latin typeface="American Typewriter" panose="02090604020004020304" pitchFamily="18" charset="77"/>
            </a:endParaRPr>
          </a:p>
          <a:p>
            <a:pPr algn="just">
              <a:lnSpc>
                <a:spcPct val="150000"/>
              </a:lnSpc>
              <a:spcBef>
                <a:spcPts val="600"/>
              </a:spcBef>
              <a:spcAft>
                <a:spcPts val="600"/>
              </a:spcAft>
            </a:pPr>
            <a:r>
              <a:rPr lang="vi-VN" sz="5000" b="1">
                <a:latin typeface="American Typewriter" panose="02090604020004020304" pitchFamily="18" charset="77"/>
              </a:rPr>
              <a:t>4. </a:t>
            </a:r>
            <a:r>
              <a:rPr lang="vi-VN" sz="5000" b="1">
                <a:solidFill>
                  <a:srgbClr val="00B0F0"/>
                </a:solidFill>
                <a:latin typeface="American Typewriter" panose="02090604020004020304" pitchFamily="18" charset="77"/>
              </a:rPr>
              <a:t>Bạn tôi </a:t>
            </a:r>
            <a:r>
              <a:rPr lang="vi-VN" sz="5000" b="1">
                <a:solidFill>
                  <a:schemeClr val="accent2"/>
                </a:solidFill>
                <a:latin typeface="American Typewriter" panose="02090604020004020304" pitchFamily="18" charset="77"/>
              </a:rPr>
              <a:t>sẽ thi tiếng Anh </a:t>
            </a:r>
            <a:r>
              <a:rPr lang="vi-VN" sz="5000" b="1">
                <a:solidFill>
                  <a:schemeClr val="accent3"/>
                </a:solidFill>
                <a:latin typeface="American Typewriter" panose="02090604020004020304" pitchFamily="18" charset="77"/>
              </a:rPr>
              <a:t>vào tháng sau</a:t>
            </a:r>
            <a:r>
              <a:rPr lang="vi-VN" sz="5000" b="1">
                <a:latin typeface="American Typewriter" panose="02090604020004020304" pitchFamily="18" charset="77"/>
              </a:rPr>
              <a:t>, vì vậy </a:t>
            </a:r>
            <a:r>
              <a:rPr lang="vi-VN" sz="5000" b="1">
                <a:solidFill>
                  <a:schemeClr val="accent6"/>
                </a:solidFill>
                <a:latin typeface="American Typewriter" panose="02090604020004020304" pitchFamily="18" charset="77"/>
              </a:rPr>
              <a:t>cậu ấy</a:t>
            </a:r>
            <a:r>
              <a:rPr lang="vi-VN" sz="5000" b="1">
                <a:latin typeface="American Typewriter" panose="02090604020004020304" pitchFamily="18" charset="77"/>
              </a:rPr>
              <a:t> </a:t>
            </a:r>
            <a:r>
              <a:rPr lang="vi-VN" sz="5000" b="1">
                <a:solidFill>
                  <a:srgbClr val="7030A0"/>
                </a:solidFill>
                <a:latin typeface="American Typewriter" panose="02090604020004020304" pitchFamily="18" charset="77"/>
              </a:rPr>
              <a:t>học rất chăm chỉ </a:t>
            </a:r>
            <a:r>
              <a:rPr lang="vi-VN" sz="5000" b="1">
                <a:solidFill>
                  <a:srgbClr val="FFC000"/>
                </a:solidFill>
                <a:latin typeface="American Typewriter" panose="02090604020004020304" pitchFamily="18" charset="77"/>
              </a:rPr>
              <a:t>mỗi ngày</a:t>
            </a:r>
            <a:r>
              <a:rPr lang="vi-VN" sz="5000" b="1">
                <a:latin typeface="American Typewriter" panose="02090604020004020304" pitchFamily="18" charset="77"/>
              </a:rPr>
              <a:t>.</a:t>
            </a:r>
          </a:p>
          <a:p>
            <a:pPr algn="just">
              <a:lnSpc>
                <a:spcPct val="150000"/>
              </a:lnSpc>
              <a:spcBef>
                <a:spcPts val="600"/>
              </a:spcBef>
              <a:spcAft>
                <a:spcPts val="600"/>
              </a:spcAft>
            </a:pPr>
            <a:r>
              <a:rPr lang="vi-VN" sz="5000" b="1">
                <a:latin typeface="American Typewriter" panose="02090604020004020304" pitchFamily="18" charset="77"/>
              </a:rPr>
              <a:t>→ </a:t>
            </a:r>
            <a:r>
              <a:rPr lang="vi-VN" sz="5000" b="1">
                <a:solidFill>
                  <a:srgbClr val="00B0F0"/>
                </a:solidFill>
                <a:latin typeface="American Typewriter" panose="02090604020004020304" pitchFamily="18" charset="77"/>
              </a:rPr>
              <a:t>My friend </a:t>
            </a:r>
            <a:r>
              <a:rPr lang="vi-VN" sz="5000" b="1">
                <a:solidFill>
                  <a:schemeClr val="accent2"/>
                </a:solidFill>
                <a:latin typeface="American Typewriter" panose="02090604020004020304" pitchFamily="18" charset="77"/>
              </a:rPr>
              <a:t>will take an English exam </a:t>
            </a:r>
            <a:r>
              <a:rPr lang="vi-VN" sz="5000" b="1">
                <a:solidFill>
                  <a:schemeClr val="accent3"/>
                </a:solidFill>
                <a:latin typeface="American Typewriter" panose="02090604020004020304" pitchFamily="18" charset="77"/>
              </a:rPr>
              <a:t>next month</a:t>
            </a:r>
            <a:r>
              <a:rPr lang="vi-VN" sz="5000" b="1">
                <a:latin typeface="American Typewriter" panose="02090604020004020304" pitchFamily="18" charset="77"/>
              </a:rPr>
              <a:t>, so </a:t>
            </a:r>
            <a:r>
              <a:rPr lang="vi-VN" sz="5000" b="1">
                <a:solidFill>
                  <a:schemeClr val="accent6"/>
                </a:solidFill>
                <a:latin typeface="American Typewriter" panose="02090604020004020304" pitchFamily="18" charset="77"/>
              </a:rPr>
              <a:t>he</a:t>
            </a:r>
            <a:r>
              <a:rPr lang="vi-VN" sz="5000" b="1">
                <a:latin typeface="American Typewriter" panose="02090604020004020304" pitchFamily="18" charset="77"/>
              </a:rPr>
              <a:t> </a:t>
            </a:r>
            <a:r>
              <a:rPr lang="vi-VN" sz="5000" b="1">
                <a:solidFill>
                  <a:srgbClr val="7030A0"/>
                </a:solidFill>
                <a:latin typeface="American Typewriter" panose="02090604020004020304" pitchFamily="18" charset="77"/>
              </a:rPr>
              <a:t>studies very hard </a:t>
            </a:r>
            <a:r>
              <a:rPr lang="vi-VN" sz="5000" b="1">
                <a:solidFill>
                  <a:srgbClr val="FFC000"/>
                </a:solidFill>
                <a:latin typeface="American Typewriter" panose="02090604020004020304" pitchFamily="18" charset="77"/>
              </a:rPr>
              <a:t>every day</a:t>
            </a:r>
            <a:r>
              <a:rPr lang="vi-VN" sz="5000" b="1">
                <a:latin typeface="American Typewriter" panose="02090604020004020304" pitchFamily="18" charset="77"/>
              </a:rPr>
              <a:t>.</a:t>
            </a:r>
          </a:p>
        </p:txBody>
      </p:sp>
    </p:spTree>
    <p:extLst>
      <p:ext uri="{BB962C8B-B14F-4D97-AF65-F5344CB8AC3E}">
        <p14:creationId xmlns:p14="http://schemas.microsoft.com/office/powerpoint/2010/main" val="70750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864E8-7406-0731-D6CE-C754DEDDE10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1D0271C-448D-E7C3-EAC0-F56F951BA6DF}"/>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endParaRPr lang="en-VN"/>
          </a:p>
        </p:txBody>
      </p:sp>
      <p:sp>
        <p:nvSpPr>
          <p:cNvPr id="3" name="Freeform 3">
            <a:extLst>
              <a:ext uri="{FF2B5EF4-FFF2-40B4-BE49-F238E27FC236}">
                <a16:creationId xmlns:a16="http://schemas.microsoft.com/office/drawing/2014/main" id="{B7F84534-3097-C482-B612-EB4432270FDB}"/>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endParaRPr lang="en-VN"/>
          </a:p>
        </p:txBody>
      </p:sp>
      <p:sp>
        <p:nvSpPr>
          <p:cNvPr id="4" name="Freeform 4">
            <a:extLst>
              <a:ext uri="{FF2B5EF4-FFF2-40B4-BE49-F238E27FC236}">
                <a16:creationId xmlns:a16="http://schemas.microsoft.com/office/drawing/2014/main" id="{6BA9544B-3750-A8C4-2D44-278F2AA10681}"/>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endParaRPr lang="en-VN"/>
          </a:p>
        </p:txBody>
      </p:sp>
      <p:grpSp>
        <p:nvGrpSpPr>
          <p:cNvPr id="5" name="Group 5">
            <a:extLst>
              <a:ext uri="{FF2B5EF4-FFF2-40B4-BE49-F238E27FC236}">
                <a16:creationId xmlns:a16="http://schemas.microsoft.com/office/drawing/2014/main" id="{4FB2C2DA-95FF-FA41-06E9-DCF0A65BC6DD}"/>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4884E5E2-AFF4-F11B-4935-3BF0F0951FD8}"/>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endParaRPr lang="en-VN"/>
            </a:p>
          </p:txBody>
        </p:sp>
        <p:sp>
          <p:nvSpPr>
            <p:cNvPr id="7" name="TextBox 7">
              <a:extLst>
                <a:ext uri="{FF2B5EF4-FFF2-40B4-BE49-F238E27FC236}">
                  <a16:creationId xmlns:a16="http://schemas.microsoft.com/office/drawing/2014/main" id="{8B8408C8-6217-5B7F-67CB-1403EDC1F31F}"/>
                </a:ext>
              </a:extLst>
            </p:cNvPr>
            <p:cNvSpPr txBox="1"/>
            <p:nvPr/>
          </p:nvSpPr>
          <p:spPr>
            <a:xfrm>
              <a:off x="0" y="-47625"/>
              <a:ext cx="5454346" cy="2751565"/>
            </a:xfrm>
            <a:prstGeom prst="rect">
              <a:avLst/>
            </a:prstGeom>
          </p:spPr>
          <p:txBody>
            <a:bodyPr lIns="49849" tIns="49849" rIns="49849" bIns="49849" rtlCol="0" anchor="ctr"/>
            <a:lstStyle/>
            <a:p>
              <a:pPr algn="ctr">
                <a:lnSpc>
                  <a:spcPts val="2659"/>
                </a:lnSpc>
              </a:pPr>
              <a:endParaRPr/>
            </a:p>
          </p:txBody>
        </p:sp>
      </p:grpSp>
      <p:grpSp>
        <p:nvGrpSpPr>
          <p:cNvPr id="8" name="Group 8">
            <a:extLst>
              <a:ext uri="{FF2B5EF4-FFF2-40B4-BE49-F238E27FC236}">
                <a16:creationId xmlns:a16="http://schemas.microsoft.com/office/drawing/2014/main" id="{751B383C-51E8-183F-9013-61B32E9A007B}"/>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0CB4A673-07EE-D3CE-CFFA-0B1F2307C908}"/>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endParaRPr lang="en-VN"/>
            </a:p>
          </p:txBody>
        </p:sp>
        <p:sp>
          <p:nvSpPr>
            <p:cNvPr id="10" name="TextBox 10">
              <a:extLst>
                <a:ext uri="{FF2B5EF4-FFF2-40B4-BE49-F238E27FC236}">
                  <a16:creationId xmlns:a16="http://schemas.microsoft.com/office/drawing/2014/main" id="{CA17F1BF-5327-EAAA-2DD3-AE9B4DA3A3F0}"/>
                </a:ext>
              </a:extLst>
            </p:cNvPr>
            <p:cNvSpPr txBox="1"/>
            <p:nvPr/>
          </p:nvSpPr>
          <p:spPr>
            <a:xfrm>
              <a:off x="0" y="-47625"/>
              <a:ext cx="5429786" cy="2704410"/>
            </a:xfrm>
            <a:prstGeom prst="rect">
              <a:avLst/>
            </a:prstGeom>
          </p:spPr>
          <p:txBody>
            <a:bodyPr lIns="49849" tIns="49849" rIns="49849" bIns="49849" rtlCol="0" anchor="ctr"/>
            <a:lstStyle/>
            <a:p>
              <a:pPr algn="ctr">
                <a:lnSpc>
                  <a:spcPts val="2659"/>
                </a:lnSpc>
              </a:pPr>
              <a:endParaRPr/>
            </a:p>
          </p:txBody>
        </p:sp>
      </p:grpSp>
      <p:grpSp>
        <p:nvGrpSpPr>
          <p:cNvPr id="11" name="Group 11">
            <a:extLst>
              <a:ext uri="{FF2B5EF4-FFF2-40B4-BE49-F238E27FC236}">
                <a16:creationId xmlns:a16="http://schemas.microsoft.com/office/drawing/2014/main" id="{035F9A5C-B40A-6B19-74FF-FB8725AA8945}"/>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A2FA1351-0E00-C4B7-26CC-7A40A956BCE7}"/>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endParaRPr lang="en-VN"/>
            </a:p>
          </p:txBody>
        </p:sp>
        <p:sp>
          <p:nvSpPr>
            <p:cNvPr id="13" name="TextBox 13">
              <a:extLst>
                <a:ext uri="{FF2B5EF4-FFF2-40B4-BE49-F238E27FC236}">
                  <a16:creationId xmlns:a16="http://schemas.microsoft.com/office/drawing/2014/main" id="{8FEF3963-67D6-9DB9-9E5E-5FF58784F01C}"/>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4" name="Group 14">
            <a:extLst>
              <a:ext uri="{FF2B5EF4-FFF2-40B4-BE49-F238E27FC236}">
                <a16:creationId xmlns:a16="http://schemas.microsoft.com/office/drawing/2014/main" id="{B4D259BB-F645-85BF-5968-82C576D3C23D}"/>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14CE37FE-0D06-67EB-7FE7-5A69BFCDA383}"/>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endParaRPr lang="en-VN"/>
            </a:p>
          </p:txBody>
        </p:sp>
        <p:sp>
          <p:nvSpPr>
            <p:cNvPr id="16" name="TextBox 16">
              <a:extLst>
                <a:ext uri="{FF2B5EF4-FFF2-40B4-BE49-F238E27FC236}">
                  <a16:creationId xmlns:a16="http://schemas.microsoft.com/office/drawing/2014/main" id="{D12CC71F-EEB8-89FE-EDDA-4F529E8D534E}"/>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7" name="Group 17">
            <a:extLst>
              <a:ext uri="{FF2B5EF4-FFF2-40B4-BE49-F238E27FC236}">
                <a16:creationId xmlns:a16="http://schemas.microsoft.com/office/drawing/2014/main" id="{BC14BDC9-4CBF-CCC2-B57D-0269F0345437}"/>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90AEF939-18CB-33C8-E59B-623F06AEC145}"/>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endParaRPr lang="en-VN"/>
            </a:p>
          </p:txBody>
        </p:sp>
        <p:sp>
          <p:nvSpPr>
            <p:cNvPr id="19" name="TextBox 19">
              <a:extLst>
                <a:ext uri="{FF2B5EF4-FFF2-40B4-BE49-F238E27FC236}">
                  <a16:creationId xmlns:a16="http://schemas.microsoft.com/office/drawing/2014/main" id="{01C0FB37-5DAF-32A5-2783-C4DDF4D32787}"/>
                </a:ext>
              </a:extLst>
            </p:cNvPr>
            <p:cNvSpPr txBox="1"/>
            <p:nvPr/>
          </p:nvSpPr>
          <p:spPr>
            <a:xfrm>
              <a:off x="0" y="-47625"/>
              <a:ext cx="3961731" cy="2448417"/>
            </a:xfrm>
            <a:prstGeom prst="rect">
              <a:avLst/>
            </a:prstGeom>
          </p:spPr>
          <p:txBody>
            <a:bodyPr lIns="49849" tIns="49849" rIns="49849" bIns="49849" rtlCol="0" anchor="ctr"/>
            <a:lstStyle/>
            <a:p>
              <a:pPr algn="ctr">
                <a:lnSpc>
                  <a:spcPts val="2659"/>
                </a:lnSpc>
              </a:pPr>
              <a:endParaRPr/>
            </a:p>
          </p:txBody>
        </p:sp>
      </p:grpSp>
      <p:sp>
        <p:nvSpPr>
          <p:cNvPr id="34" name="Freeform 34">
            <a:extLst>
              <a:ext uri="{FF2B5EF4-FFF2-40B4-BE49-F238E27FC236}">
                <a16:creationId xmlns:a16="http://schemas.microsoft.com/office/drawing/2014/main" id="{912FFE4B-4F66-4DBF-C767-BDEB5E9E2CA3}"/>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endParaRPr lang="en-VN"/>
          </a:p>
        </p:txBody>
      </p:sp>
      <p:grpSp>
        <p:nvGrpSpPr>
          <p:cNvPr id="35" name="Group 35">
            <a:extLst>
              <a:ext uri="{FF2B5EF4-FFF2-40B4-BE49-F238E27FC236}">
                <a16:creationId xmlns:a16="http://schemas.microsoft.com/office/drawing/2014/main" id="{088D0668-1FC4-89FC-14C1-6CF65AE85589}"/>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85EAA6D7-DE51-AA03-4DD6-137D9E6889AB}"/>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46FBBED9-00E8-7965-6A29-B591069F1DB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38" name="TextBox 38">
                <a:extLst>
                  <a:ext uri="{FF2B5EF4-FFF2-40B4-BE49-F238E27FC236}">
                    <a16:creationId xmlns:a16="http://schemas.microsoft.com/office/drawing/2014/main" id="{9D20BCD4-2E59-B64C-DE8A-2CEF03D8AA01}"/>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8EDAD55F-8330-E6C9-8A50-93E5093E8F2D}"/>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CE34C6F6-1D76-2F41-173D-786037C77E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1" name="TextBox 41">
                <a:extLst>
                  <a:ext uri="{FF2B5EF4-FFF2-40B4-BE49-F238E27FC236}">
                    <a16:creationId xmlns:a16="http://schemas.microsoft.com/office/drawing/2014/main" id="{41D0E108-EAA6-96AF-8A03-7574F1E2F1C8}"/>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BCC78539-854F-3E5A-FCBF-A2E6282EDA08}"/>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6375852A-67C2-9A71-9A3E-A17D10ACD3F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4" name="TextBox 44">
                <a:extLst>
                  <a:ext uri="{FF2B5EF4-FFF2-40B4-BE49-F238E27FC236}">
                    <a16:creationId xmlns:a16="http://schemas.microsoft.com/office/drawing/2014/main" id="{9F12FD27-F871-8E71-8807-14E099D75924}"/>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9257DAD6-6BB4-74D0-92AF-37FF6712911D}"/>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8F29008E-6192-7F03-3397-5451193B2B4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7" name="TextBox 47">
                <a:extLst>
                  <a:ext uri="{FF2B5EF4-FFF2-40B4-BE49-F238E27FC236}">
                    <a16:creationId xmlns:a16="http://schemas.microsoft.com/office/drawing/2014/main" id="{1F2E9596-4A69-E2CC-C10E-ED9115DABD44}"/>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8" name="Group 48">
              <a:extLst>
                <a:ext uri="{FF2B5EF4-FFF2-40B4-BE49-F238E27FC236}">
                  <a16:creationId xmlns:a16="http://schemas.microsoft.com/office/drawing/2014/main" id="{E1E8CB8A-9A7B-452C-A805-EBD7821398D3}"/>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DF5976D6-9B75-224D-30AD-1EE53F1BDB7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0" name="TextBox 50">
                <a:extLst>
                  <a:ext uri="{FF2B5EF4-FFF2-40B4-BE49-F238E27FC236}">
                    <a16:creationId xmlns:a16="http://schemas.microsoft.com/office/drawing/2014/main" id="{C81392E5-3660-9868-DEA8-D26EB97C615D}"/>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51" name="Freeform 51">
            <a:extLst>
              <a:ext uri="{FF2B5EF4-FFF2-40B4-BE49-F238E27FC236}">
                <a16:creationId xmlns:a16="http://schemas.microsoft.com/office/drawing/2014/main" id="{31948EB1-2218-F0DA-A658-2346B72F67C2}"/>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endParaRPr lang="en-VN"/>
          </a:p>
        </p:txBody>
      </p:sp>
      <p:grpSp>
        <p:nvGrpSpPr>
          <p:cNvPr id="52" name="Group 52">
            <a:extLst>
              <a:ext uri="{FF2B5EF4-FFF2-40B4-BE49-F238E27FC236}">
                <a16:creationId xmlns:a16="http://schemas.microsoft.com/office/drawing/2014/main" id="{491D85BA-D020-E823-AC43-0A2828E207D1}"/>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47C76F30-39DA-E342-5F8D-5A96A5E0FD06}"/>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DF593EE2-6A5D-8BD8-40D5-3F2A3170A5B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5" name="TextBox 55">
                <a:extLst>
                  <a:ext uri="{FF2B5EF4-FFF2-40B4-BE49-F238E27FC236}">
                    <a16:creationId xmlns:a16="http://schemas.microsoft.com/office/drawing/2014/main" id="{C06F638D-3067-B63F-0CAC-4FFB566D41A1}"/>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6" name="Group 56">
              <a:extLst>
                <a:ext uri="{FF2B5EF4-FFF2-40B4-BE49-F238E27FC236}">
                  <a16:creationId xmlns:a16="http://schemas.microsoft.com/office/drawing/2014/main" id="{74DF588C-7E07-2F16-15E7-680A905AF60E}"/>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60D23D17-7CBE-4683-03BF-71CF7AF535E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8" name="TextBox 58">
                <a:extLst>
                  <a:ext uri="{FF2B5EF4-FFF2-40B4-BE49-F238E27FC236}">
                    <a16:creationId xmlns:a16="http://schemas.microsoft.com/office/drawing/2014/main" id="{30E14BF4-C09D-EFAA-0A2A-4C31D262F8E3}"/>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9" name="Group 59">
              <a:extLst>
                <a:ext uri="{FF2B5EF4-FFF2-40B4-BE49-F238E27FC236}">
                  <a16:creationId xmlns:a16="http://schemas.microsoft.com/office/drawing/2014/main" id="{B0C64753-6101-4877-F6C9-E09254586D59}"/>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8ACCF704-8D6A-ACA8-6C9C-A96BE0C92E9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1" name="TextBox 61">
                <a:extLst>
                  <a:ext uri="{FF2B5EF4-FFF2-40B4-BE49-F238E27FC236}">
                    <a16:creationId xmlns:a16="http://schemas.microsoft.com/office/drawing/2014/main" id="{E6880623-3E5D-54A5-72DF-316077351A4E}"/>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2" name="Group 62">
              <a:extLst>
                <a:ext uri="{FF2B5EF4-FFF2-40B4-BE49-F238E27FC236}">
                  <a16:creationId xmlns:a16="http://schemas.microsoft.com/office/drawing/2014/main" id="{C372E438-2E6B-FCBC-1C89-95CF8B688EE3}"/>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CE8C7332-3B15-A413-6018-3AF1AF0C467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4" name="TextBox 64">
                <a:extLst>
                  <a:ext uri="{FF2B5EF4-FFF2-40B4-BE49-F238E27FC236}">
                    <a16:creationId xmlns:a16="http://schemas.microsoft.com/office/drawing/2014/main" id="{2B5C6740-08B8-28F3-0DB3-315FA7537410}"/>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5" name="Group 65">
              <a:extLst>
                <a:ext uri="{FF2B5EF4-FFF2-40B4-BE49-F238E27FC236}">
                  <a16:creationId xmlns:a16="http://schemas.microsoft.com/office/drawing/2014/main" id="{A58C366B-0468-ABFB-0898-F4635FF393EB}"/>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1E0E5DA6-8FCE-9DEC-B5A7-EF2563A2FC5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7" name="TextBox 67">
                <a:extLst>
                  <a:ext uri="{FF2B5EF4-FFF2-40B4-BE49-F238E27FC236}">
                    <a16:creationId xmlns:a16="http://schemas.microsoft.com/office/drawing/2014/main" id="{AD116B48-C1A9-C48D-B15E-54C961667014}"/>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grpSp>
        <p:nvGrpSpPr>
          <p:cNvPr id="68" name="Group 68">
            <a:extLst>
              <a:ext uri="{FF2B5EF4-FFF2-40B4-BE49-F238E27FC236}">
                <a16:creationId xmlns:a16="http://schemas.microsoft.com/office/drawing/2014/main" id="{AFD4FF43-DC10-7215-07C9-384A3E5153D0}"/>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A6943AEF-E905-8546-7B3D-A18B02F4F3C0}"/>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6F2FC17D-4138-A305-9765-14B0B2592DFB}"/>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1" name="TextBox 71">
                <a:extLst>
                  <a:ext uri="{FF2B5EF4-FFF2-40B4-BE49-F238E27FC236}">
                    <a16:creationId xmlns:a16="http://schemas.microsoft.com/office/drawing/2014/main" id="{0139E4F3-61A3-9656-8D20-3F29644A94C7}"/>
                  </a:ext>
                </a:extLst>
              </p:cNvPr>
              <p:cNvSpPr txBox="1"/>
              <p:nvPr/>
            </p:nvSpPr>
            <p:spPr>
              <a:xfrm>
                <a:off x="0" y="-47625"/>
                <a:ext cx="458420" cy="126378"/>
              </a:xfrm>
              <a:prstGeom prst="rect">
                <a:avLst/>
              </a:prstGeom>
            </p:spPr>
            <p:txBody>
              <a:bodyPr lIns="49849" tIns="49849" rIns="49849" bIns="49849" rtlCol="0" anchor="ctr"/>
              <a:lstStyle/>
              <a:p>
                <a:pPr algn="ctr">
                  <a:lnSpc>
                    <a:spcPts val="2659"/>
                  </a:lnSpc>
                </a:pPr>
                <a:endParaRPr/>
              </a:p>
            </p:txBody>
          </p:sp>
        </p:grpSp>
        <p:grpSp>
          <p:nvGrpSpPr>
            <p:cNvPr id="72" name="Group 72">
              <a:extLst>
                <a:ext uri="{FF2B5EF4-FFF2-40B4-BE49-F238E27FC236}">
                  <a16:creationId xmlns:a16="http://schemas.microsoft.com/office/drawing/2014/main" id="{79BBB56E-4421-A08D-6C17-22EFE8B2768E}"/>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7A7E2A90-AA7D-95E6-062F-D746F4A061A0}"/>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4" name="TextBox 74">
                <a:extLst>
                  <a:ext uri="{FF2B5EF4-FFF2-40B4-BE49-F238E27FC236}">
                    <a16:creationId xmlns:a16="http://schemas.microsoft.com/office/drawing/2014/main" id="{41735F9C-7C6D-EEEE-FA79-746417B6DF5D}"/>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5" name="Group 75">
              <a:extLst>
                <a:ext uri="{FF2B5EF4-FFF2-40B4-BE49-F238E27FC236}">
                  <a16:creationId xmlns:a16="http://schemas.microsoft.com/office/drawing/2014/main" id="{93F06891-EAB8-83D6-2018-228D36549D82}"/>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9EDA20F7-F679-2DD1-08C8-6FF9864C8D0A}"/>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7" name="TextBox 77">
                <a:extLst>
                  <a:ext uri="{FF2B5EF4-FFF2-40B4-BE49-F238E27FC236}">
                    <a16:creationId xmlns:a16="http://schemas.microsoft.com/office/drawing/2014/main" id="{E8D121C4-AF5E-F68B-6793-26661C393964}"/>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8" name="Group 78">
              <a:extLst>
                <a:ext uri="{FF2B5EF4-FFF2-40B4-BE49-F238E27FC236}">
                  <a16:creationId xmlns:a16="http://schemas.microsoft.com/office/drawing/2014/main" id="{C0153BC2-FB06-1F4C-0073-594CA9751E54}"/>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DFCA3781-683A-3948-6D44-70894687B4B6}"/>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0" name="TextBox 80">
                <a:extLst>
                  <a:ext uri="{FF2B5EF4-FFF2-40B4-BE49-F238E27FC236}">
                    <a16:creationId xmlns:a16="http://schemas.microsoft.com/office/drawing/2014/main" id="{DA57F1DF-ECE9-5562-9214-96B3359F6823}"/>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81" name="Group 81">
              <a:extLst>
                <a:ext uri="{FF2B5EF4-FFF2-40B4-BE49-F238E27FC236}">
                  <a16:creationId xmlns:a16="http://schemas.microsoft.com/office/drawing/2014/main" id="{B521F02C-F8E2-DB74-2EB7-5CB9E3F02B2B}"/>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12D0A74D-1C4F-3489-2475-EE99DC8032DB}"/>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3" name="TextBox 83">
                <a:extLst>
                  <a:ext uri="{FF2B5EF4-FFF2-40B4-BE49-F238E27FC236}">
                    <a16:creationId xmlns:a16="http://schemas.microsoft.com/office/drawing/2014/main" id="{D9779EBE-7DE6-96D0-CD89-7D38A50DFBDC}"/>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sp>
        <p:nvSpPr>
          <p:cNvPr id="84" name="Freeform 84">
            <a:extLst>
              <a:ext uri="{FF2B5EF4-FFF2-40B4-BE49-F238E27FC236}">
                <a16:creationId xmlns:a16="http://schemas.microsoft.com/office/drawing/2014/main" id="{6E3DA73E-1F32-2C41-7261-48D6324891D2}"/>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98" name="TextBox 97">
            <a:extLst>
              <a:ext uri="{FF2B5EF4-FFF2-40B4-BE49-F238E27FC236}">
                <a16:creationId xmlns:a16="http://schemas.microsoft.com/office/drawing/2014/main" id="{FBFE2AA5-B97D-B2A8-8B01-F8B6933399E0}"/>
              </a:ext>
            </a:extLst>
          </p:cNvPr>
          <p:cNvSpPr txBox="1"/>
          <p:nvPr/>
        </p:nvSpPr>
        <p:spPr>
          <a:xfrm>
            <a:off x="1670655" y="1434092"/>
            <a:ext cx="15727454" cy="7211013"/>
          </a:xfrm>
          <a:prstGeom prst="rect">
            <a:avLst/>
          </a:prstGeom>
          <a:noFill/>
        </p:spPr>
        <p:txBody>
          <a:bodyPr wrap="square">
            <a:spAutoFit/>
          </a:bodyPr>
          <a:lstStyle/>
          <a:p>
            <a:pPr algn="just">
              <a:lnSpc>
                <a:spcPct val="150000"/>
              </a:lnSpc>
              <a:spcBef>
                <a:spcPts val="600"/>
              </a:spcBef>
              <a:spcAft>
                <a:spcPts val="600"/>
              </a:spcAft>
              <a:buNone/>
            </a:pPr>
            <a:r>
              <a:rPr lang="vi-VN" sz="5000" b="1">
                <a:latin typeface="American Typewriter" panose="02090604020004020304" pitchFamily="18" charset="77"/>
              </a:rPr>
              <a:t>✍️ Bài tập áp dụng: </a:t>
            </a:r>
            <a:r>
              <a:rPr lang="vi-VN" sz="5000" i="1">
                <a:latin typeface="American Typewriter" panose="02090604020004020304" pitchFamily="18" charset="77"/>
              </a:rPr>
              <a:t>Chuyển các câu sau sang tiếng Anh, chia đúng thì theo ngữ nghĩa.</a:t>
            </a:r>
            <a:endParaRPr lang="vi-VN" sz="5000">
              <a:latin typeface="American Typewriter" panose="02090604020004020304" pitchFamily="18" charset="77"/>
            </a:endParaRPr>
          </a:p>
          <a:p>
            <a:pPr algn="just">
              <a:lnSpc>
                <a:spcPct val="150000"/>
              </a:lnSpc>
              <a:spcBef>
                <a:spcPts val="600"/>
              </a:spcBef>
              <a:spcAft>
                <a:spcPts val="600"/>
              </a:spcAft>
            </a:pPr>
            <a:r>
              <a:rPr lang="vi-VN" sz="5000" b="1">
                <a:latin typeface="American Typewriter" panose="02090604020004020304" pitchFamily="18" charset="77"/>
              </a:rPr>
              <a:t>5. </a:t>
            </a:r>
            <a:r>
              <a:rPr lang="vi-VN" sz="5000" b="1">
                <a:solidFill>
                  <a:srgbClr val="00B0F0"/>
                </a:solidFill>
                <a:latin typeface="American Typewriter" panose="02090604020004020304" pitchFamily="18" charset="77"/>
              </a:rPr>
              <a:t>Nhiều học sinh </a:t>
            </a:r>
            <a:r>
              <a:rPr lang="vi-VN" sz="5000" b="1">
                <a:solidFill>
                  <a:srgbClr val="7030A0"/>
                </a:solidFill>
                <a:latin typeface="American Typewriter" panose="02090604020004020304" pitchFamily="18" charset="77"/>
              </a:rPr>
              <a:t>không ngủ đủ giấc</a:t>
            </a:r>
            <a:r>
              <a:rPr lang="vi-VN" sz="5000" b="1">
                <a:latin typeface="American Typewriter" panose="02090604020004020304" pitchFamily="18" charset="77"/>
              </a:rPr>
              <a:t> </a:t>
            </a:r>
            <a:r>
              <a:rPr lang="vi-VN" sz="5000" b="1">
                <a:solidFill>
                  <a:schemeClr val="accent6"/>
                </a:solidFill>
                <a:latin typeface="American Typewriter" panose="02090604020004020304" pitchFamily="18" charset="77"/>
              </a:rPr>
              <a:t>vì</a:t>
            </a:r>
            <a:r>
              <a:rPr lang="vi-VN" sz="5000" b="1">
                <a:latin typeface="American Typewriter" panose="02090604020004020304" pitchFamily="18" charset="77"/>
              </a:rPr>
              <a:t> </a:t>
            </a:r>
            <a:r>
              <a:rPr lang="vi-VN" sz="5000" b="1">
                <a:solidFill>
                  <a:schemeClr val="accent3"/>
                </a:solidFill>
                <a:latin typeface="American Typewriter" panose="02090604020004020304" pitchFamily="18" charset="77"/>
              </a:rPr>
              <a:t>họ</a:t>
            </a:r>
            <a:r>
              <a:rPr lang="vi-VN" sz="5000" b="1">
                <a:latin typeface="American Typewriter" panose="02090604020004020304" pitchFamily="18" charset="77"/>
              </a:rPr>
              <a:t> </a:t>
            </a:r>
            <a:r>
              <a:rPr lang="vi-VN" sz="5000" b="1">
                <a:solidFill>
                  <a:schemeClr val="accent2"/>
                </a:solidFill>
                <a:latin typeface="American Typewriter" panose="02090604020004020304" pitchFamily="18" charset="77"/>
              </a:rPr>
              <a:t>phải làm bài tập về nhà </a:t>
            </a:r>
            <a:r>
              <a:rPr lang="vi-VN" sz="5000" b="1">
                <a:solidFill>
                  <a:srgbClr val="FFC000"/>
                </a:solidFill>
                <a:latin typeface="American Typewriter" panose="02090604020004020304" pitchFamily="18" charset="77"/>
              </a:rPr>
              <a:t>mỗi ngày</a:t>
            </a:r>
            <a:r>
              <a:rPr lang="vi-VN" sz="5000" b="1">
                <a:latin typeface="American Typewriter" panose="02090604020004020304" pitchFamily="18" charset="77"/>
              </a:rPr>
              <a:t>.</a:t>
            </a:r>
          </a:p>
          <a:p>
            <a:pPr algn="just">
              <a:lnSpc>
                <a:spcPct val="150000"/>
              </a:lnSpc>
              <a:spcBef>
                <a:spcPts val="600"/>
              </a:spcBef>
              <a:spcAft>
                <a:spcPts val="600"/>
              </a:spcAft>
            </a:pPr>
            <a:r>
              <a:rPr lang="vi-VN" sz="5000" b="1">
                <a:latin typeface="American Typewriter" panose="02090604020004020304" pitchFamily="18" charset="77"/>
              </a:rPr>
              <a:t>→ </a:t>
            </a:r>
            <a:r>
              <a:rPr lang="vi-VN" sz="5000" b="1">
                <a:solidFill>
                  <a:srgbClr val="00B0F0"/>
                </a:solidFill>
                <a:latin typeface="American Typewriter" panose="02090604020004020304" pitchFamily="18" charset="77"/>
              </a:rPr>
              <a:t>A lot of students </a:t>
            </a:r>
            <a:r>
              <a:rPr lang="vi-VN" sz="5000" b="1">
                <a:solidFill>
                  <a:srgbClr val="7030A0"/>
                </a:solidFill>
                <a:latin typeface="American Typewriter" panose="02090604020004020304" pitchFamily="18" charset="77"/>
              </a:rPr>
              <a:t>do not get enough sleep </a:t>
            </a:r>
            <a:r>
              <a:rPr lang="vi-VN" sz="5000" b="1">
                <a:solidFill>
                  <a:schemeClr val="accent6"/>
                </a:solidFill>
                <a:latin typeface="American Typewriter" panose="02090604020004020304" pitchFamily="18" charset="77"/>
              </a:rPr>
              <a:t>because</a:t>
            </a:r>
            <a:r>
              <a:rPr lang="vi-VN" sz="5000" b="1">
                <a:latin typeface="American Typewriter" panose="02090604020004020304" pitchFamily="18" charset="77"/>
              </a:rPr>
              <a:t> </a:t>
            </a:r>
            <a:r>
              <a:rPr lang="vi-VN" sz="5000" b="1">
                <a:solidFill>
                  <a:schemeClr val="accent3"/>
                </a:solidFill>
                <a:latin typeface="American Typewriter" panose="02090604020004020304" pitchFamily="18" charset="77"/>
              </a:rPr>
              <a:t>they</a:t>
            </a:r>
            <a:r>
              <a:rPr lang="vi-VN" sz="5000" b="1">
                <a:latin typeface="American Typewriter" panose="02090604020004020304" pitchFamily="18" charset="77"/>
              </a:rPr>
              <a:t> </a:t>
            </a:r>
            <a:r>
              <a:rPr lang="vi-VN" sz="5000" b="1">
                <a:solidFill>
                  <a:schemeClr val="accent2"/>
                </a:solidFill>
                <a:latin typeface="American Typewriter" panose="02090604020004020304" pitchFamily="18" charset="77"/>
              </a:rPr>
              <a:t>have to do homework </a:t>
            </a:r>
            <a:r>
              <a:rPr lang="vi-VN" sz="5000" b="1">
                <a:solidFill>
                  <a:srgbClr val="FFC000"/>
                </a:solidFill>
                <a:latin typeface="American Typewriter" panose="02090604020004020304" pitchFamily="18" charset="77"/>
              </a:rPr>
              <a:t>every day</a:t>
            </a:r>
            <a:r>
              <a:rPr lang="vi-VN" sz="5000" b="1">
                <a:latin typeface="American Typewriter" panose="02090604020004020304" pitchFamily="18" charset="77"/>
              </a:rPr>
              <a:t>.</a:t>
            </a:r>
          </a:p>
        </p:txBody>
      </p:sp>
    </p:spTree>
    <p:extLst>
      <p:ext uri="{BB962C8B-B14F-4D97-AF65-F5344CB8AC3E}">
        <p14:creationId xmlns:p14="http://schemas.microsoft.com/office/powerpoint/2010/main" val="1631538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98BFB8">
            <a:alpha val="19946"/>
          </a:srgbClr>
        </a:solidFill>
        <a:effectLst/>
      </p:bgPr>
    </p:bg>
    <p:spTree>
      <p:nvGrpSpPr>
        <p:cNvPr id="1" name="">
          <a:extLst>
            <a:ext uri="{FF2B5EF4-FFF2-40B4-BE49-F238E27FC236}">
              <a16:creationId xmlns:a16="http://schemas.microsoft.com/office/drawing/2014/main" id="{4EBBE8B7-12CE-7D12-7EDA-D153D9A3577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287A8D1-BBA4-4123-5134-A001F4F2620D}"/>
              </a:ext>
            </a:extLst>
          </p:cNvPr>
          <p:cNvGrpSpPr/>
          <p:nvPr/>
        </p:nvGrpSpPr>
        <p:grpSpPr>
          <a:xfrm>
            <a:off x="-372997" y="8146417"/>
            <a:ext cx="21571817" cy="5782245"/>
            <a:chOff x="0" y="0"/>
            <a:chExt cx="5681466" cy="1522896"/>
          </a:xfrm>
        </p:grpSpPr>
        <p:sp>
          <p:nvSpPr>
            <p:cNvPr id="3" name="Freeform 3">
              <a:extLst>
                <a:ext uri="{FF2B5EF4-FFF2-40B4-BE49-F238E27FC236}">
                  <a16:creationId xmlns:a16="http://schemas.microsoft.com/office/drawing/2014/main" id="{E171937A-A39A-4890-A9C9-87F53AF1943D}"/>
                </a:ext>
              </a:extLst>
            </p:cNvPr>
            <p:cNvSpPr/>
            <p:nvPr/>
          </p:nvSpPr>
          <p:spPr>
            <a:xfrm>
              <a:off x="0" y="0"/>
              <a:ext cx="5681466" cy="1522896"/>
            </a:xfrm>
            <a:custGeom>
              <a:avLst/>
              <a:gdLst/>
              <a:ahLst/>
              <a:cxnLst/>
              <a:rect l="l" t="t" r="r" b="b"/>
              <a:pathLst>
                <a:path w="5681466" h="1522896">
                  <a:moveTo>
                    <a:pt x="0" y="0"/>
                  </a:moveTo>
                  <a:lnTo>
                    <a:pt x="5681466" y="0"/>
                  </a:lnTo>
                  <a:lnTo>
                    <a:pt x="5681466" y="1522896"/>
                  </a:lnTo>
                  <a:lnTo>
                    <a:pt x="0" y="1522896"/>
                  </a:lnTo>
                  <a:close/>
                </a:path>
              </a:pathLst>
            </a:custGeom>
            <a:solidFill>
              <a:srgbClr val="C75D63"/>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472FFBC1-22C6-62CB-5303-CE2E934CED12}"/>
                </a:ext>
              </a:extLst>
            </p:cNvPr>
            <p:cNvSpPr txBox="1"/>
            <p:nvPr/>
          </p:nvSpPr>
          <p:spPr>
            <a:xfrm>
              <a:off x="0" y="-57150"/>
              <a:ext cx="5681466" cy="1580046"/>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 name="TextBox 6">
            <a:extLst>
              <a:ext uri="{FF2B5EF4-FFF2-40B4-BE49-F238E27FC236}">
                <a16:creationId xmlns:a16="http://schemas.microsoft.com/office/drawing/2014/main" id="{CF2EF563-6B60-6177-3778-F4DC79AE06DA}"/>
              </a:ext>
            </a:extLst>
          </p:cNvPr>
          <p:cNvSpPr txBox="1"/>
          <p:nvPr/>
        </p:nvSpPr>
        <p:spPr>
          <a:xfrm>
            <a:off x="6400800" y="2588634"/>
            <a:ext cx="10591800" cy="3077766"/>
          </a:xfrm>
          <a:prstGeom prst="rect">
            <a:avLst/>
          </a:prstGeom>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0" b="1" i="0" u="none" strike="noStrike" kern="1200" cap="none" spc="0" normalizeH="0" baseline="0" noProof="0">
                <a:ln>
                  <a:noFill/>
                </a:ln>
                <a:solidFill>
                  <a:srgbClr val="4BACC6"/>
                </a:solidFill>
                <a:effectLst/>
                <a:uLnTx/>
                <a:uFillTx/>
                <a:latin typeface="American Typewriter" panose="02090604020004020304" pitchFamily="18" charset="77"/>
                <a:ea typeface="Frutiger Condensed"/>
                <a:cs typeface="Frutiger Condensed"/>
                <a:sym typeface="Frutiger Condensed"/>
              </a:rPr>
              <a:t>ĐỘNG TỪ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0" b="1" i="0" u="none" strike="noStrike" kern="1200" cap="none" spc="0" normalizeH="0" baseline="0" noProof="0">
                <a:ln>
                  <a:noFill/>
                </a:ln>
                <a:solidFill>
                  <a:srgbClr val="4BACC6"/>
                </a:solidFill>
                <a:effectLst/>
                <a:uLnTx/>
                <a:uFillTx/>
                <a:latin typeface="American Typewriter" panose="02090604020004020304" pitchFamily="18" charset="77"/>
                <a:ea typeface="Frutiger Condensed"/>
                <a:cs typeface="Frutiger Condensed"/>
                <a:sym typeface="Frutiger Condensed"/>
              </a:rPr>
              <a:t>TOBE</a:t>
            </a:r>
          </a:p>
        </p:txBody>
      </p:sp>
      <p:sp>
        <p:nvSpPr>
          <p:cNvPr id="8" name="Freeform 6">
            <a:extLst>
              <a:ext uri="{FF2B5EF4-FFF2-40B4-BE49-F238E27FC236}">
                <a16:creationId xmlns:a16="http://schemas.microsoft.com/office/drawing/2014/main" id="{AF3B7FBC-6618-B1FC-AE33-3A83885B600E}"/>
              </a:ext>
            </a:extLst>
          </p:cNvPr>
          <p:cNvSpPr/>
          <p:nvPr/>
        </p:nvSpPr>
        <p:spPr>
          <a:xfrm>
            <a:off x="533400" y="2588634"/>
            <a:ext cx="5551407" cy="7818883"/>
          </a:xfrm>
          <a:custGeom>
            <a:avLst/>
            <a:gdLst/>
            <a:ahLst/>
            <a:cxnLst/>
            <a:rect l="l" t="t" r="r" b="b"/>
            <a:pathLst>
              <a:path w="5551407" h="7818883">
                <a:moveTo>
                  <a:pt x="0" y="0"/>
                </a:moveTo>
                <a:lnTo>
                  <a:pt x="5551407" y="0"/>
                </a:lnTo>
                <a:lnTo>
                  <a:pt x="5551407" y="7818883"/>
                </a:lnTo>
                <a:lnTo>
                  <a:pt x="0" y="7818883"/>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441607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15653-4A2F-69C8-E6A3-CEF50AE24A7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59CDE32-4A1F-D6D6-D890-3FEDDCE161CE}"/>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E7E3BFA9-3AC4-4C59-528A-80905AD35F7E}"/>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FFE9ED8F-4734-4553-486F-6C71C3474D88}"/>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 name="Group 5">
            <a:extLst>
              <a:ext uri="{FF2B5EF4-FFF2-40B4-BE49-F238E27FC236}">
                <a16:creationId xmlns:a16="http://schemas.microsoft.com/office/drawing/2014/main" id="{AEEC7B9B-B53D-0D41-3CD0-101E7A980160}"/>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E0A476FA-1F32-B3F5-EE62-890EF14C96A3}"/>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1546917C-2906-EDC1-4337-92877CE1CFF3}"/>
                </a:ext>
              </a:extLst>
            </p:cNvPr>
            <p:cNvSpPr txBox="1"/>
            <p:nvPr/>
          </p:nvSpPr>
          <p:spPr>
            <a:xfrm>
              <a:off x="0" y="-47625"/>
              <a:ext cx="5454346" cy="2751565"/>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FAA8675B-0A8C-67CF-E75C-BF6B7287A1A7}"/>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79543A2B-E9BF-6207-87C0-A383E5C1CDF5}"/>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93E4A241-F2EA-E90C-D721-B03BEECAE829}"/>
                </a:ext>
              </a:extLst>
            </p:cNvPr>
            <p:cNvSpPr txBox="1"/>
            <p:nvPr/>
          </p:nvSpPr>
          <p:spPr>
            <a:xfrm>
              <a:off x="0" y="-47625"/>
              <a:ext cx="5429786" cy="2704410"/>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6A1B2D7C-F6CD-F1A2-D5BE-34BC7BBAAA24}"/>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3DC190AD-87D1-C059-DAB3-2736EC5C6DE3}"/>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D7350B93-7BB8-B90A-72CC-D5E2B5E39BBF}"/>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3F0E34E7-6611-A51D-C415-33AA3012F851}"/>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5D6221E9-B7C8-5FC6-3F52-1B4AAB2C933B}"/>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BB738725-2333-65EB-6A7A-AE224A8F3502}"/>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981FEA96-5CE6-337F-3119-1191A4E0DC66}"/>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873BC8C4-48F4-74D9-2443-B5757F74EDD1}"/>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E81C9F16-8A74-2EAC-BEA5-3A910F4927CF}"/>
                </a:ext>
              </a:extLst>
            </p:cNvPr>
            <p:cNvSpPr txBox="1"/>
            <p:nvPr/>
          </p:nvSpPr>
          <p:spPr>
            <a:xfrm>
              <a:off x="0" y="-47625"/>
              <a:ext cx="3961731" cy="2448417"/>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4" name="Freeform 34">
            <a:extLst>
              <a:ext uri="{FF2B5EF4-FFF2-40B4-BE49-F238E27FC236}">
                <a16:creationId xmlns:a16="http://schemas.microsoft.com/office/drawing/2014/main" id="{A9A33F2A-D87A-83C7-1F38-A5F9883BFEB6}"/>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5" name="Group 35">
            <a:extLst>
              <a:ext uri="{FF2B5EF4-FFF2-40B4-BE49-F238E27FC236}">
                <a16:creationId xmlns:a16="http://schemas.microsoft.com/office/drawing/2014/main" id="{6D96D5E0-297F-496C-DD35-A4F730EB9B5B}"/>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0FA16A13-6E33-9BD3-58B3-C1E5D2D66216}"/>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709805D7-041C-3C3B-84CF-44C668B5BC9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Box 38">
                <a:extLst>
                  <a:ext uri="{FF2B5EF4-FFF2-40B4-BE49-F238E27FC236}">
                    <a16:creationId xmlns:a16="http://schemas.microsoft.com/office/drawing/2014/main" id="{F52458EF-E01A-4E9A-2AA3-092AD4B7BD8E}"/>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9" name="Group 39">
              <a:extLst>
                <a:ext uri="{FF2B5EF4-FFF2-40B4-BE49-F238E27FC236}">
                  <a16:creationId xmlns:a16="http://schemas.microsoft.com/office/drawing/2014/main" id="{875B5AAA-7968-6F2E-EECE-0C05CAFDC71C}"/>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D668BE2F-3BA4-4C0E-8EED-C41C1D246E6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Box 41">
                <a:extLst>
                  <a:ext uri="{FF2B5EF4-FFF2-40B4-BE49-F238E27FC236}">
                    <a16:creationId xmlns:a16="http://schemas.microsoft.com/office/drawing/2014/main" id="{C632DDE8-E7EB-05F5-9991-B6C1A6151E59}"/>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2" name="Group 42">
              <a:extLst>
                <a:ext uri="{FF2B5EF4-FFF2-40B4-BE49-F238E27FC236}">
                  <a16:creationId xmlns:a16="http://schemas.microsoft.com/office/drawing/2014/main" id="{76476616-C44B-ECCE-4E6A-6A0983A290AB}"/>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BF604BB8-C1AE-4F3A-DD8F-78D494D763B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Box 44">
                <a:extLst>
                  <a:ext uri="{FF2B5EF4-FFF2-40B4-BE49-F238E27FC236}">
                    <a16:creationId xmlns:a16="http://schemas.microsoft.com/office/drawing/2014/main" id="{9DC1F765-D9E0-9E65-2851-47462D0C8F86}"/>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5" name="Group 45">
              <a:extLst>
                <a:ext uri="{FF2B5EF4-FFF2-40B4-BE49-F238E27FC236}">
                  <a16:creationId xmlns:a16="http://schemas.microsoft.com/office/drawing/2014/main" id="{5901DFCF-4F5B-F431-3AD7-45A47A9789E1}"/>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A207185E-CBB9-48F2-BF18-0FC5CB7F147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Box 47">
                <a:extLst>
                  <a:ext uri="{FF2B5EF4-FFF2-40B4-BE49-F238E27FC236}">
                    <a16:creationId xmlns:a16="http://schemas.microsoft.com/office/drawing/2014/main" id="{47791352-8BDC-67F0-9FD3-719BA8564440}"/>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8" name="Group 48">
              <a:extLst>
                <a:ext uri="{FF2B5EF4-FFF2-40B4-BE49-F238E27FC236}">
                  <a16:creationId xmlns:a16="http://schemas.microsoft.com/office/drawing/2014/main" id="{801DD9E6-266F-D41F-7898-6C2CBEF7EE2E}"/>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FFCCFA40-F4A5-B3BD-4E13-52CFB2B57F1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Box 50">
                <a:extLst>
                  <a:ext uri="{FF2B5EF4-FFF2-40B4-BE49-F238E27FC236}">
                    <a16:creationId xmlns:a16="http://schemas.microsoft.com/office/drawing/2014/main" id="{48CA0ECD-9374-308B-A2BA-C80F676FC419}"/>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51" name="Freeform 51">
            <a:extLst>
              <a:ext uri="{FF2B5EF4-FFF2-40B4-BE49-F238E27FC236}">
                <a16:creationId xmlns:a16="http://schemas.microsoft.com/office/drawing/2014/main" id="{010AADD3-2282-4A61-78C7-13FA77619780}"/>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2" name="Group 52">
            <a:extLst>
              <a:ext uri="{FF2B5EF4-FFF2-40B4-BE49-F238E27FC236}">
                <a16:creationId xmlns:a16="http://schemas.microsoft.com/office/drawing/2014/main" id="{427A9E59-5285-2D5A-7861-28C8B721BD9F}"/>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05E5FC67-2D14-39E7-F72B-48D7C3986E16}"/>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00D5FC5C-07C3-29BB-1712-38CC8EA2826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69EF6A56-0E57-366C-B2D0-789E7B629DD2}"/>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6469ED49-5F46-CF0F-6FDC-774CD4A5A2C2}"/>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A501A162-5611-FC69-5115-EBDA9D8D0E3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55319E88-8F48-EF23-309B-EDC2CA29ECCF}"/>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0F129EDD-80F2-08C0-635A-1ACD3F8F965A}"/>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709F706C-BD9F-95C3-49CF-B6479B7713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00796915-96F8-615A-6B12-A2A587F8B52C}"/>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48224060-5382-ED2D-0BF3-8E32400C692D}"/>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A10EFF36-19AF-CC12-541D-A4B0AAD0553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D46EC895-7E8D-E158-7AA3-7D5A9DB374A1}"/>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5" name="Group 65">
              <a:extLst>
                <a:ext uri="{FF2B5EF4-FFF2-40B4-BE49-F238E27FC236}">
                  <a16:creationId xmlns:a16="http://schemas.microsoft.com/office/drawing/2014/main" id="{289B175B-30C3-404D-8370-4D699EFC44E3}"/>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CEA66628-868E-6696-089A-A249CBBC9BE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Box 67">
                <a:extLst>
                  <a:ext uri="{FF2B5EF4-FFF2-40B4-BE49-F238E27FC236}">
                    <a16:creationId xmlns:a16="http://schemas.microsoft.com/office/drawing/2014/main" id="{49F6E516-585A-3B8B-1BB5-FB5781C6AB0C}"/>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68" name="Group 68">
            <a:extLst>
              <a:ext uri="{FF2B5EF4-FFF2-40B4-BE49-F238E27FC236}">
                <a16:creationId xmlns:a16="http://schemas.microsoft.com/office/drawing/2014/main" id="{139A1C80-A625-0CE0-71A8-B1C729290FCF}"/>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5E02E4C5-2728-81DC-7F48-46421D769775}"/>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B628D292-B340-F696-2489-B32F0EBEA0DF}"/>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Box 71">
                <a:extLst>
                  <a:ext uri="{FF2B5EF4-FFF2-40B4-BE49-F238E27FC236}">
                    <a16:creationId xmlns:a16="http://schemas.microsoft.com/office/drawing/2014/main" id="{828893D1-CD75-5DBE-BB6E-FC33493FF2AC}"/>
                  </a:ext>
                </a:extLst>
              </p:cNvPr>
              <p:cNvSpPr txBox="1"/>
              <p:nvPr/>
            </p:nvSpPr>
            <p:spPr>
              <a:xfrm>
                <a:off x="0" y="-47625"/>
                <a:ext cx="458420"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2" name="Group 72">
              <a:extLst>
                <a:ext uri="{FF2B5EF4-FFF2-40B4-BE49-F238E27FC236}">
                  <a16:creationId xmlns:a16="http://schemas.microsoft.com/office/drawing/2014/main" id="{A8EFEBC5-0224-52BC-D084-82C0AB1693B2}"/>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609CFC78-72AB-3495-4A95-9FC886C9B5FC}"/>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TextBox 74">
                <a:extLst>
                  <a:ext uri="{FF2B5EF4-FFF2-40B4-BE49-F238E27FC236}">
                    <a16:creationId xmlns:a16="http://schemas.microsoft.com/office/drawing/2014/main" id="{C0D83425-951A-D6B9-787F-49882CE00269}"/>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5" name="Group 75">
              <a:extLst>
                <a:ext uri="{FF2B5EF4-FFF2-40B4-BE49-F238E27FC236}">
                  <a16:creationId xmlns:a16="http://schemas.microsoft.com/office/drawing/2014/main" id="{EDBA8FD4-8816-79A7-C4AF-F0C418029932}"/>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3C06F986-3FD3-9C29-8F9D-242C7643C1F9}"/>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7" name="TextBox 77">
                <a:extLst>
                  <a:ext uri="{FF2B5EF4-FFF2-40B4-BE49-F238E27FC236}">
                    <a16:creationId xmlns:a16="http://schemas.microsoft.com/office/drawing/2014/main" id="{BC4A44D4-CFDA-9101-DC98-9908F2ED3032}"/>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8" name="Group 78">
              <a:extLst>
                <a:ext uri="{FF2B5EF4-FFF2-40B4-BE49-F238E27FC236}">
                  <a16:creationId xmlns:a16="http://schemas.microsoft.com/office/drawing/2014/main" id="{30D73393-E6C1-5763-A499-B4727FB8B1BA}"/>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A1E99354-7111-3A88-55A5-FF19F117441A}"/>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Box 80">
                <a:extLst>
                  <a:ext uri="{FF2B5EF4-FFF2-40B4-BE49-F238E27FC236}">
                    <a16:creationId xmlns:a16="http://schemas.microsoft.com/office/drawing/2014/main" id="{69377752-53F4-BDCE-878C-9C301CB5FBCD}"/>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1" name="Group 81">
              <a:extLst>
                <a:ext uri="{FF2B5EF4-FFF2-40B4-BE49-F238E27FC236}">
                  <a16:creationId xmlns:a16="http://schemas.microsoft.com/office/drawing/2014/main" id="{86C05230-D2F8-C0F2-F522-09D359EACE29}"/>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A1243606-2328-A52F-6146-AC07671DAA16}"/>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3" name="TextBox 83">
                <a:extLst>
                  <a:ext uri="{FF2B5EF4-FFF2-40B4-BE49-F238E27FC236}">
                    <a16:creationId xmlns:a16="http://schemas.microsoft.com/office/drawing/2014/main" id="{CC3687DC-24BE-40E9-44B0-613A424FC1CD}"/>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84" name="Freeform 84">
            <a:extLst>
              <a:ext uri="{FF2B5EF4-FFF2-40B4-BE49-F238E27FC236}">
                <a16:creationId xmlns:a16="http://schemas.microsoft.com/office/drawing/2014/main" id="{ADE92D01-B91D-899F-A975-D60DDB948C6F}"/>
              </a:ext>
            </a:extLst>
          </p:cNvPr>
          <p:cNvSpPr/>
          <p:nvPr/>
        </p:nvSpPr>
        <p:spPr>
          <a:xfrm rot="6451370">
            <a:off x="15324698" y="7886286"/>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F9F9906F-12B1-B682-FC01-D9FD3D8652D3}"/>
              </a:ext>
            </a:extLst>
          </p:cNvPr>
          <p:cNvSpPr txBox="1"/>
          <p:nvPr/>
        </p:nvSpPr>
        <p:spPr>
          <a:xfrm>
            <a:off x="1670013" y="929570"/>
            <a:ext cx="15727454" cy="8540480"/>
          </a:xfrm>
          <a:prstGeom prst="rect">
            <a:avLst/>
          </a:prstGeom>
          <a:noFill/>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vi-VN" sz="4500" b="1" i="0" u="none" strike="noStrike" kern="1200" cap="none" spc="0" normalizeH="0" baseline="0" noProof="0">
                <a:ln>
                  <a:noFill/>
                </a:ln>
                <a:solidFill>
                  <a:srgbClr val="C00000"/>
                </a:solidFill>
                <a:effectLst/>
                <a:uLnTx/>
                <a:uFillTx/>
                <a:latin typeface="American Typewriter" panose="02090604020004020304" pitchFamily="18" charset="77"/>
                <a:ea typeface="+mn-ea"/>
                <a:cs typeface="+mn-cs"/>
              </a:rPr>
              <a:t>THÌ HIỆN TẠI ĐƠN</a:t>
            </a:r>
          </a:p>
          <a:p>
            <a:pPr algn="just">
              <a:lnSpc>
                <a:spcPct val="150000"/>
              </a:lnSpc>
              <a:buNone/>
            </a:pPr>
            <a:r>
              <a:rPr lang="vi-VN" sz="4000" b="1">
                <a:solidFill>
                  <a:srgbClr val="00B0F0"/>
                </a:solidFill>
                <a:latin typeface="American Typewriter" panose="02090604020004020304" pitchFamily="18" charset="77"/>
              </a:rPr>
              <a:t>Trong thì hiện tại đơn, “to be” có ba dạng:</a:t>
            </a:r>
          </a:p>
          <a:p>
            <a:pPr marL="685800" indent="-685800" algn="just">
              <a:lnSpc>
                <a:spcPct val="150000"/>
              </a:lnSpc>
              <a:buFont typeface="Wingdings" pitchFamily="2" charset="2"/>
              <a:buChar char="§"/>
            </a:pPr>
            <a:r>
              <a:rPr lang="vi-VN" sz="4000" b="1">
                <a:latin typeface="American Typewriter" panose="02090604020004020304" pitchFamily="18" charset="77"/>
              </a:rPr>
              <a:t>am</a:t>
            </a:r>
            <a:r>
              <a:rPr lang="vi-VN" sz="4000">
                <a:latin typeface="American Typewriter" panose="02090604020004020304" pitchFamily="18" charset="77"/>
              </a:rPr>
              <a:t> dùng với </a:t>
            </a:r>
            <a:r>
              <a:rPr lang="vi-VN" sz="4000" b="1">
                <a:latin typeface="American Typewriter" panose="02090604020004020304" pitchFamily="18" charset="77"/>
              </a:rPr>
              <a:t>chủ từ I</a:t>
            </a:r>
          </a:p>
          <a:p>
            <a:pPr marL="685800" indent="-685800" algn="just">
              <a:lnSpc>
                <a:spcPct val="150000"/>
              </a:lnSpc>
              <a:buFont typeface="Wingdings" pitchFamily="2" charset="2"/>
              <a:buChar char="§"/>
            </a:pPr>
            <a:r>
              <a:rPr lang="vi-VN" sz="4000" b="1">
                <a:latin typeface="American Typewriter" panose="02090604020004020304" pitchFamily="18" charset="77"/>
              </a:rPr>
              <a:t>is</a:t>
            </a:r>
            <a:r>
              <a:rPr lang="vi-VN" sz="4000">
                <a:latin typeface="American Typewriter" panose="02090604020004020304" pitchFamily="18" charset="77"/>
              </a:rPr>
              <a:t> dùng với </a:t>
            </a:r>
            <a:r>
              <a:rPr lang="vi-VN" sz="4000" b="1">
                <a:latin typeface="American Typewriter" panose="02090604020004020304" pitchFamily="18" charset="77"/>
              </a:rPr>
              <a:t>chủ từ số ít </a:t>
            </a:r>
          </a:p>
          <a:p>
            <a:pPr marL="685800" indent="-685800" algn="just">
              <a:lnSpc>
                <a:spcPct val="150000"/>
              </a:lnSpc>
              <a:buFont typeface="Wingdings" pitchFamily="2" charset="2"/>
              <a:buChar char="§"/>
            </a:pPr>
            <a:r>
              <a:rPr lang="vi-VN" sz="4000" b="1">
                <a:latin typeface="American Typewriter" panose="02090604020004020304" pitchFamily="18" charset="77"/>
              </a:rPr>
              <a:t>are</a:t>
            </a:r>
            <a:r>
              <a:rPr lang="vi-VN" sz="4000">
                <a:latin typeface="American Typewriter" panose="02090604020004020304" pitchFamily="18" charset="77"/>
              </a:rPr>
              <a:t> dùng với </a:t>
            </a:r>
            <a:r>
              <a:rPr lang="vi-VN" sz="4000" b="1">
                <a:latin typeface="American Typewriter" panose="02090604020004020304" pitchFamily="18" charset="77"/>
              </a:rPr>
              <a:t>chủ từ số nhiều</a:t>
            </a:r>
          </a:p>
          <a:p>
            <a:pPr algn="just">
              <a:lnSpc>
                <a:spcPct val="150000"/>
              </a:lnSpc>
              <a:buNone/>
            </a:pPr>
            <a:r>
              <a:rPr lang="vi-VN" sz="4000" b="1">
                <a:solidFill>
                  <a:srgbClr val="00B0F0"/>
                </a:solidFill>
                <a:latin typeface="American Typewriter" panose="02090604020004020304" pitchFamily="18" charset="77"/>
              </a:rPr>
              <a:t>Ví dụ:</a:t>
            </a:r>
            <a:endParaRPr lang="vi-VN" sz="4000">
              <a:solidFill>
                <a:srgbClr val="00B0F0"/>
              </a:solidFill>
              <a:latin typeface="American Typewriter" panose="02090604020004020304" pitchFamily="18" charset="77"/>
            </a:endParaRPr>
          </a:p>
          <a:p>
            <a:pPr marL="685800" indent="-685800" algn="just">
              <a:lnSpc>
                <a:spcPct val="150000"/>
              </a:lnSpc>
              <a:buFont typeface="Wingdings" pitchFamily="2" charset="2"/>
              <a:buChar char="§"/>
            </a:pPr>
            <a:r>
              <a:rPr lang="vi-VN" sz="4000">
                <a:latin typeface="American Typewriter" panose="02090604020004020304" pitchFamily="18" charset="77"/>
              </a:rPr>
              <a:t>I </a:t>
            </a:r>
            <a:r>
              <a:rPr lang="vi-VN" sz="4000" b="1">
                <a:latin typeface="American Typewriter" panose="02090604020004020304" pitchFamily="18" charset="77"/>
              </a:rPr>
              <a:t>am</a:t>
            </a:r>
            <a:r>
              <a:rPr lang="vi-VN" sz="4000">
                <a:latin typeface="American Typewriter" panose="02090604020004020304" pitchFamily="18" charset="77"/>
              </a:rPr>
              <a:t> tired.</a:t>
            </a:r>
          </a:p>
          <a:p>
            <a:pPr marL="685800" indent="-685800" algn="just">
              <a:lnSpc>
                <a:spcPct val="150000"/>
              </a:lnSpc>
              <a:buFont typeface="Wingdings" pitchFamily="2" charset="2"/>
              <a:buChar char="§"/>
            </a:pPr>
            <a:r>
              <a:rPr lang="vi-VN" sz="4000">
                <a:latin typeface="American Typewriter" panose="02090604020004020304" pitchFamily="18" charset="77"/>
              </a:rPr>
              <a:t>She </a:t>
            </a:r>
            <a:r>
              <a:rPr lang="vi-VN" sz="4000" b="1">
                <a:latin typeface="American Typewriter" panose="02090604020004020304" pitchFamily="18" charset="77"/>
              </a:rPr>
              <a:t>is</a:t>
            </a:r>
            <a:r>
              <a:rPr lang="vi-VN" sz="4000">
                <a:latin typeface="American Typewriter" panose="02090604020004020304" pitchFamily="18" charset="77"/>
              </a:rPr>
              <a:t> a teacher.</a:t>
            </a:r>
          </a:p>
          <a:p>
            <a:pPr marL="685800" indent="-685800" algn="just">
              <a:lnSpc>
                <a:spcPct val="150000"/>
              </a:lnSpc>
              <a:buFont typeface="Wingdings" pitchFamily="2" charset="2"/>
              <a:buChar char="§"/>
            </a:pPr>
            <a:r>
              <a:rPr lang="vi-VN" sz="4000">
                <a:latin typeface="American Typewriter" panose="02090604020004020304" pitchFamily="18" charset="77"/>
              </a:rPr>
              <a:t>They </a:t>
            </a:r>
            <a:r>
              <a:rPr lang="vi-VN" sz="4000" b="1">
                <a:latin typeface="American Typewriter" panose="02090604020004020304" pitchFamily="18" charset="77"/>
              </a:rPr>
              <a:t>are</a:t>
            </a:r>
            <a:r>
              <a:rPr lang="vi-VN" sz="4000">
                <a:latin typeface="American Typewriter" panose="02090604020004020304" pitchFamily="18" charset="77"/>
              </a:rPr>
              <a:t> at school.</a:t>
            </a:r>
          </a:p>
        </p:txBody>
      </p:sp>
    </p:spTree>
    <p:extLst>
      <p:ext uri="{BB962C8B-B14F-4D97-AF65-F5344CB8AC3E}">
        <p14:creationId xmlns:p14="http://schemas.microsoft.com/office/powerpoint/2010/main" val="2105204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8">
                                            <p:txEl>
                                              <p:pRg st="4" end="4"/>
                                            </p:txEl>
                                          </p:spTgt>
                                        </p:tgtEl>
                                        <p:attrNameLst>
                                          <p:attrName>style.visibility</p:attrName>
                                        </p:attrNameLst>
                                      </p:cBhvr>
                                      <p:to>
                                        <p:strVal val="visible"/>
                                      </p:to>
                                    </p:set>
                                    <p:anim calcmode="lin" valueType="num">
                                      <p:cBhvr additive="base">
                                        <p:cTn id="31" dur="500" fill="hold"/>
                                        <p:tgtEl>
                                          <p:spTgt spid="9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8">
                                            <p:txEl>
                                              <p:pRg st="5" end="5"/>
                                            </p:txEl>
                                          </p:spTgt>
                                        </p:tgtEl>
                                        <p:attrNameLst>
                                          <p:attrName>style.visibility</p:attrName>
                                        </p:attrNameLst>
                                      </p:cBhvr>
                                      <p:to>
                                        <p:strVal val="visible"/>
                                      </p:to>
                                    </p:set>
                                    <p:anim calcmode="lin" valueType="num">
                                      <p:cBhvr additive="base">
                                        <p:cTn id="37" dur="500" fill="hold"/>
                                        <p:tgtEl>
                                          <p:spTgt spid="9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8">
                                            <p:txEl>
                                              <p:pRg st="6" end="6"/>
                                            </p:txEl>
                                          </p:spTgt>
                                        </p:tgtEl>
                                        <p:attrNameLst>
                                          <p:attrName>style.visibility</p:attrName>
                                        </p:attrNameLst>
                                      </p:cBhvr>
                                      <p:to>
                                        <p:strVal val="visible"/>
                                      </p:to>
                                    </p:set>
                                    <p:anim calcmode="lin" valueType="num">
                                      <p:cBhvr additive="base">
                                        <p:cTn id="43" dur="500" fill="hold"/>
                                        <p:tgtEl>
                                          <p:spTgt spid="98">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98">
                                            <p:txEl>
                                              <p:pRg st="7" end="7"/>
                                            </p:txEl>
                                          </p:spTgt>
                                        </p:tgtEl>
                                        <p:attrNameLst>
                                          <p:attrName>style.visibility</p:attrName>
                                        </p:attrNameLst>
                                      </p:cBhvr>
                                      <p:to>
                                        <p:strVal val="visible"/>
                                      </p:to>
                                    </p:set>
                                    <p:anim calcmode="lin" valueType="num">
                                      <p:cBhvr additive="base">
                                        <p:cTn id="49" dur="500" fill="hold"/>
                                        <p:tgtEl>
                                          <p:spTgt spid="98">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98">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98">
                                            <p:txEl>
                                              <p:pRg st="8" end="8"/>
                                            </p:txEl>
                                          </p:spTgt>
                                        </p:tgtEl>
                                        <p:attrNameLst>
                                          <p:attrName>style.visibility</p:attrName>
                                        </p:attrNameLst>
                                      </p:cBhvr>
                                      <p:to>
                                        <p:strVal val="visible"/>
                                      </p:to>
                                    </p:set>
                                    <p:anim calcmode="lin" valueType="num">
                                      <p:cBhvr additive="base">
                                        <p:cTn id="55" dur="500" fill="hold"/>
                                        <p:tgtEl>
                                          <p:spTgt spid="98">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98">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A537E-467E-37E0-917D-4B49DB61CAB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6FC1EC2-1761-FE41-8CD4-719992106A73}"/>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6913EAF2-8D2D-211C-3C7F-7A8FF7B3809B}"/>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FA072FF2-A66A-14FB-50EA-D005C002743C}"/>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 name="Group 5">
            <a:extLst>
              <a:ext uri="{FF2B5EF4-FFF2-40B4-BE49-F238E27FC236}">
                <a16:creationId xmlns:a16="http://schemas.microsoft.com/office/drawing/2014/main" id="{38E3A5C1-2C9B-B0C9-D61D-42D73471E7A1}"/>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8E116D16-943B-C180-4D3A-E3A0BD8E5720}"/>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E31528ED-335D-525E-32A0-E2711B18C97B}"/>
                </a:ext>
              </a:extLst>
            </p:cNvPr>
            <p:cNvSpPr txBox="1"/>
            <p:nvPr/>
          </p:nvSpPr>
          <p:spPr>
            <a:xfrm>
              <a:off x="0" y="-47625"/>
              <a:ext cx="5454346" cy="2751565"/>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5201BDDC-4818-CAE9-0754-E406F9D97DDD}"/>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A6EB1115-07C2-B6FE-0CE0-D291EDDEACC1}"/>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A3DCB241-7716-1DF6-4D2C-9B100603906D}"/>
                </a:ext>
              </a:extLst>
            </p:cNvPr>
            <p:cNvSpPr txBox="1"/>
            <p:nvPr/>
          </p:nvSpPr>
          <p:spPr>
            <a:xfrm>
              <a:off x="0" y="-47625"/>
              <a:ext cx="5429786" cy="2704410"/>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C1850F3B-229A-A9DB-7867-6B38F1DD30C2}"/>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D5178E98-C84E-3DB2-9344-79B783E9A1B6}"/>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E3AD656A-4F89-7A07-C739-B29E9B857DA1}"/>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6C6CAB61-667F-1B82-1BF7-B5AC964099AC}"/>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C7F55AA2-821F-2556-A968-0CDF92F308C7}"/>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DB0C9348-F895-1C35-B922-76139302D9A3}"/>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1201BA5A-A0D9-CFE5-3A03-5E04C7CCF110}"/>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C25D8FD2-03DC-D2CE-B56C-BE2D2DAF4F0F}"/>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9C812F84-90CA-DEC7-EB3D-569F0E7D837E}"/>
                </a:ext>
              </a:extLst>
            </p:cNvPr>
            <p:cNvSpPr txBox="1"/>
            <p:nvPr/>
          </p:nvSpPr>
          <p:spPr>
            <a:xfrm>
              <a:off x="0" y="-47625"/>
              <a:ext cx="3961731" cy="2448417"/>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4" name="Freeform 34">
            <a:extLst>
              <a:ext uri="{FF2B5EF4-FFF2-40B4-BE49-F238E27FC236}">
                <a16:creationId xmlns:a16="http://schemas.microsoft.com/office/drawing/2014/main" id="{CFEADAEE-60FC-84E3-6872-E7F3C6278D70}"/>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5" name="Group 35">
            <a:extLst>
              <a:ext uri="{FF2B5EF4-FFF2-40B4-BE49-F238E27FC236}">
                <a16:creationId xmlns:a16="http://schemas.microsoft.com/office/drawing/2014/main" id="{6886A73E-64AB-0F70-DA58-93F3A5C91DF4}"/>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8DEB379F-0194-9D8D-29E8-11A6285F0C40}"/>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A61CE1C2-9F8D-90F2-0405-157ADCAF712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Box 38">
                <a:extLst>
                  <a:ext uri="{FF2B5EF4-FFF2-40B4-BE49-F238E27FC236}">
                    <a16:creationId xmlns:a16="http://schemas.microsoft.com/office/drawing/2014/main" id="{794B72BA-F9A8-8455-BB3F-A5D3D2B99D42}"/>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9" name="Group 39">
              <a:extLst>
                <a:ext uri="{FF2B5EF4-FFF2-40B4-BE49-F238E27FC236}">
                  <a16:creationId xmlns:a16="http://schemas.microsoft.com/office/drawing/2014/main" id="{D643457F-4EB2-8E7D-D111-74C3A45E8ED5}"/>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DED824E4-E05B-0A21-2F31-4035A773E46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Box 41">
                <a:extLst>
                  <a:ext uri="{FF2B5EF4-FFF2-40B4-BE49-F238E27FC236}">
                    <a16:creationId xmlns:a16="http://schemas.microsoft.com/office/drawing/2014/main" id="{EA4B7481-ED96-B858-7CDC-45CFF64EB0B7}"/>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2" name="Group 42">
              <a:extLst>
                <a:ext uri="{FF2B5EF4-FFF2-40B4-BE49-F238E27FC236}">
                  <a16:creationId xmlns:a16="http://schemas.microsoft.com/office/drawing/2014/main" id="{8CF416FA-43EA-CD3B-E753-7306DCE6DE95}"/>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34D5995B-E502-A5D3-00F8-68B972FABC5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Box 44">
                <a:extLst>
                  <a:ext uri="{FF2B5EF4-FFF2-40B4-BE49-F238E27FC236}">
                    <a16:creationId xmlns:a16="http://schemas.microsoft.com/office/drawing/2014/main" id="{18BE7228-A21A-F6D5-AAD9-EDD18B272DD9}"/>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5" name="Group 45">
              <a:extLst>
                <a:ext uri="{FF2B5EF4-FFF2-40B4-BE49-F238E27FC236}">
                  <a16:creationId xmlns:a16="http://schemas.microsoft.com/office/drawing/2014/main" id="{7CFE8BBF-78CD-A7C3-3196-234E85EDFF36}"/>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1045D9C2-9F3B-C6B1-0B6B-FC498AEE8D1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Box 47">
                <a:extLst>
                  <a:ext uri="{FF2B5EF4-FFF2-40B4-BE49-F238E27FC236}">
                    <a16:creationId xmlns:a16="http://schemas.microsoft.com/office/drawing/2014/main" id="{8E33A907-AB89-2074-31DC-5A0E8529ED08}"/>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8" name="Group 48">
              <a:extLst>
                <a:ext uri="{FF2B5EF4-FFF2-40B4-BE49-F238E27FC236}">
                  <a16:creationId xmlns:a16="http://schemas.microsoft.com/office/drawing/2014/main" id="{6B1F6051-2F4C-58AB-0778-B15BBD19FCD4}"/>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AEADE624-1165-5EA3-F931-89865B9C4AE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Box 50">
                <a:extLst>
                  <a:ext uri="{FF2B5EF4-FFF2-40B4-BE49-F238E27FC236}">
                    <a16:creationId xmlns:a16="http://schemas.microsoft.com/office/drawing/2014/main" id="{1C792D9D-3508-04D5-D2CC-9C0BEEEE21C9}"/>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51" name="Freeform 51">
            <a:extLst>
              <a:ext uri="{FF2B5EF4-FFF2-40B4-BE49-F238E27FC236}">
                <a16:creationId xmlns:a16="http://schemas.microsoft.com/office/drawing/2014/main" id="{3CB06B68-780C-747D-9997-3702B17759D7}"/>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2" name="Group 52">
            <a:extLst>
              <a:ext uri="{FF2B5EF4-FFF2-40B4-BE49-F238E27FC236}">
                <a16:creationId xmlns:a16="http://schemas.microsoft.com/office/drawing/2014/main" id="{93A2098E-C39C-A3CF-BD87-EB33443D06E8}"/>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BD476A97-C55D-738C-C70F-375D3ECC3998}"/>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C3D24174-14C7-00D8-7868-D2D1193205E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2E2F12CF-3CDD-EA2B-DEE6-ABA46D70C9F3}"/>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492486BC-6169-1C6D-667F-CD1C78F86C03}"/>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39F4F20C-C189-8FD7-5D67-FF9C3105D48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3758AB7C-7A15-4E96-356A-D6F8526B5A8C}"/>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F984F78E-BEA6-1ACD-63E6-2C4DBA9DB63E}"/>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5E4A5D8A-CD1D-CD6A-6EA8-3CED5913750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37C5B82A-F579-7730-4C7C-CAC93AC0C92B}"/>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0904E00A-36F7-D9B4-56DD-E7ECE492EB8A}"/>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A35ABFFA-9241-F83E-659C-0FE95F819CD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50FA48E8-6369-0A9B-B184-29DEAF0064DD}"/>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5" name="Group 65">
              <a:extLst>
                <a:ext uri="{FF2B5EF4-FFF2-40B4-BE49-F238E27FC236}">
                  <a16:creationId xmlns:a16="http://schemas.microsoft.com/office/drawing/2014/main" id="{98827481-3715-EEEB-C060-A43F903DF62C}"/>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61D834D9-0BD2-6E45-497B-F1B64C36963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Box 67">
                <a:extLst>
                  <a:ext uri="{FF2B5EF4-FFF2-40B4-BE49-F238E27FC236}">
                    <a16:creationId xmlns:a16="http://schemas.microsoft.com/office/drawing/2014/main" id="{D78DFCC7-2A2B-9DB7-6C22-375447C38CC7}"/>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68" name="Group 68">
            <a:extLst>
              <a:ext uri="{FF2B5EF4-FFF2-40B4-BE49-F238E27FC236}">
                <a16:creationId xmlns:a16="http://schemas.microsoft.com/office/drawing/2014/main" id="{A7F00AE3-D2F4-851E-CF66-F19616B13F7A}"/>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80DA04A6-E92F-0488-48FD-AA89326B7CCD}"/>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EF1C92A2-C7AD-041C-5D2B-D013EA8F51CC}"/>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Box 71">
                <a:extLst>
                  <a:ext uri="{FF2B5EF4-FFF2-40B4-BE49-F238E27FC236}">
                    <a16:creationId xmlns:a16="http://schemas.microsoft.com/office/drawing/2014/main" id="{A99DA7B6-06E1-EE76-B89B-47329A71409F}"/>
                  </a:ext>
                </a:extLst>
              </p:cNvPr>
              <p:cNvSpPr txBox="1"/>
              <p:nvPr/>
            </p:nvSpPr>
            <p:spPr>
              <a:xfrm>
                <a:off x="0" y="-47625"/>
                <a:ext cx="458420"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2" name="Group 72">
              <a:extLst>
                <a:ext uri="{FF2B5EF4-FFF2-40B4-BE49-F238E27FC236}">
                  <a16:creationId xmlns:a16="http://schemas.microsoft.com/office/drawing/2014/main" id="{05F298B9-518D-68C4-F13E-D785A20979BB}"/>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77822BD6-6AEE-02D9-1175-B44C4242EB24}"/>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TextBox 74">
                <a:extLst>
                  <a:ext uri="{FF2B5EF4-FFF2-40B4-BE49-F238E27FC236}">
                    <a16:creationId xmlns:a16="http://schemas.microsoft.com/office/drawing/2014/main" id="{1E0E5164-718B-50C7-ACAD-85546B0628A3}"/>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5" name="Group 75">
              <a:extLst>
                <a:ext uri="{FF2B5EF4-FFF2-40B4-BE49-F238E27FC236}">
                  <a16:creationId xmlns:a16="http://schemas.microsoft.com/office/drawing/2014/main" id="{4AC85F06-CEF4-5E35-E0C8-A338A68FB330}"/>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E130681F-7EE4-812B-B92F-469DE8792EB6}"/>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7" name="TextBox 77">
                <a:extLst>
                  <a:ext uri="{FF2B5EF4-FFF2-40B4-BE49-F238E27FC236}">
                    <a16:creationId xmlns:a16="http://schemas.microsoft.com/office/drawing/2014/main" id="{3F501B97-B32D-A16C-067F-8CF5B58E9E2A}"/>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8" name="Group 78">
              <a:extLst>
                <a:ext uri="{FF2B5EF4-FFF2-40B4-BE49-F238E27FC236}">
                  <a16:creationId xmlns:a16="http://schemas.microsoft.com/office/drawing/2014/main" id="{B9E2D251-D4BA-37E4-ED0F-581DFE669F14}"/>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C532DEEC-E5F7-FAEE-26CC-6060499433AA}"/>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Box 80">
                <a:extLst>
                  <a:ext uri="{FF2B5EF4-FFF2-40B4-BE49-F238E27FC236}">
                    <a16:creationId xmlns:a16="http://schemas.microsoft.com/office/drawing/2014/main" id="{69F3FECA-ABD6-8EF2-37BD-7E437B2A7AAA}"/>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1" name="Group 81">
              <a:extLst>
                <a:ext uri="{FF2B5EF4-FFF2-40B4-BE49-F238E27FC236}">
                  <a16:creationId xmlns:a16="http://schemas.microsoft.com/office/drawing/2014/main" id="{B82D2495-923E-877C-A624-0940A3A061CE}"/>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FE4C5FB7-C71C-0B99-69CE-B5D8797A23E4}"/>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3" name="TextBox 83">
                <a:extLst>
                  <a:ext uri="{FF2B5EF4-FFF2-40B4-BE49-F238E27FC236}">
                    <a16:creationId xmlns:a16="http://schemas.microsoft.com/office/drawing/2014/main" id="{B3C5FAD9-6347-D22B-FE29-41F8710B0D3F}"/>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84" name="Freeform 84">
            <a:extLst>
              <a:ext uri="{FF2B5EF4-FFF2-40B4-BE49-F238E27FC236}">
                <a16:creationId xmlns:a16="http://schemas.microsoft.com/office/drawing/2014/main" id="{BF7B2822-5415-AF52-A36A-8B9372637A49}"/>
              </a:ext>
            </a:extLst>
          </p:cNvPr>
          <p:cNvSpPr/>
          <p:nvPr/>
        </p:nvSpPr>
        <p:spPr>
          <a:xfrm rot="6451370">
            <a:off x="15324698" y="7886286"/>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53520FC0-6283-A3D3-2A42-49B06914E0D2}"/>
              </a:ext>
            </a:extLst>
          </p:cNvPr>
          <p:cNvSpPr txBox="1"/>
          <p:nvPr/>
        </p:nvSpPr>
        <p:spPr>
          <a:xfrm>
            <a:off x="1670013" y="1360612"/>
            <a:ext cx="15727454" cy="7501734"/>
          </a:xfrm>
          <a:prstGeom prst="rect">
            <a:avLst/>
          </a:prstGeom>
          <a:noFill/>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vi-VN" sz="4500" b="1" i="0" u="none" strike="noStrike" kern="1200" cap="none" spc="0" normalizeH="0" baseline="0" noProof="0">
                <a:ln>
                  <a:noFill/>
                </a:ln>
                <a:solidFill>
                  <a:srgbClr val="C00000"/>
                </a:solidFill>
                <a:effectLst/>
                <a:uLnTx/>
                <a:uFillTx/>
                <a:latin typeface="American Typewriter" panose="02090604020004020304" pitchFamily="18" charset="77"/>
                <a:ea typeface="+mn-ea"/>
                <a:cs typeface="+mn-cs"/>
              </a:rPr>
              <a:t>THÌ QUÁ</a:t>
            </a:r>
            <a:r>
              <a:rPr kumimoji="0" lang="vi-VN" sz="4500" b="1" i="0" u="none" strike="noStrike" kern="1200" cap="none" spc="0" normalizeH="0" noProof="0">
                <a:ln>
                  <a:noFill/>
                </a:ln>
                <a:solidFill>
                  <a:srgbClr val="C00000"/>
                </a:solidFill>
                <a:effectLst/>
                <a:uLnTx/>
                <a:uFillTx/>
                <a:latin typeface="American Typewriter" panose="02090604020004020304" pitchFamily="18" charset="77"/>
                <a:ea typeface="+mn-ea"/>
                <a:cs typeface="+mn-cs"/>
              </a:rPr>
              <a:t> KHỨ </a:t>
            </a:r>
            <a:r>
              <a:rPr kumimoji="0" lang="vi-VN" sz="4500" b="1" i="0" u="none" strike="noStrike" kern="1200" cap="none" spc="0" normalizeH="0" baseline="0" noProof="0">
                <a:ln>
                  <a:noFill/>
                </a:ln>
                <a:solidFill>
                  <a:srgbClr val="C00000"/>
                </a:solidFill>
                <a:effectLst/>
                <a:uLnTx/>
                <a:uFillTx/>
                <a:latin typeface="American Typewriter" panose="02090604020004020304" pitchFamily="18" charset="77"/>
                <a:ea typeface="+mn-ea"/>
                <a:cs typeface="+mn-cs"/>
              </a:rPr>
              <a:t>ĐƠN</a:t>
            </a:r>
          </a:p>
          <a:p>
            <a:pPr>
              <a:lnSpc>
                <a:spcPct val="150000"/>
              </a:lnSpc>
              <a:buNone/>
            </a:pPr>
            <a:r>
              <a:rPr lang="en-US" sz="4000" b="1">
                <a:solidFill>
                  <a:srgbClr val="00B0F0"/>
                </a:solidFill>
                <a:latin typeface="American Typewriter" panose="02090604020004020304" pitchFamily="18" charset="77"/>
              </a:rPr>
              <a:t>Ở thì quá khứ, “to be” có hai dạng:</a:t>
            </a:r>
          </a:p>
          <a:p>
            <a:pPr marL="571500" indent="-571500">
              <a:lnSpc>
                <a:spcPct val="150000"/>
              </a:lnSpc>
              <a:buFont typeface="Wingdings" pitchFamily="2" charset="2"/>
              <a:buChar char="§"/>
            </a:pPr>
            <a:r>
              <a:rPr lang="en-US" sz="4000" b="1">
                <a:latin typeface="American Typewriter" panose="02090604020004020304" pitchFamily="18" charset="77"/>
              </a:rPr>
              <a:t>was</a:t>
            </a:r>
            <a:r>
              <a:rPr lang="en-US" sz="4000">
                <a:latin typeface="American Typewriter" panose="02090604020004020304" pitchFamily="18" charset="77"/>
              </a:rPr>
              <a:t> dùng với </a:t>
            </a:r>
            <a:r>
              <a:rPr lang="en-US" sz="4000" b="1">
                <a:latin typeface="American Typewriter" panose="02090604020004020304" pitchFamily="18" charset="77"/>
              </a:rPr>
              <a:t>chủ từ I và chủ từ số ít</a:t>
            </a:r>
          </a:p>
          <a:p>
            <a:pPr marL="571500" indent="-571500">
              <a:lnSpc>
                <a:spcPct val="150000"/>
              </a:lnSpc>
              <a:buFont typeface="Wingdings" pitchFamily="2" charset="2"/>
              <a:buChar char="§"/>
            </a:pPr>
            <a:r>
              <a:rPr lang="en-US" sz="4000" b="1">
                <a:latin typeface="American Typewriter" panose="02090604020004020304" pitchFamily="18" charset="77"/>
              </a:rPr>
              <a:t>were</a:t>
            </a:r>
            <a:r>
              <a:rPr lang="en-US" sz="4000">
                <a:latin typeface="American Typewriter" panose="02090604020004020304" pitchFamily="18" charset="77"/>
              </a:rPr>
              <a:t> dùng với </a:t>
            </a:r>
            <a:r>
              <a:rPr lang="en-US" sz="4000" b="1">
                <a:latin typeface="American Typewriter" panose="02090604020004020304" pitchFamily="18" charset="77"/>
              </a:rPr>
              <a:t>chủ từ số nhiều</a:t>
            </a:r>
          </a:p>
          <a:p>
            <a:pPr>
              <a:lnSpc>
                <a:spcPct val="150000"/>
              </a:lnSpc>
              <a:buNone/>
            </a:pPr>
            <a:r>
              <a:rPr lang="en-US" sz="4000" b="1">
                <a:solidFill>
                  <a:srgbClr val="00B0F0"/>
                </a:solidFill>
                <a:latin typeface="American Typewriter" panose="02090604020004020304" pitchFamily="18" charset="77"/>
              </a:rPr>
              <a:t>Ví dụ:</a:t>
            </a:r>
            <a:endParaRPr lang="en-US" sz="4000">
              <a:solidFill>
                <a:srgbClr val="00B0F0"/>
              </a:solidFill>
              <a:latin typeface="American Typewriter" panose="02090604020004020304" pitchFamily="18" charset="77"/>
            </a:endParaRPr>
          </a:p>
          <a:p>
            <a:pPr marL="571500" indent="-571500">
              <a:lnSpc>
                <a:spcPct val="150000"/>
              </a:lnSpc>
              <a:buFont typeface="Wingdings" pitchFamily="2" charset="2"/>
              <a:buChar char="§"/>
            </a:pPr>
            <a:r>
              <a:rPr lang="en-US" sz="4000">
                <a:latin typeface="American Typewriter" panose="02090604020004020304" pitchFamily="18" charset="77"/>
              </a:rPr>
              <a:t>I </a:t>
            </a:r>
            <a:r>
              <a:rPr lang="en-US" sz="4000" b="1">
                <a:latin typeface="American Typewriter" panose="02090604020004020304" pitchFamily="18" charset="77"/>
              </a:rPr>
              <a:t>was</a:t>
            </a:r>
            <a:r>
              <a:rPr lang="en-US" sz="4000">
                <a:latin typeface="American Typewriter" panose="02090604020004020304" pitchFamily="18" charset="77"/>
              </a:rPr>
              <a:t> at home last night.</a:t>
            </a:r>
          </a:p>
          <a:p>
            <a:pPr marL="571500" indent="-571500">
              <a:lnSpc>
                <a:spcPct val="150000"/>
              </a:lnSpc>
              <a:buFont typeface="Wingdings" pitchFamily="2" charset="2"/>
              <a:buChar char="§"/>
            </a:pPr>
            <a:r>
              <a:rPr lang="en-US" sz="4000">
                <a:latin typeface="American Typewriter" panose="02090604020004020304" pitchFamily="18" charset="77"/>
              </a:rPr>
              <a:t>He </a:t>
            </a:r>
            <a:r>
              <a:rPr lang="en-US" sz="4000" b="1">
                <a:latin typeface="American Typewriter" panose="02090604020004020304" pitchFamily="18" charset="77"/>
              </a:rPr>
              <a:t>was</a:t>
            </a:r>
            <a:r>
              <a:rPr lang="en-US" sz="4000">
                <a:latin typeface="American Typewriter" panose="02090604020004020304" pitchFamily="18" charset="77"/>
              </a:rPr>
              <a:t> very busy yesterday.</a:t>
            </a:r>
          </a:p>
          <a:p>
            <a:pPr marL="571500" indent="-571500">
              <a:lnSpc>
                <a:spcPct val="150000"/>
              </a:lnSpc>
              <a:buFont typeface="Wingdings" pitchFamily="2" charset="2"/>
              <a:buChar char="§"/>
            </a:pPr>
            <a:r>
              <a:rPr lang="en-US" sz="4000">
                <a:latin typeface="American Typewriter" panose="02090604020004020304" pitchFamily="18" charset="77"/>
              </a:rPr>
              <a:t>We </a:t>
            </a:r>
            <a:r>
              <a:rPr lang="en-US" sz="4000" b="1">
                <a:latin typeface="American Typewriter" panose="02090604020004020304" pitchFamily="18" charset="77"/>
              </a:rPr>
              <a:t>were</a:t>
            </a:r>
            <a:r>
              <a:rPr lang="en-US" sz="4000">
                <a:latin typeface="American Typewriter" panose="02090604020004020304" pitchFamily="18" charset="77"/>
              </a:rPr>
              <a:t> in the same class in high school.</a:t>
            </a:r>
          </a:p>
        </p:txBody>
      </p:sp>
    </p:spTree>
    <p:extLst>
      <p:ext uri="{BB962C8B-B14F-4D97-AF65-F5344CB8AC3E}">
        <p14:creationId xmlns:p14="http://schemas.microsoft.com/office/powerpoint/2010/main" val="3205576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8">
                                            <p:txEl>
                                              <p:pRg st="4" end="4"/>
                                            </p:txEl>
                                          </p:spTgt>
                                        </p:tgtEl>
                                        <p:attrNameLst>
                                          <p:attrName>style.visibility</p:attrName>
                                        </p:attrNameLst>
                                      </p:cBhvr>
                                      <p:to>
                                        <p:strVal val="visible"/>
                                      </p:to>
                                    </p:set>
                                    <p:anim calcmode="lin" valueType="num">
                                      <p:cBhvr additive="base">
                                        <p:cTn id="31" dur="500" fill="hold"/>
                                        <p:tgtEl>
                                          <p:spTgt spid="9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8">
                                            <p:txEl>
                                              <p:pRg st="5" end="5"/>
                                            </p:txEl>
                                          </p:spTgt>
                                        </p:tgtEl>
                                        <p:attrNameLst>
                                          <p:attrName>style.visibility</p:attrName>
                                        </p:attrNameLst>
                                      </p:cBhvr>
                                      <p:to>
                                        <p:strVal val="visible"/>
                                      </p:to>
                                    </p:set>
                                    <p:anim calcmode="lin" valueType="num">
                                      <p:cBhvr additive="base">
                                        <p:cTn id="37" dur="500" fill="hold"/>
                                        <p:tgtEl>
                                          <p:spTgt spid="9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8">
                                            <p:txEl>
                                              <p:pRg st="6" end="6"/>
                                            </p:txEl>
                                          </p:spTgt>
                                        </p:tgtEl>
                                        <p:attrNameLst>
                                          <p:attrName>style.visibility</p:attrName>
                                        </p:attrNameLst>
                                      </p:cBhvr>
                                      <p:to>
                                        <p:strVal val="visible"/>
                                      </p:to>
                                    </p:set>
                                    <p:anim calcmode="lin" valueType="num">
                                      <p:cBhvr additive="base">
                                        <p:cTn id="43" dur="500" fill="hold"/>
                                        <p:tgtEl>
                                          <p:spTgt spid="98">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98">
                                            <p:txEl>
                                              <p:pRg st="7" end="7"/>
                                            </p:txEl>
                                          </p:spTgt>
                                        </p:tgtEl>
                                        <p:attrNameLst>
                                          <p:attrName>style.visibility</p:attrName>
                                        </p:attrNameLst>
                                      </p:cBhvr>
                                      <p:to>
                                        <p:strVal val="visible"/>
                                      </p:to>
                                    </p:set>
                                    <p:anim calcmode="lin" valueType="num">
                                      <p:cBhvr additive="base">
                                        <p:cTn id="49" dur="500" fill="hold"/>
                                        <p:tgtEl>
                                          <p:spTgt spid="98">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98">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8DE44-9299-5E6B-572E-49B406F4A93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3362E8E-6BAC-6C3E-93B8-1F2271DB4654}"/>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8988086D-EF01-D0A6-7EA4-09CF30A99657}"/>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EE32EAEE-6587-62A6-B8FD-B6BEFF9607F4}"/>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 name="Group 5">
            <a:extLst>
              <a:ext uri="{FF2B5EF4-FFF2-40B4-BE49-F238E27FC236}">
                <a16:creationId xmlns:a16="http://schemas.microsoft.com/office/drawing/2014/main" id="{17ED8335-0101-13D3-A3C4-927C00333241}"/>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421DDB1A-37E0-A3EF-E8C3-0CDF5D763FBA}"/>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6A58C872-D62A-0CED-F645-DA2F982FF6AE}"/>
                </a:ext>
              </a:extLst>
            </p:cNvPr>
            <p:cNvSpPr txBox="1"/>
            <p:nvPr/>
          </p:nvSpPr>
          <p:spPr>
            <a:xfrm>
              <a:off x="0" y="-47625"/>
              <a:ext cx="5454346" cy="2751565"/>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5C565017-1D7B-6614-C342-E0FCC6B09F55}"/>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056C1CEB-3720-D06D-B9E0-2E880C379164}"/>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EE500503-71B7-5EDD-C992-6A9ACD101EB3}"/>
                </a:ext>
              </a:extLst>
            </p:cNvPr>
            <p:cNvSpPr txBox="1"/>
            <p:nvPr/>
          </p:nvSpPr>
          <p:spPr>
            <a:xfrm>
              <a:off x="0" y="-47625"/>
              <a:ext cx="5429786" cy="2704410"/>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23681866-B823-5E26-7AE9-682BC31E59AB}"/>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2AFDC166-B7B8-1F66-0428-1C4E7CDFDB8C}"/>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5FD9B47B-590B-AFC4-DCA0-B801E2266564}"/>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D3A11D75-E73A-27B4-BB98-7C62EE23C20D}"/>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38C7B912-B5D7-3106-F7BD-6DC967D9ECD0}"/>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2BBE8B63-804C-72D1-7DE9-217A02F828E5}"/>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11086094-1AFD-7828-6394-59D787DC3CEA}"/>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44F335C4-F01B-8F0F-ECF7-265D04FD0AC5}"/>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F3F42901-391A-ED39-9B55-9238457D11AE}"/>
                </a:ext>
              </a:extLst>
            </p:cNvPr>
            <p:cNvSpPr txBox="1"/>
            <p:nvPr/>
          </p:nvSpPr>
          <p:spPr>
            <a:xfrm>
              <a:off x="0" y="-47625"/>
              <a:ext cx="3961731" cy="2448417"/>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4" name="Freeform 34">
            <a:extLst>
              <a:ext uri="{FF2B5EF4-FFF2-40B4-BE49-F238E27FC236}">
                <a16:creationId xmlns:a16="http://schemas.microsoft.com/office/drawing/2014/main" id="{472E547C-2430-2582-10AD-2F37806A14E9}"/>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5" name="Group 35">
            <a:extLst>
              <a:ext uri="{FF2B5EF4-FFF2-40B4-BE49-F238E27FC236}">
                <a16:creationId xmlns:a16="http://schemas.microsoft.com/office/drawing/2014/main" id="{E43E3598-15F4-228A-AE19-FED2D2E8914C}"/>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890AEBE5-C170-20BD-47FD-DDEE57ECB77B}"/>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C849E318-026D-AD70-8A81-AE051ABA68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Box 38">
                <a:extLst>
                  <a:ext uri="{FF2B5EF4-FFF2-40B4-BE49-F238E27FC236}">
                    <a16:creationId xmlns:a16="http://schemas.microsoft.com/office/drawing/2014/main" id="{BC386982-0B2A-90A5-354E-A4A5C186CB91}"/>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9" name="Group 39">
              <a:extLst>
                <a:ext uri="{FF2B5EF4-FFF2-40B4-BE49-F238E27FC236}">
                  <a16:creationId xmlns:a16="http://schemas.microsoft.com/office/drawing/2014/main" id="{FECAB662-CDEC-5961-6941-8D9A6BBA46F1}"/>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35D8751A-38CD-22B5-EB2E-0CA11978022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Box 41">
                <a:extLst>
                  <a:ext uri="{FF2B5EF4-FFF2-40B4-BE49-F238E27FC236}">
                    <a16:creationId xmlns:a16="http://schemas.microsoft.com/office/drawing/2014/main" id="{B27DE75F-C337-94E5-375F-6F4BEDF17578}"/>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2" name="Group 42">
              <a:extLst>
                <a:ext uri="{FF2B5EF4-FFF2-40B4-BE49-F238E27FC236}">
                  <a16:creationId xmlns:a16="http://schemas.microsoft.com/office/drawing/2014/main" id="{525C1FB1-9942-CB71-CA4E-E6F6ED68AB80}"/>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9303C6F2-B579-8045-F5E5-15848E62C1F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Box 44">
                <a:extLst>
                  <a:ext uri="{FF2B5EF4-FFF2-40B4-BE49-F238E27FC236}">
                    <a16:creationId xmlns:a16="http://schemas.microsoft.com/office/drawing/2014/main" id="{C194F744-AAF2-C362-CCA6-7945443B445A}"/>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5" name="Group 45">
              <a:extLst>
                <a:ext uri="{FF2B5EF4-FFF2-40B4-BE49-F238E27FC236}">
                  <a16:creationId xmlns:a16="http://schemas.microsoft.com/office/drawing/2014/main" id="{5602AE6D-DB56-C8F1-3D86-3275A6696340}"/>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6712AD64-7D94-86CA-5EDB-FC06AB983E9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Box 47">
                <a:extLst>
                  <a:ext uri="{FF2B5EF4-FFF2-40B4-BE49-F238E27FC236}">
                    <a16:creationId xmlns:a16="http://schemas.microsoft.com/office/drawing/2014/main" id="{1B44AEAF-7E37-0EB6-A461-66EE1871AF9C}"/>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8" name="Group 48">
              <a:extLst>
                <a:ext uri="{FF2B5EF4-FFF2-40B4-BE49-F238E27FC236}">
                  <a16:creationId xmlns:a16="http://schemas.microsoft.com/office/drawing/2014/main" id="{618FB27C-B05F-422B-73F6-FB27913558E8}"/>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C2856270-A8F1-CCB4-68AC-B4FF1BE33CE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Box 50">
                <a:extLst>
                  <a:ext uri="{FF2B5EF4-FFF2-40B4-BE49-F238E27FC236}">
                    <a16:creationId xmlns:a16="http://schemas.microsoft.com/office/drawing/2014/main" id="{8BF22507-CE97-D1EB-FEC5-BE3C1BFA63E8}"/>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51" name="Freeform 51">
            <a:extLst>
              <a:ext uri="{FF2B5EF4-FFF2-40B4-BE49-F238E27FC236}">
                <a16:creationId xmlns:a16="http://schemas.microsoft.com/office/drawing/2014/main" id="{423CF2AD-A457-7F66-3685-1805893920C9}"/>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2" name="Group 52">
            <a:extLst>
              <a:ext uri="{FF2B5EF4-FFF2-40B4-BE49-F238E27FC236}">
                <a16:creationId xmlns:a16="http://schemas.microsoft.com/office/drawing/2014/main" id="{80B863AD-4EE4-95A9-C1AE-F82206D4487E}"/>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21769023-3D13-7658-040A-42083D65EB0E}"/>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0F6F62B7-C903-5A51-94DD-BE8359831B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7E93CFF3-6A55-0947-B247-CB7199A83A16}"/>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B7A19EFC-471A-5BC7-7295-4C62F5FE5784}"/>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33EDCA11-3921-3660-9114-48E03F88C5A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CDD7CECA-D70A-1304-E2AE-BBAEC2109277}"/>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0882667C-32C8-CE73-DD7F-564EA2F122BC}"/>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1C774D86-A83E-C2C6-AC20-FB158B55BF0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F13C1555-AB21-B37D-66D0-A5409B794A39}"/>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28AD98A8-278D-B2E2-9C4B-0FF51450B2CD}"/>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E7576724-D531-E22E-ECE5-167D5029C44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7307165C-5F46-A845-1730-78B8B4CE59B7}"/>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5" name="Group 65">
              <a:extLst>
                <a:ext uri="{FF2B5EF4-FFF2-40B4-BE49-F238E27FC236}">
                  <a16:creationId xmlns:a16="http://schemas.microsoft.com/office/drawing/2014/main" id="{ED3BD60A-E807-6ABE-5C4E-140C6BB77F52}"/>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D4AF49E5-5F8D-A755-26B1-206E3EB8175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Box 67">
                <a:extLst>
                  <a:ext uri="{FF2B5EF4-FFF2-40B4-BE49-F238E27FC236}">
                    <a16:creationId xmlns:a16="http://schemas.microsoft.com/office/drawing/2014/main" id="{EDC9C5A1-FE2C-93FB-98A7-19C0B3F725F4}"/>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68" name="Group 68">
            <a:extLst>
              <a:ext uri="{FF2B5EF4-FFF2-40B4-BE49-F238E27FC236}">
                <a16:creationId xmlns:a16="http://schemas.microsoft.com/office/drawing/2014/main" id="{6CE39E0E-4AD7-A615-3BB5-127E02370D9C}"/>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7138353A-ED77-202A-46C2-479CB182BC2E}"/>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E476EDE1-9DBE-8AB0-8353-692FDE09FDE8}"/>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Box 71">
                <a:extLst>
                  <a:ext uri="{FF2B5EF4-FFF2-40B4-BE49-F238E27FC236}">
                    <a16:creationId xmlns:a16="http://schemas.microsoft.com/office/drawing/2014/main" id="{CBE6AED9-163C-7B2A-1E40-C7646DBE8608}"/>
                  </a:ext>
                </a:extLst>
              </p:cNvPr>
              <p:cNvSpPr txBox="1"/>
              <p:nvPr/>
            </p:nvSpPr>
            <p:spPr>
              <a:xfrm>
                <a:off x="0" y="-47625"/>
                <a:ext cx="458420"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2" name="Group 72">
              <a:extLst>
                <a:ext uri="{FF2B5EF4-FFF2-40B4-BE49-F238E27FC236}">
                  <a16:creationId xmlns:a16="http://schemas.microsoft.com/office/drawing/2014/main" id="{BD536F13-300C-07F8-3160-32F4716E3819}"/>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E225BDD1-7473-B46B-A846-B856E376F90A}"/>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TextBox 74">
                <a:extLst>
                  <a:ext uri="{FF2B5EF4-FFF2-40B4-BE49-F238E27FC236}">
                    <a16:creationId xmlns:a16="http://schemas.microsoft.com/office/drawing/2014/main" id="{DCE42E9B-7C34-4BA8-819D-7FED5734FD06}"/>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5" name="Group 75">
              <a:extLst>
                <a:ext uri="{FF2B5EF4-FFF2-40B4-BE49-F238E27FC236}">
                  <a16:creationId xmlns:a16="http://schemas.microsoft.com/office/drawing/2014/main" id="{600D4918-D7DE-1539-CABF-F155C966FC8C}"/>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4A8163A8-A0F7-02E0-DF1D-14BC64D82B2B}"/>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7" name="TextBox 77">
                <a:extLst>
                  <a:ext uri="{FF2B5EF4-FFF2-40B4-BE49-F238E27FC236}">
                    <a16:creationId xmlns:a16="http://schemas.microsoft.com/office/drawing/2014/main" id="{DA244A74-F2C0-7EE5-00AE-40193678F28B}"/>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8" name="Group 78">
              <a:extLst>
                <a:ext uri="{FF2B5EF4-FFF2-40B4-BE49-F238E27FC236}">
                  <a16:creationId xmlns:a16="http://schemas.microsoft.com/office/drawing/2014/main" id="{42E8ADE6-33D9-E1F7-09EA-B342EF38A77F}"/>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B06CB2DB-C6BE-818F-C608-A8EE905D23B4}"/>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Box 80">
                <a:extLst>
                  <a:ext uri="{FF2B5EF4-FFF2-40B4-BE49-F238E27FC236}">
                    <a16:creationId xmlns:a16="http://schemas.microsoft.com/office/drawing/2014/main" id="{677E71EA-F72A-A238-ADC1-444C4BED3744}"/>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1" name="Group 81">
              <a:extLst>
                <a:ext uri="{FF2B5EF4-FFF2-40B4-BE49-F238E27FC236}">
                  <a16:creationId xmlns:a16="http://schemas.microsoft.com/office/drawing/2014/main" id="{FBCADD59-72E4-A07A-C5FF-DA3837D4E4E8}"/>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5261416C-7F75-0BB2-A379-9022169C42D3}"/>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3" name="TextBox 83">
                <a:extLst>
                  <a:ext uri="{FF2B5EF4-FFF2-40B4-BE49-F238E27FC236}">
                    <a16:creationId xmlns:a16="http://schemas.microsoft.com/office/drawing/2014/main" id="{A9003492-9448-B631-C455-8B1D74AAE57E}"/>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84" name="Freeform 84">
            <a:extLst>
              <a:ext uri="{FF2B5EF4-FFF2-40B4-BE49-F238E27FC236}">
                <a16:creationId xmlns:a16="http://schemas.microsoft.com/office/drawing/2014/main" id="{90CDC289-964A-8943-7BE3-C30107EEE6C9}"/>
              </a:ext>
            </a:extLst>
          </p:cNvPr>
          <p:cNvSpPr/>
          <p:nvPr/>
        </p:nvSpPr>
        <p:spPr>
          <a:xfrm rot="6451370">
            <a:off x="15324698" y="7886286"/>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B81A0F6D-BA83-D321-1420-D4F2C4DCB86F}"/>
              </a:ext>
            </a:extLst>
          </p:cNvPr>
          <p:cNvSpPr txBox="1"/>
          <p:nvPr/>
        </p:nvSpPr>
        <p:spPr>
          <a:xfrm>
            <a:off x="1670013" y="1741024"/>
            <a:ext cx="15727454" cy="6578404"/>
          </a:xfrm>
          <a:prstGeom prst="rect">
            <a:avLst/>
          </a:prstGeom>
          <a:noFill/>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vi-VN" sz="4500" b="1" i="0" u="none" strike="noStrike" kern="1200" cap="none" spc="0" normalizeH="0" baseline="0" noProof="0">
                <a:ln>
                  <a:noFill/>
                </a:ln>
                <a:solidFill>
                  <a:srgbClr val="C00000"/>
                </a:solidFill>
                <a:effectLst/>
                <a:uLnTx/>
                <a:uFillTx/>
                <a:latin typeface="American Typewriter" panose="02090604020004020304" pitchFamily="18" charset="77"/>
                <a:ea typeface="+mn-ea"/>
                <a:cs typeface="+mn-cs"/>
              </a:rPr>
              <a:t>THÌ TƯƠNG</a:t>
            </a:r>
            <a:r>
              <a:rPr kumimoji="0" lang="vi-VN" sz="4500" b="1" i="0" u="none" strike="noStrike" kern="1200" cap="none" spc="0" normalizeH="0" noProof="0">
                <a:ln>
                  <a:noFill/>
                </a:ln>
                <a:solidFill>
                  <a:srgbClr val="C00000"/>
                </a:solidFill>
                <a:effectLst/>
                <a:uLnTx/>
                <a:uFillTx/>
                <a:latin typeface="American Typewriter" panose="02090604020004020304" pitchFamily="18" charset="77"/>
                <a:ea typeface="+mn-ea"/>
                <a:cs typeface="+mn-cs"/>
              </a:rPr>
              <a:t> LAI </a:t>
            </a:r>
            <a:r>
              <a:rPr kumimoji="0" lang="vi-VN" sz="4500" b="1" i="0" u="none" strike="noStrike" kern="1200" cap="none" spc="0" normalizeH="0" baseline="0" noProof="0">
                <a:ln>
                  <a:noFill/>
                </a:ln>
                <a:solidFill>
                  <a:srgbClr val="C00000"/>
                </a:solidFill>
                <a:effectLst/>
                <a:uLnTx/>
                <a:uFillTx/>
                <a:latin typeface="American Typewriter" panose="02090604020004020304" pitchFamily="18" charset="77"/>
                <a:ea typeface="+mn-ea"/>
                <a:cs typeface="+mn-cs"/>
              </a:rPr>
              <a:t>ĐƠN</a:t>
            </a:r>
          </a:p>
          <a:p>
            <a:pPr algn="just">
              <a:lnSpc>
                <a:spcPct val="150000"/>
              </a:lnSpc>
              <a:buNone/>
            </a:pPr>
            <a:r>
              <a:rPr lang="vi-VN" sz="4000" b="1">
                <a:solidFill>
                  <a:srgbClr val="00B0F0"/>
                </a:solidFill>
                <a:latin typeface="American Typewriter" panose="02090604020004020304" pitchFamily="18" charset="77"/>
              </a:rPr>
              <a:t>Ở thì tương lai, “to be” dùng dạng will be cho </a:t>
            </a:r>
            <a:r>
              <a:rPr lang="vi-VN" sz="4000" b="1">
                <a:latin typeface="American Typewriter" panose="02090604020004020304" pitchFamily="18" charset="77"/>
              </a:rPr>
              <a:t>tất cả các chủ từ</a:t>
            </a:r>
            <a:r>
              <a:rPr lang="vi-VN" sz="4000" b="1">
                <a:solidFill>
                  <a:srgbClr val="00B0F0"/>
                </a:solidFill>
                <a:latin typeface="American Typewriter" panose="02090604020004020304" pitchFamily="18" charset="77"/>
              </a:rPr>
              <a:t>.</a:t>
            </a:r>
          </a:p>
          <a:p>
            <a:pPr algn="just">
              <a:lnSpc>
                <a:spcPct val="150000"/>
              </a:lnSpc>
              <a:buNone/>
            </a:pPr>
            <a:r>
              <a:rPr lang="vi-VN" sz="4000" b="1">
                <a:solidFill>
                  <a:srgbClr val="00B0F0"/>
                </a:solidFill>
                <a:latin typeface="American Typewriter" panose="02090604020004020304" pitchFamily="18" charset="77"/>
              </a:rPr>
              <a:t>Ví dụ:</a:t>
            </a:r>
            <a:endParaRPr lang="vi-VN" sz="4000">
              <a:solidFill>
                <a:srgbClr val="00B0F0"/>
              </a:solidFill>
              <a:latin typeface="American Typewriter" panose="02090604020004020304" pitchFamily="18" charset="77"/>
            </a:endParaRPr>
          </a:p>
          <a:p>
            <a:pPr marL="571500" indent="-571500" algn="just">
              <a:lnSpc>
                <a:spcPct val="150000"/>
              </a:lnSpc>
              <a:buFont typeface="Wingdings" pitchFamily="2" charset="2"/>
              <a:buChar char="§"/>
            </a:pPr>
            <a:r>
              <a:rPr lang="vi-VN" sz="4000">
                <a:latin typeface="American Typewriter" panose="02090604020004020304" pitchFamily="18" charset="77"/>
              </a:rPr>
              <a:t>I </a:t>
            </a:r>
            <a:r>
              <a:rPr lang="vi-VN" sz="4000" b="1">
                <a:latin typeface="American Typewriter" panose="02090604020004020304" pitchFamily="18" charset="77"/>
              </a:rPr>
              <a:t>will be</a:t>
            </a:r>
            <a:r>
              <a:rPr lang="vi-VN" sz="4000">
                <a:latin typeface="American Typewriter" panose="02090604020004020304" pitchFamily="18" charset="77"/>
              </a:rPr>
              <a:t> 20 next year.</a:t>
            </a:r>
          </a:p>
          <a:p>
            <a:pPr marL="571500" indent="-571500" algn="just">
              <a:lnSpc>
                <a:spcPct val="150000"/>
              </a:lnSpc>
              <a:buFont typeface="Wingdings" pitchFamily="2" charset="2"/>
              <a:buChar char="§"/>
            </a:pPr>
            <a:r>
              <a:rPr lang="vi-VN" sz="4000">
                <a:latin typeface="American Typewriter" panose="02090604020004020304" pitchFamily="18" charset="77"/>
              </a:rPr>
              <a:t>She </a:t>
            </a:r>
            <a:r>
              <a:rPr lang="vi-VN" sz="4000" b="1">
                <a:latin typeface="American Typewriter" panose="02090604020004020304" pitchFamily="18" charset="77"/>
              </a:rPr>
              <a:t>will be</a:t>
            </a:r>
            <a:r>
              <a:rPr lang="vi-VN" sz="4000">
                <a:latin typeface="American Typewriter" panose="02090604020004020304" pitchFamily="18" charset="77"/>
              </a:rPr>
              <a:t> successful in the exam.</a:t>
            </a:r>
          </a:p>
          <a:p>
            <a:pPr marL="571500" indent="-571500" algn="just">
              <a:lnSpc>
                <a:spcPct val="150000"/>
              </a:lnSpc>
              <a:buFont typeface="Wingdings" pitchFamily="2" charset="2"/>
              <a:buChar char="§"/>
            </a:pPr>
            <a:r>
              <a:rPr lang="vi-VN" sz="4000">
                <a:latin typeface="American Typewriter" panose="02090604020004020304" pitchFamily="18" charset="77"/>
              </a:rPr>
              <a:t>They </a:t>
            </a:r>
            <a:r>
              <a:rPr lang="vi-VN" sz="4000" b="1">
                <a:latin typeface="American Typewriter" panose="02090604020004020304" pitchFamily="18" charset="77"/>
              </a:rPr>
              <a:t>will be</a:t>
            </a:r>
            <a:r>
              <a:rPr lang="vi-VN" sz="4000">
                <a:latin typeface="American Typewriter" panose="02090604020004020304" pitchFamily="18" charset="77"/>
              </a:rPr>
              <a:t> at the conference tomorrow.</a:t>
            </a:r>
          </a:p>
        </p:txBody>
      </p:sp>
    </p:spTree>
    <p:extLst>
      <p:ext uri="{BB962C8B-B14F-4D97-AF65-F5344CB8AC3E}">
        <p14:creationId xmlns:p14="http://schemas.microsoft.com/office/powerpoint/2010/main" val="16187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8C1F6-5339-8DD4-CEB6-2865499F940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46F528F-10F1-3160-435A-9DD8E1CDB348}"/>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977E09C1-8967-EAF8-722B-EF55F3B9C794}"/>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CF997403-329D-1066-43EA-EB3A666BFC8C}"/>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 name="Group 5">
            <a:extLst>
              <a:ext uri="{FF2B5EF4-FFF2-40B4-BE49-F238E27FC236}">
                <a16:creationId xmlns:a16="http://schemas.microsoft.com/office/drawing/2014/main" id="{B0E56159-A6EC-E9C0-BF02-7B7FCA98151F}"/>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42810633-A20A-E312-1F43-AEDB977262A1}"/>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1456BDE8-78C2-125A-CDFA-4A9CB0113982}"/>
                </a:ext>
              </a:extLst>
            </p:cNvPr>
            <p:cNvSpPr txBox="1"/>
            <p:nvPr/>
          </p:nvSpPr>
          <p:spPr>
            <a:xfrm>
              <a:off x="0" y="-47625"/>
              <a:ext cx="5454346" cy="2751565"/>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412D2E97-5416-01BA-1DD6-C6B8055EC792}"/>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E6C64D96-2A17-218E-E6A3-3F1A9F998669}"/>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2D0C5DF5-055C-A769-B99A-21290F066D7E}"/>
                </a:ext>
              </a:extLst>
            </p:cNvPr>
            <p:cNvSpPr txBox="1"/>
            <p:nvPr/>
          </p:nvSpPr>
          <p:spPr>
            <a:xfrm>
              <a:off x="0" y="-47625"/>
              <a:ext cx="5429786" cy="2704410"/>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9E79D0C1-2E40-F988-8403-8F436EB7F629}"/>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DDC8D59B-87AD-8553-A0B3-1FCDABBFA7B3}"/>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AB50D358-DB9A-9C10-06EE-43A8F8162D15}"/>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2353A2F8-8C4D-946D-6C78-F56D5A814BAB}"/>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01FCD34A-981E-51DB-346F-F8A626A05EA4}"/>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E1FFB7EC-6E93-49B3-A924-51E734C1F0DB}"/>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F1F14D9C-5DAE-4A2D-D3FC-76C6E9653CD9}"/>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9918D2A1-7ADD-7140-B755-49F542E22A49}"/>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02F3739F-4AA4-2CFE-B690-6BB77EED04DE}"/>
                </a:ext>
              </a:extLst>
            </p:cNvPr>
            <p:cNvSpPr txBox="1"/>
            <p:nvPr/>
          </p:nvSpPr>
          <p:spPr>
            <a:xfrm>
              <a:off x="0" y="-47625"/>
              <a:ext cx="3961731" cy="2448417"/>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4" name="Freeform 34">
            <a:extLst>
              <a:ext uri="{FF2B5EF4-FFF2-40B4-BE49-F238E27FC236}">
                <a16:creationId xmlns:a16="http://schemas.microsoft.com/office/drawing/2014/main" id="{63AF108F-8FA6-4CE7-F47C-790023B93220}"/>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5" name="Group 35">
            <a:extLst>
              <a:ext uri="{FF2B5EF4-FFF2-40B4-BE49-F238E27FC236}">
                <a16:creationId xmlns:a16="http://schemas.microsoft.com/office/drawing/2014/main" id="{672E639D-CD18-49F8-0B3B-29E02B0178FC}"/>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D012ED79-5D6D-2078-B916-029541152105}"/>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C7B408FB-190E-163F-B3E5-A6A0074222F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Box 38">
                <a:extLst>
                  <a:ext uri="{FF2B5EF4-FFF2-40B4-BE49-F238E27FC236}">
                    <a16:creationId xmlns:a16="http://schemas.microsoft.com/office/drawing/2014/main" id="{DC63DA5A-391E-8081-DF92-61697028BD58}"/>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9" name="Group 39">
              <a:extLst>
                <a:ext uri="{FF2B5EF4-FFF2-40B4-BE49-F238E27FC236}">
                  <a16:creationId xmlns:a16="http://schemas.microsoft.com/office/drawing/2014/main" id="{C285BED3-78BE-AA57-6A90-1ED24062FC87}"/>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059C1EA3-905A-5273-B052-D3D1C92C076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Box 41">
                <a:extLst>
                  <a:ext uri="{FF2B5EF4-FFF2-40B4-BE49-F238E27FC236}">
                    <a16:creationId xmlns:a16="http://schemas.microsoft.com/office/drawing/2014/main" id="{13977BD4-CBC8-735F-215D-87A84C673C95}"/>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2" name="Group 42">
              <a:extLst>
                <a:ext uri="{FF2B5EF4-FFF2-40B4-BE49-F238E27FC236}">
                  <a16:creationId xmlns:a16="http://schemas.microsoft.com/office/drawing/2014/main" id="{043ED34A-5D32-C2B3-56FB-34658D631F3D}"/>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92378C3C-CA3F-09D2-1890-328C213152E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Box 44">
                <a:extLst>
                  <a:ext uri="{FF2B5EF4-FFF2-40B4-BE49-F238E27FC236}">
                    <a16:creationId xmlns:a16="http://schemas.microsoft.com/office/drawing/2014/main" id="{B1C2AFA4-CCC5-790C-70EC-A8855626A588}"/>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5" name="Group 45">
              <a:extLst>
                <a:ext uri="{FF2B5EF4-FFF2-40B4-BE49-F238E27FC236}">
                  <a16:creationId xmlns:a16="http://schemas.microsoft.com/office/drawing/2014/main" id="{1EB974D3-FEEB-3C1C-B54F-B857EC45C9B8}"/>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A59F94C3-A6B1-AE68-86F8-97AB86CE994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Box 47">
                <a:extLst>
                  <a:ext uri="{FF2B5EF4-FFF2-40B4-BE49-F238E27FC236}">
                    <a16:creationId xmlns:a16="http://schemas.microsoft.com/office/drawing/2014/main" id="{7E46AC0D-E97F-C62C-4F64-E6065552F228}"/>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8" name="Group 48">
              <a:extLst>
                <a:ext uri="{FF2B5EF4-FFF2-40B4-BE49-F238E27FC236}">
                  <a16:creationId xmlns:a16="http://schemas.microsoft.com/office/drawing/2014/main" id="{4E5531ED-9C1A-5B97-DF3A-80E249BD6760}"/>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E4457231-CACF-F3FF-CE84-5A333F7928B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Box 50">
                <a:extLst>
                  <a:ext uri="{FF2B5EF4-FFF2-40B4-BE49-F238E27FC236}">
                    <a16:creationId xmlns:a16="http://schemas.microsoft.com/office/drawing/2014/main" id="{B26F05EB-6AEB-9C90-3862-8DC9B49363AB}"/>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51" name="Freeform 51">
            <a:extLst>
              <a:ext uri="{FF2B5EF4-FFF2-40B4-BE49-F238E27FC236}">
                <a16:creationId xmlns:a16="http://schemas.microsoft.com/office/drawing/2014/main" id="{9110789F-FEA8-A3A5-44DC-111A3F9FD3A6}"/>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2" name="Group 52">
            <a:extLst>
              <a:ext uri="{FF2B5EF4-FFF2-40B4-BE49-F238E27FC236}">
                <a16:creationId xmlns:a16="http://schemas.microsoft.com/office/drawing/2014/main" id="{A7E1F8B7-AA20-3240-8759-826C4FAD6D47}"/>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0CC3EA0E-C790-C589-9D40-AA86A4A06EC9}"/>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DB58153E-0EA8-F32F-2D61-EF93C0F4E3F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CC5D3E4A-E257-5965-6F94-4578FFB34910}"/>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1CED5C69-BC55-4DDE-312D-E2EC986C652F}"/>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FFD9FD01-A929-27A7-3533-59BC38F423B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778EC7F0-3A3C-5AE6-9BA1-B1BB995970F6}"/>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F14EBA2C-8C12-C11E-E0C3-7494923AAB5F}"/>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746C07E1-CBD6-4725-AC46-3E380E98D1D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16D78987-3D6B-205D-FE19-98A9CB80B3ED}"/>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B24718B0-52A2-435C-9ACC-408402EFB20F}"/>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61E7B434-0E9A-D9E5-BC9D-0B6210C6415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EFF3FDC9-578C-9EF7-E949-9379EABC67E4}"/>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5" name="Group 65">
              <a:extLst>
                <a:ext uri="{FF2B5EF4-FFF2-40B4-BE49-F238E27FC236}">
                  <a16:creationId xmlns:a16="http://schemas.microsoft.com/office/drawing/2014/main" id="{6FD5F015-9676-D57B-3969-5D98415BE42D}"/>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F4B2816E-83FF-81EA-9329-378A9C0D850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Box 67">
                <a:extLst>
                  <a:ext uri="{FF2B5EF4-FFF2-40B4-BE49-F238E27FC236}">
                    <a16:creationId xmlns:a16="http://schemas.microsoft.com/office/drawing/2014/main" id="{2F11FCD6-1F6B-DD31-2CC2-7AD415D5A987}"/>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68" name="Group 68">
            <a:extLst>
              <a:ext uri="{FF2B5EF4-FFF2-40B4-BE49-F238E27FC236}">
                <a16:creationId xmlns:a16="http://schemas.microsoft.com/office/drawing/2014/main" id="{BA30DE15-5D28-0E92-7F54-17A4EE6936E5}"/>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B8C07050-86A8-54E1-2665-0AFB66FF3B6C}"/>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5D61ADF2-C21D-3ADD-ED56-970993320811}"/>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Box 71">
                <a:extLst>
                  <a:ext uri="{FF2B5EF4-FFF2-40B4-BE49-F238E27FC236}">
                    <a16:creationId xmlns:a16="http://schemas.microsoft.com/office/drawing/2014/main" id="{DC475154-47B0-07C6-9644-FA6144B73745}"/>
                  </a:ext>
                </a:extLst>
              </p:cNvPr>
              <p:cNvSpPr txBox="1"/>
              <p:nvPr/>
            </p:nvSpPr>
            <p:spPr>
              <a:xfrm>
                <a:off x="0" y="-47625"/>
                <a:ext cx="458420"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2" name="Group 72">
              <a:extLst>
                <a:ext uri="{FF2B5EF4-FFF2-40B4-BE49-F238E27FC236}">
                  <a16:creationId xmlns:a16="http://schemas.microsoft.com/office/drawing/2014/main" id="{D028102E-57A6-FDAA-95E3-5ACDBCAF3CAE}"/>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A91C80F7-E797-7278-EDF6-92500EC84402}"/>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TextBox 74">
                <a:extLst>
                  <a:ext uri="{FF2B5EF4-FFF2-40B4-BE49-F238E27FC236}">
                    <a16:creationId xmlns:a16="http://schemas.microsoft.com/office/drawing/2014/main" id="{F9A8E626-3625-BD88-8CC9-55DE33A4DB5B}"/>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5" name="Group 75">
              <a:extLst>
                <a:ext uri="{FF2B5EF4-FFF2-40B4-BE49-F238E27FC236}">
                  <a16:creationId xmlns:a16="http://schemas.microsoft.com/office/drawing/2014/main" id="{86CBB125-649D-DEF8-A308-811FCDEEF278}"/>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FCA88301-209A-0CD0-3FB3-8598791EB222}"/>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7" name="TextBox 77">
                <a:extLst>
                  <a:ext uri="{FF2B5EF4-FFF2-40B4-BE49-F238E27FC236}">
                    <a16:creationId xmlns:a16="http://schemas.microsoft.com/office/drawing/2014/main" id="{D2E4BC87-E387-B2BC-6096-F567F53E6F3A}"/>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8" name="Group 78">
              <a:extLst>
                <a:ext uri="{FF2B5EF4-FFF2-40B4-BE49-F238E27FC236}">
                  <a16:creationId xmlns:a16="http://schemas.microsoft.com/office/drawing/2014/main" id="{19EE5AB2-9498-A70C-2C01-9581C7CE2CB2}"/>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39D11660-A8A0-5C1B-8A8D-618B24BC58C1}"/>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Box 80">
                <a:extLst>
                  <a:ext uri="{FF2B5EF4-FFF2-40B4-BE49-F238E27FC236}">
                    <a16:creationId xmlns:a16="http://schemas.microsoft.com/office/drawing/2014/main" id="{8CA1788B-562E-6898-9F7C-E369D32C1AE0}"/>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1" name="Group 81">
              <a:extLst>
                <a:ext uri="{FF2B5EF4-FFF2-40B4-BE49-F238E27FC236}">
                  <a16:creationId xmlns:a16="http://schemas.microsoft.com/office/drawing/2014/main" id="{1616ED5A-4830-5160-F6F1-889C5CC13C7F}"/>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4A5FC1DD-0BBA-9398-1A48-E592647BE5AE}"/>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3" name="TextBox 83">
                <a:extLst>
                  <a:ext uri="{FF2B5EF4-FFF2-40B4-BE49-F238E27FC236}">
                    <a16:creationId xmlns:a16="http://schemas.microsoft.com/office/drawing/2014/main" id="{B94B8ECB-1A77-4C2E-E654-974677AFFC71}"/>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84" name="Freeform 84">
            <a:extLst>
              <a:ext uri="{FF2B5EF4-FFF2-40B4-BE49-F238E27FC236}">
                <a16:creationId xmlns:a16="http://schemas.microsoft.com/office/drawing/2014/main" id="{EF9FE612-C02A-0D38-A7F9-B9B10F44F955}"/>
              </a:ext>
            </a:extLst>
          </p:cNvPr>
          <p:cNvSpPr/>
          <p:nvPr/>
        </p:nvSpPr>
        <p:spPr>
          <a:xfrm rot="6451370">
            <a:off x="15324698" y="7886286"/>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0BCD5E03-4F21-682C-49F7-BF28D91F8F1C}"/>
              </a:ext>
            </a:extLst>
          </p:cNvPr>
          <p:cNvSpPr txBox="1"/>
          <p:nvPr/>
        </p:nvSpPr>
        <p:spPr>
          <a:xfrm>
            <a:off x="1670013" y="876300"/>
            <a:ext cx="15727454" cy="8425063"/>
          </a:xfrm>
          <a:prstGeom prst="rect">
            <a:avLst/>
          </a:prstGeom>
          <a:noFill/>
        </p:spPr>
        <p:txBody>
          <a:bodyPr wrap="square">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vi-VN" sz="4500" b="1" i="0" u="none" strike="noStrike" kern="1200" cap="none" spc="0" normalizeH="0" baseline="0" noProof="0">
                <a:ln>
                  <a:noFill/>
                </a:ln>
                <a:solidFill>
                  <a:srgbClr val="C00000"/>
                </a:solidFill>
                <a:effectLst/>
                <a:uLnTx/>
                <a:uFillTx/>
                <a:latin typeface="American Typewriter" panose="02090604020004020304" pitchFamily="18" charset="77"/>
                <a:ea typeface="+mn-ea"/>
                <a:cs typeface="+mn-cs"/>
              </a:rPr>
              <a:t>THÌ HIỆN</a:t>
            </a:r>
            <a:r>
              <a:rPr kumimoji="0" lang="vi-VN" sz="4500" b="1" i="0" u="none" strike="noStrike" kern="1200" cap="none" spc="0" normalizeH="0" noProof="0">
                <a:ln>
                  <a:noFill/>
                </a:ln>
                <a:solidFill>
                  <a:srgbClr val="C00000"/>
                </a:solidFill>
                <a:effectLst/>
                <a:uLnTx/>
                <a:uFillTx/>
                <a:latin typeface="American Typewriter" panose="02090604020004020304" pitchFamily="18" charset="77"/>
                <a:ea typeface="+mn-ea"/>
                <a:cs typeface="+mn-cs"/>
              </a:rPr>
              <a:t> TẠI HOÀN THÀNH</a:t>
            </a:r>
            <a:endParaRPr kumimoji="0" lang="vi-VN" sz="4500" b="1" i="0" u="none" strike="noStrike" kern="1200" cap="none" spc="0" normalizeH="0" baseline="0" noProof="0">
              <a:ln>
                <a:noFill/>
              </a:ln>
              <a:solidFill>
                <a:srgbClr val="C00000"/>
              </a:solidFill>
              <a:effectLst/>
              <a:uLnTx/>
              <a:uFillTx/>
              <a:latin typeface="American Typewriter" panose="02090604020004020304" pitchFamily="18" charset="77"/>
              <a:ea typeface="+mn-ea"/>
              <a:cs typeface="+mn-cs"/>
            </a:endParaRPr>
          </a:p>
          <a:p>
            <a:pPr algn="just">
              <a:lnSpc>
                <a:spcPct val="150000"/>
              </a:lnSpc>
              <a:buNone/>
            </a:pPr>
            <a:r>
              <a:rPr lang="en-US" sz="4000" b="1">
                <a:solidFill>
                  <a:srgbClr val="00B0F0"/>
                </a:solidFill>
                <a:latin typeface="American Typewriter" panose="02090604020004020304" pitchFamily="18" charset="77"/>
              </a:rPr>
              <a:t>“To be” trong thì hiện tại hoàn thành dùng dạng have/has been:</a:t>
            </a:r>
          </a:p>
          <a:p>
            <a:pPr marL="571500" indent="-571500" algn="just">
              <a:lnSpc>
                <a:spcPct val="150000"/>
              </a:lnSpc>
              <a:buFont typeface="Wingdings" pitchFamily="2" charset="2"/>
              <a:buChar char="§"/>
            </a:pPr>
            <a:r>
              <a:rPr lang="en-US" sz="4000" b="1">
                <a:latin typeface="American Typewriter" panose="02090604020004020304" pitchFamily="18" charset="77"/>
              </a:rPr>
              <a:t>has been</a:t>
            </a:r>
            <a:r>
              <a:rPr lang="en-US" sz="4000">
                <a:latin typeface="American Typewriter" panose="02090604020004020304" pitchFamily="18" charset="77"/>
              </a:rPr>
              <a:t> dùng với </a:t>
            </a:r>
            <a:r>
              <a:rPr lang="en-US" sz="4000" b="1">
                <a:latin typeface="American Typewriter" panose="02090604020004020304" pitchFamily="18" charset="77"/>
              </a:rPr>
              <a:t>chủ từ số ít</a:t>
            </a:r>
          </a:p>
          <a:p>
            <a:pPr marL="571500" indent="-571500" algn="just">
              <a:lnSpc>
                <a:spcPct val="150000"/>
              </a:lnSpc>
              <a:buFont typeface="Wingdings" pitchFamily="2" charset="2"/>
              <a:buChar char="§"/>
            </a:pPr>
            <a:r>
              <a:rPr lang="en-US" sz="4000" b="1">
                <a:latin typeface="American Typewriter" panose="02090604020004020304" pitchFamily="18" charset="77"/>
              </a:rPr>
              <a:t>have been</a:t>
            </a:r>
            <a:r>
              <a:rPr lang="en-US" sz="4000">
                <a:latin typeface="American Typewriter" panose="02090604020004020304" pitchFamily="18" charset="77"/>
              </a:rPr>
              <a:t> dùng với </a:t>
            </a:r>
            <a:r>
              <a:rPr lang="en-US" sz="4000" b="1">
                <a:latin typeface="American Typewriter" panose="02090604020004020304" pitchFamily="18" charset="77"/>
              </a:rPr>
              <a:t>chủ từ I và chủ từ số nhiều</a:t>
            </a:r>
          </a:p>
          <a:p>
            <a:pPr algn="just">
              <a:lnSpc>
                <a:spcPct val="150000"/>
              </a:lnSpc>
              <a:buNone/>
            </a:pPr>
            <a:r>
              <a:rPr lang="en-US" sz="4000" b="1">
                <a:solidFill>
                  <a:srgbClr val="00B0F0"/>
                </a:solidFill>
                <a:latin typeface="American Typewriter" panose="02090604020004020304" pitchFamily="18" charset="77"/>
              </a:rPr>
              <a:t>Ví dụ:</a:t>
            </a:r>
            <a:endParaRPr lang="en-US" sz="4000">
              <a:solidFill>
                <a:srgbClr val="00B0F0"/>
              </a:solidFill>
              <a:latin typeface="American Typewriter" panose="02090604020004020304" pitchFamily="18" charset="77"/>
            </a:endParaRPr>
          </a:p>
          <a:p>
            <a:pPr marL="571500" indent="-571500" algn="just">
              <a:lnSpc>
                <a:spcPct val="150000"/>
              </a:lnSpc>
              <a:buFont typeface="Wingdings" pitchFamily="2" charset="2"/>
              <a:buChar char="§"/>
            </a:pPr>
            <a:r>
              <a:rPr lang="en-US" sz="4000">
                <a:latin typeface="American Typewriter" panose="02090604020004020304" pitchFamily="18" charset="77"/>
              </a:rPr>
              <a:t>She </a:t>
            </a:r>
            <a:r>
              <a:rPr lang="en-US" sz="4000" b="1">
                <a:latin typeface="American Typewriter" panose="02090604020004020304" pitchFamily="18" charset="77"/>
              </a:rPr>
              <a:t>has been</a:t>
            </a:r>
            <a:r>
              <a:rPr lang="en-US" sz="4000">
                <a:latin typeface="American Typewriter" panose="02090604020004020304" pitchFamily="18" charset="77"/>
              </a:rPr>
              <a:t> my best friend since 2015.</a:t>
            </a:r>
          </a:p>
          <a:p>
            <a:pPr marL="571500" indent="-571500" algn="just">
              <a:lnSpc>
                <a:spcPct val="150000"/>
              </a:lnSpc>
              <a:buFont typeface="Wingdings" pitchFamily="2" charset="2"/>
              <a:buChar char="§"/>
            </a:pPr>
            <a:r>
              <a:rPr lang="en-US" sz="4000">
                <a:latin typeface="American Typewriter" panose="02090604020004020304" pitchFamily="18" charset="77"/>
              </a:rPr>
              <a:t>I </a:t>
            </a:r>
            <a:r>
              <a:rPr lang="en-US" sz="4000" b="1">
                <a:latin typeface="American Typewriter" panose="02090604020004020304" pitchFamily="18" charset="77"/>
              </a:rPr>
              <a:t>have been</a:t>
            </a:r>
            <a:r>
              <a:rPr lang="en-US" sz="4000">
                <a:latin typeface="American Typewriter" panose="02090604020004020304" pitchFamily="18" charset="77"/>
              </a:rPr>
              <a:t> very busy lately.</a:t>
            </a:r>
          </a:p>
          <a:p>
            <a:pPr marL="571500" indent="-571500" algn="just">
              <a:lnSpc>
                <a:spcPct val="150000"/>
              </a:lnSpc>
              <a:buFont typeface="Wingdings" pitchFamily="2" charset="2"/>
              <a:buChar char="§"/>
            </a:pPr>
            <a:r>
              <a:rPr lang="en-US" sz="4000">
                <a:latin typeface="American Typewriter" panose="02090604020004020304" pitchFamily="18" charset="77"/>
              </a:rPr>
              <a:t>They </a:t>
            </a:r>
            <a:r>
              <a:rPr lang="en-US" sz="4000" b="1">
                <a:latin typeface="American Typewriter" panose="02090604020004020304" pitchFamily="18" charset="77"/>
              </a:rPr>
              <a:t>have been</a:t>
            </a:r>
            <a:r>
              <a:rPr lang="en-US" sz="4000">
                <a:latin typeface="American Typewriter" panose="02090604020004020304" pitchFamily="18" charset="77"/>
              </a:rPr>
              <a:t> in the library for two hours.</a:t>
            </a:r>
          </a:p>
        </p:txBody>
      </p:sp>
    </p:spTree>
    <p:extLst>
      <p:ext uri="{BB962C8B-B14F-4D97-AF65-F5344CB8AC3E}">
        <p14:creationId xmlns:p14="http://schemas.microsoft.com/office/powerpoint/2010/main" val="795546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8">
                                            <p:txEl>
                                              <p:pRg st="4" end="4"/>
                                            </p:txEl>
                                          </p:spTgt>
                                        </p:tgtEl>
                                        <p:attrNameLst>
                                          <p:attrName>style.visibility</p:attrName>
                                        </p:attrNameLst>
                                      </p:cBhvr>
                                      <p:to>
                                        <p:strVal val="visible"/>
                                      </p:to>
                                    </p:set>
                                    <p:anim calcmode="lin" valueType="num">
                                      <p:cBhvr additive="base">
                                        <p:cTn id="31" dur="500" fill="hold"/>
                                        <p:tgtEl>
                                          <p:spTgt spid="9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8">
                                            <p:txEl>
                                              <p:pRg st="5" end="5"/>
                                            </p:txEl>
                                          </p:spTgt>
                                        </p:tgtEl>
                                        <p:attrNameLst>
                                          <p:attrName>style.visibility</p:attrName>
                                        </p:attrNameLst>
                                      </p:cBhvr>
                                      <p:to>
                                        <p:strVal val="visible"/>
                                      </p:to>
                                    </p:set>
                                    <p:anim calcmode="lin" valueType="num">
                                      <p:cBhvr additive="base">
                                        <p:cTn id="37" dur="500" fill="hold"/>
                                        <p:tgtEl>
                                          <p:spTgt spid="9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8">
                                            <p:txEl>
                                              <p:pRg st="6" end="6"/>
                                            </p:txEl>
                                          </p:spTgt>
                                        </p:tgtEl>
                                        <p:attrNameLst>
                                          <p:attrName>style.visibility</p:attrName>
                                        </p:attrNameLst>
                                      </p:cBhvr>
                                      <p:to>
                                        <p:strVal val="visible"/>
                                      </p:to>
                                    </p:set>
                                    <p:anim calcmode="lin" valueType="num">
                                      <p:cBhvr additive="base">
                                        <p:cTn id="43" dur="500" fill="hold"/>
                                        <p:tgtEl>
                                          <p:spTgt spid="98">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98">
                                            <p:txEl>
                                              <p:pRg st="7" end="7"/>
                                            </p:txEl>
                                          </p:spTgt>
                                        </p:tgtEl>
                                        <p:attrNameLst>
                                          <p:attrName>style.visibility</p:attrName>
                                        </p:attrNameLst>
                                      </p:cBhvr>
                                      <p:to>
                                        <p:strVal val="visible"/>
                                      </p:to>
                                    </p:set>
                                    <p:anim calcmode="lin" valueType="num">
                                      <p:cBhvr additive="base">
                                        <p:cTn id="49" dur="500" fill="hold"/>
                                        <p:tgtEl>
                                          <p:spTgt spid="98">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98">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2FB70-692F-8DE5-54F9-92C753C929D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60B980C-58FA-FB1A-F6EA-AABDD7EE487F}"/>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0D9D5685-797D-B12A-27D7-9609A28A4435}"/>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0B49E8F7-D8E7-57BF-2111-91CE86FA6C4F}"/>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 name="Group 5">
            <a:extLst>
              <a:ext uri="{FF2B5EF4-FFF2-40B4-BE49-F238E27FC236}">
                <a16:creationId xmlns:a16="http://schemas.microsoft.com/office/drawing/2014/main" id="{65951E54-7D93-97DB-8C44-5B9F6A748C1C}"/>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83600135-64CF-F36F-86B9-86371FD2A960}"/>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D68609DE-A37F-0990-0CDD-8329DD9B5B5A}"/>
                </a:ext>
              </a:extLst>
            </p:cNvPr>
            <p:cNvSpPr txBox="1"/>
            <p:nvPr/>
          </p:nvSpPr>
          <p:spPr>
            <a:xfrm>
              <a:off x="0" y="-47625"/>
              <a:ext cx="5454346" cy="2751565"/>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DC23A183-A78C-095C-BC96-12A6DD1814EE}"/>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D2392164-5CB5-EA01-9FBB-1877DA4489BF}"/>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D8E816CD-B35D-A7FC-3DB1-6111EFFC190A}"/>
                </a:ext>
              </a:extLst>
            </p:cNvPr>
            <p:cNvSpPr txBox="1"/>
            <p:nvPr/>
          </p:nvSpPr>
          <p:spPr>
            <a:xfrm>
              <a:off x="0" y="-47625"/>
              <a:ext cx="5429786" cy="2704410"/>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82228882-60A4-1D4F-9AAA-9057F059CA4C}"/>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3332BB6A-2D31-392B-D4D3-7D3088EE8DED}"/>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74164791-A9CA-AF62-AD39-6C727AAFF3A9}"/>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420030BA-8971-D9D3-72FF-1C5950574EAB}"/>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89D8B9F3-7AAA-FA8F-6FA6-4507B0970E24}"/>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BA1C17C6-9A3C-E571-4AD0-1C196D17AE48}"/>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531D2036-89A2-244B-7241-D16A48479623}"/>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7F62A8BD-F308-E5F2-6EBD-23B780B4DCBD}"/>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EA41D1C1-62B7-5FFB-4480-AEBDD35F3E98}"/>
                </a:ext>
              </a:extLst>
            </p:cNvPr>
            <p:cNvSpPr txBox="1"/>
            <p:nvPr/>
          </p:nvSpPr>
          <p:spPr>
            <a:xfrm>
              <a:off x="0" y="-47625"/>
              <a:ext cx="3961731" cy="2448417"/>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4" name="Freeform 34">
            <a:extLst>
              <a:ext uri="{FF2B5EF4-FFF2-40B4-BE49-F238E27FC236}">
                <a16:creationId xmlns:a16="http://schemas.microsoft.com/office/drawing/2014/main" id="{BF2207BA-DFB8-10B5-66E6-BF47D51109AE}"/>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5" name="Group 35">
            <a:extLst>
              <a:ext uri="{FF2B5EF4-FFF2-40B4-BE49-F238E27FC236}">
                <a16:creationId xmlns:a16="http://schemas.microsoft.com/office/drawing/2014/main" id="{58A56DAB-B247-2350-88E4-2311B3A9F30B}"/>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D53B0C5C-0117-B8D4-0D9C-F1679DBBEE19}"/>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DA24D41F-6326-13F4-C7DD-BEE36B13B51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Box 38">
                <a:extLst>
                  <a:ext uri="{FF2B5EF4-FFF2-40B4-BE49-F238E27FC236}">
                    <a16:creationId xmlns:a16="http://schemas.microsoft.com/office/drawing/2014/main" id="{CBFAFEE7-9907-2AA3-9D29-D4AC4743D68B}"/>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9" name="Group 39">
              <a:extLst>
                <a:ext uri="{FF2B5EF4-FFF2-40B4-BE49-F238E27FC236}">
                  <a16:creationId xmlns:a16="http://schemas.microsoft.com/office/drawing/2014/main" id="{827E9959-B554-FCB5-9783-D5727097E519}"/>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AC705AB1-1DCC-E1A1-DF10-B94C9EE41A8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Box 41">
                <a:extLst>
                  <a:ext uri="{FF2B5EF4-FFF2-40B4-BE49-F238E27FC236}">
                    <a16:creationId xmlns:a16="http://schemas.microsoft.com/office/drawing/2014/main" id="{FF45E0B6-7D43-D1CE-8122-09C0ABCF0512}"/>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2" name="Group 42">
              <a:extLst>
                <a:ext uri="{FF2B5EF4-FFF2-40B4-BE49-F238E27FC236}">
                  <a16:creationId xmlns:a16="http://schemas.microsoft.com/office/drawing/2014/main" id="{0FD869B3-7556-4FC1-78B3-C3F248BDE1EE}"/>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3D7E6C56-6612-73AF-E225-1BAE00A7661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Box 44">
                <a:extLst>
                  <a:ext uri="{FF2B5EF4-FFF2-40B4-BE49-F238E27FC236}">
                    <a16:creationId xmlns:a16="http://schemas.microsoft.com/office/drawing/2014/main" id="{B54C162C-D804-125A-54F6-708811B5D741}"/>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5" name="Group 45">
              <a:extLst>
                <a:ext uri="{FF2B5EF4-FFF2-40B4-BE49-F238E27FC236}">
                  <a16:creationId xmlns:a16="http://schemas.microsoft.com/office/drawing/2014/main" id="{5827E1E9-E25B-9AD7-1C0C-AED8BB1CBF99}"/>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BE1C7AF0-2A62-CA5E-EB6F-19F64639F2B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Box 47">
                <a:extLst>
                  <a:ext uri="{FF2B5EF4-FFF2-40B4-BE49-F238E27FC236}">
                    <a16:creationId xmlns:a16="http://schemas.microsoft.com/office/drawing/2014/main" id="{C064A367-9197-F3F6-9FC2-C566456ABF4D}"/>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8" name="Group 48">
              <a:extLst>
                <a:ext uri="{FF2B5EF4-FFF2-40B4-BE49-F238E27FC236}">
                  <a16:creationId xmlns:a16="http://schemas.microsoft.com/office/drawing/2014/main" id="{A8001C10-1693-E3E2-CC6A-9745DE68ED6B}"/>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95E7623C-6A4B-14AD-89B1-95CE614EC71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Box 50">
                <a:extLst>
                  <a:ext uri="{FF2B5EF4-FFF2-40B4-BE49-F238E27FC236}">
                    <a16:creationId xmlns:a16="http://schemas.microsoft.com/office/drawing/2014/main" id="{A97CD593-2994-6343-9BBD-9819A205431A}"/>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51" name="Freeform 51">
            <a:extLst>
              <a:ext uri="{FF2B5EF4-FFF2-40B4-BE49-F238E27FC236}">
                <a16:creationId xmlns:a16="http://schemas.microsoft.com/office/drawing/2014/main" id="{0272A727-1164-0C74-89F2-83D3D003548A}"/>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2" name="Group 52">
            <a:extLst>
              <a:ext uri="{FF2B5EF4-FFF2-40B4-BE49-F238E27FC236}">
                <a16:creationId xmlns:a16="http://schemas.microsoft.com/office/drawing/2014/main" id="{45B534F8-BFDC-9471-6CD0-818D8D79426A}"/>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14221E7F-75B8-39B7-727A-0923683468E3}"/>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6B665491-165D-BBC4-B00D-23FBA5305D0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9D070EB4-9324-416B-BF6A-1FF3954C4EC7}"/>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11E81B93-8897-FE9C-717C-F0EE91615A31}"/>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19AC4DA0-7DF7-2017-4193-2B218863960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B62A9BB0-D79D-16F7-82E2-EA8A5E24DF7B}"/>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79742B34-4117-7C22-5504-F0D59EF37977}"/>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E9C3DDF8-73F0-053A-67AF-D7CA4C1FFE3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82BE6431-9C1E-4A4A-56D9-D7826A148E66}"/>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1C97DEB7-44BB-3DDD-0946-F8A737EF8151}"/>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25C3D13D-DAB5-1371-FE56-5699AC3218A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DC110BF8-B700-F9B9-DB22-AD628211D89F}"/>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5" name="Group 65">
              <a:extLst>
                <a:ext uri="{FF2B5EF4-FFF2-40B4-BE49-F238E27FC236}">
                  <a16:creationId xmlns:a16="http://schemas.microsoft.com/office/drawing/2014/main" id="{53E6B84A-17B7-6DD0-8CA2-A60FA07BE20E}"/>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8653DD2E-98C5-ECA1-8768-79AD640ABA4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Box 67">
                <a:extLst>
                  <a:ext uri="{FF2B5EF4-FFF2-40B4-BE49-F238E27FC236}">
                    <a16:creationId xmlns:a16="http://schemas.microsoft.com/office/drawing/2014/main" id="{6825E97D-1F7A-1FBA-7FC1-B148B56C7AE4}"/>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68" name="Group 68">
            <a:extLst>
              <a:ext uri="{FF2B5EF4-FFF2-40B4-BE49-F238E27FC236}">
                <a16:creationId xmlns:a16="http://schemas.microsoft.com/office/drawing/2014/main" id="{E73A65E6-33FA-1D82-A201-E7011A839188}"/>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9E4763F5-033F-0E02-2380-AB27E4D7D4DF}"/>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B930E457-C1F0-0DE3-4CB8-9074644F8891}"/>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Box 71">
                <a:extLst>
                  <a:ext uri="{FF2B5EF4-FFF2-40B4-BE49-F238E27FC236}">
                    <a16:creationId xmlns:a16="http://schemas.microsoft.com/office/drawing/2014/main" id="{6CCE57B6-172F-8775-9727-F86978C393EF}"/>
                  </a:ext>
                </a:extLst>
              </p:cNvPr>
              <p:cNvSpPr txBox="1"/>
              <p:nvPr/>
            </p:nvSpPr>
            <p:spPr>
              <a:xfrm>
                <a:off x="0" y="-47625"/>
                <a:ext cx="458420"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2" name="Group 72">
              <a:extLst>
                <a:ext uri="{FF2B5EF4-FFF2-40B4-BE49-F238E27FC236}">
                  <a16:creationId xmlns:a16="http://schemas.microsoft.com/office/drawing/2014/main" id="{171B6410-888B-599B-51D0-10E7C49B9C20}"/>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351015F6-2814-38D4-9BC5-B68ED1BFB8CE}"/>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TextBox 74">
                <a:extLst>
                  <a:ext uri="{FF2B5EF4-FFF2-40B4-BE49-F238E27FC236}">
                    <a16:creationId xmlns:a16="http://schemas.microsoft.com/office/drawing/2014/main" id="{28D61C7B-EE01-FF01-5DB1-77B391CBE19F}"/>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5" name="Group 75">
              <a:extLst>
                <a:ext uri="{FF2B5EF4-FFF2-40B4-BE49-F238E27FC236}">
                  <a16:creationId xmlns:a16="http://schemas.microsoft.com/office/drawing/2014/main" id="{92B997A6-7065-619C-9475-B10F1533E58A}"/>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E878D784-EBDE-4911-FFDB-1F36C212F83F}"/>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7" name="TextBox 77">
                <a:extLst>
                  <a:ext uri="{FF2B5EF4-FFF2-40B4-BE49-F238E27FC236}">
                    <a16:creationId xmlns:a16="http://schemas.microsoft.com/office/drawing/2014/main" id="{B172147C-C0A4-A9D7-DEC4-D811B79B1941}"/>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8" name="Group 78">
              <a:extLst>
                <a:ext uri="{FF2B5EF4-FFF2-40B4-BE49-F238E27FC236}">
                  <a16:creationId xmlns:a16="http://schemas.microsoft.com/office/drawing/2014/main" id="{087FF2DE-305A-0185-0025-2DC949CF5E08}"/>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100A394C-E85D-A297-F67B-705A88B936D0}"/>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Box 80">
                <a:extLst>
                  <a:ext uri="{FF2B5EF4-FFF2-40B4-BE49-F238E27FC236}">
                    <a16:creationId xmlns:a16="http://schemas.microsoft.com/office/drawing/2014/main" id="{B29F923C-0240-CAD3-09D5-B4D995AE14A7}"/>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1" name="Group 81">
              <a:extLst>
                <a:ext uri="{FF2B5EF4-FFF2-40B4-BE49-F238E27FC236}">
                  <a16:creationId xmlns:a16="http://schemas.microsoft.com/office/drawing/2014/main" id="{595B6AF8-F83E-91B6-4BF9-07E4941B7484}"/>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A03B7B13-E377-8A7C-F79B-0F0DC63F9142}"/>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3" name="TextBox 83">
                <a:extLst>
                  <a:ext uri="{FF2B5EF4-FFF2-40B4-BE49-F238E27FC236}">
                    <a16:creationId xmlns:a16="http://schemas.microsoft.com/office/drawing/2014/main" id="{89D13A39-B390-A22C-8393-0A65738B5C2F}"/>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84" name="Freeform 84">
            <a:extLst>
              <a:ext uri="{FF2B5EF4-FFF2-40B4-BE49-F238E27FC236}">
                <a16:creationId xmlns:a16="http://schemas.microsoft.com/office/drawing/2014/main" id="{B2D1E361-2392-88C2-1152-656200F1968C}"/>
              </a:ext>
            </a:extLst>
          </p:cNvPr>
          <p:cNvSpPr/>
          <p:nvPr/>
        </p:nvSpPr>
        <p:spPr>
          <a:xfrm rot="6451370">
            <a:off x="15324698" y="7886286"/>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C22D7030-619B-0790-746B-3BF72F2B7107}"/>
              </a:ext>
            </a:extLst>
          </p:cNvPr>
          <p:cNvSpPr txBox="1"/>
          <p:nvPr/>
        </p:nvSpPr>
        <p:spPr>
          <a:xfrm>
            <a:off x="1670013" y="1424091"/>
            <a:ext cx="15727454" cy="7374776"/>
          </a:xfrm>
          <a:prstGeom prst="rect">
            <a:avLst/>
          </a:prstGeom>
          <a:noFill/>
        </p:spPr>
        <p:txBody>
          <a:bodyPr wrap="square">
            <a:spAutoFit/>
          </a:bodyPr>
          <a:lstStyle/>
          <a:p>
            <a:pPr lvl="0" algn="ctr">
              <a:lnSpc>
                <a:spcPct val="150000"/>
              </a:lnSpc>
              <a:defRPr/>
            </a:pPr>
            <a:r>
              <a:rPr lang="vi-VN" sz="5000" b="1">
                <a:solidFill>
                  <a:srgbClr val="C00000"/>
                </a:solidFill>
                <a:latin typeface="American Typewriter" panose="02090604020004020304" pitchFamily="18" charset="77"/>
              </a:rPr>
              <a:t>CÁC CÁCH DÙNG ĐỘNG TỪ “TO BE”</a:t>
            </a:r>
          </a:p>
          <a:p>
            <a:pPr lvl="0" algn="just">
              <a:lnSpc>
                <a:spcPct val="150000"/>
              </a:lnSpc>
              <a:defRPr/>
            </a:pPr>
            <a:r>
              <a:rPr lang="vi-VN" sz="4500" b="1">
                <a:solidFill>
                  <a:srgbClr val="00B0F0"/>
                </a:solidFill>
                <a:latin typeface="American Typewriter" panose="02090604020004020304" pitchFamily="18" charset="77"/>
              </a:rPr>
              <a:t>1. </a:t>
            </a:r>
            <a:r>
              <a:rPr lang="en-US" sz="4500" b="1">
                <a:solidFill>
                  <a:srgbClr val="00B0F0"/>
                </a:solidFill>
                <a:latin typeface="American Typewriter" panose="02090604020004020304" pitchFamily="18" charset="77"/>
              </a:rPr>
              <a:t>S + to be + tính từ (adjective)</a:t>
            </a:r>
          </a:p>
          <a:p>
            <a:pPr algn="just">
              <a:lnSpc>
                <a:spcPct val="150000"/>
              </a:lnSpc>
            </a:pPr>
            <a:r>
              <a:rPr lang="en-VN" sz="4500">
                <a:latin typeface="American Typewriter" panose="02090604020004020304" pitchFamily="18" charset="77"/>
              </a:rPr>
              <a:t>👉 </a:t>
            </a:r>
            <a:r>
              <a:rPr lang="en-US" sz="4500">
                <a:latin typeface="American Typewriter" panose="02090604020004020304" pitchFamily="18" charset="77"/>
              </a:rPr>
              <a:t>Dùng để </a:t>
            </a:r>
            <a:r>
              <a:rPr lang="en-US" sz="4500" b="1">
                <a:latin typeface="American Typewriter" panose="02090604020004020304" pitchFamily="18" charset="77"/>
              </a:rPr>
              <a:t>miêu tả trạng thái, cảm xúc, đặc điểm</a:t>
            </a:r>
            <a:r>
              <a:rPr lang="en-US" sz="4500">
                <a:latin typeface="American Typewriter" panose="02090604020004020304" pitchFamily="18" charset="77"/>
              </a:rPr>
              <a:t> của chủ ngữ.</a:t>
            </a:r>
          </a:p>
          <a:p>
            <a:pPr algn="just">
              <a:lnSpc>
                <a:spcPct val="150000"/>
              </a:lnSpc>
            </a:pPr>
            <a:r>
              <a:rPr lang="en-US" sz="4500" b="1">
                <a:solidFill>
                  <a:srgbClr val="00B0F0"/>
                </a:solidFill>
                <a:latin typeface="American Typewriter" panose="02090604020004020304" pitchFamily="18" charset="77"/>
              </a:rPr>
              <a:t>Ví dụ:</a:t>
            </a:r>
            <a:endParaRPr lang="en-US" sz="4500">
              <a:solidFill>
                <a:srgbClr val="00B0F0"/>
              </a:solidFill>
              <a:latin typeface="American Typewriter" panose="02090604020004020304" pitchFamily="18" charset="77"/>
            </a:endParaRPr>
          </a:p>
          <a:p>
            <a:pPr marL="685800" indent="-685800" algn="just">
              <a:lnSpc>
                <a:spcPct val="150000"/>
              </a:lnSpc>
              <a:buFont typeface="Wingdings" pitchFamily="2" charset="2"/>
              <a:buChar char="§"/>
            </a:pPr>
            <a:r>
              <a:rPr lang="en-US" sz="4500">
                <a:latin typeface="American Typewriter" panose="02090604020004020304" pitchFamily="18" charset="77"/>
              </a:rPr>
              <a:t>I </a:t>
            </a:r>
            <a:r>
              <a:rPr lang="en-US" sz="4500" b="1">
                <a:latin typeface="American Typewriter" panose="02090604020004020304" pitchFamily="18" charset="77"/>
              </a:rPr>
              <a:t>am tired</a:t>
            </a:r>
            <a:r>
              <a:rPr lang="en-US" sz="4500">
                <a:latin typeface="American Typewriter" panose="02090604020004020304" pitchFamily="18" charset="77"/>
              </a:rPr>
              <a:t>. </a:t>
            </a:r>
          </a:p>
          <a:p>
            <a:pPr marL="685800" indent="-685800" algn="just">
              <a:lnSpc>
                <a:spcPct val="150000"/>
              </a:lnSpc>
              <a:buFont typeface="Wingdings" pitchFamily="2" charset="2"/>
              <a:buChar char="§"/>
            </a:pPr>
            <a:r>
              <a:rPr lang="en-US" sz="4500">
                <a:latin typeface="American Typewriter" panose="02090604020004020304" pitchFamily="18" charset="77"/>
              </a:rPr>
              <a:t>She </a:t>
            </a:r>
            <a:r>
              <a:rPr lang="en-US" sz="4500" b="1">
                <a:latin typeface="American Typewriter" panose="02090604020004020304" pitchFamily="18" charset="77"/>
              </a:rPr>
              <a:t>is friendly</a:t>
            </a:r>
            <a:r>
              <a:rPr lang="en-US" sz="4500">
                <a:latin typeface="American Typewriter" panose="02090604020004020304" pitchFamily="18" charset="77"/>
              </a:rPr>
              <a:t>. </a:t>
            </a:r>
          </a:p>
        </p:txBody>
      </p:sp>
    </p:spTree>
    <p:extLst>
      <p:ext uri="{BB962C8B-B14F-4D97-AF65-F5344CB8AC3E}">
        <p14:creationId xmlns:p14="http://schemas.microsoft.com/office/powerpoint/2010/main" val="856052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8">
                                            <p:txEl>
                                              <p:pRg st="4" end="4"/>
                                            </p:txEl>
                                          </p:spTgt>
                                        </p:tgtEl>
                                        <p:attrNameLst>
                                          <p:attrName>style.visibility</p:attrName>
                                        </p:attrNameLst>
                                      </p:cBhvr>
                                      <p:to>
                                        <p:strVal val="visible"/>
                                      </p:to>
                                    </p:set>
                                    <p:anim calcmode="lin" valueType="num">
                                      <p:cBhvr additive="base">
                                        <p:cTn id="31" dur="500" fill="hold"/>
                                        <p:tgtEl>
                                          <p:spTgt spid="9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8">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98">
                                            <p:txEl>
                                              <p:pRg st="5" end="5"/>
                                            </p:txEl>
                                          </p:spTgt>
                                        </p:tgtEl>
                                        <p:attrNameLst>
                                          <p:attrName>style.visibility</p:attrName>
                                        </p:attrNameLst>
                                      </p:cBhvr>
                                      <p:to>
                                        <p:strVal val="visible"/>
                                      </p:to>
                                    </p:set>
                                    <p:anim calcmode="lin" valueType="num">
                                      <p:cBhvr additive="base">
                                        <p:cTn id="35" dur="500" fill="hold"/>
                                        <p:tgtEl>
                                          <p:spTgt spid="98">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98">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479A7-6C2D-1E09-6AE0-D6E3ABE0A4D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0F7569D-04C8-437C-29D4-1D909E3C0199}"/>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7FD3A195-6B2D-55E1-7D76-1C7610F56A66}"/>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312CE28A-CFE0-585A-9A96-F19C57D3BCD1}"/>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 name="Group 5">
            <a:extLst>
              <a:ext uri="{FF2B5EF4-FFF2-40B4-BE49-F238E27FC236}">
                <a16:creationId xmlns:a16="http://schemas.microsoft.com/office/drawing/2014/main" id="{C4F2B29E-319C-1392-D1C5-2F95F1BB310B}"/>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706CC257-F2DA-4CBA-B53B-AD5E7551F88A}"/>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17F226FE-4941-3270-D9FD-EB83207F76BE}"/>
                </a:ext>
              </a:extLst>
            </p:cNvPr>
            <p:cNvSpPr txBox="1"/>
            <p:nvPr/>
          </p:nvSpPr>
          <p:spPr>
            <a:xfrm>
              <a:off x="0" y="-47625"/>
              <a:ext cx="5454346" cy="2751565"/>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7C628896-8345-6074-A9C7-19400E1CD909}"/>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81566BDD-5A97-6442-7074-8FC82B3D3D3F}"/>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87602323-AFBC-250B-8C21-DDB91062F0C5}"/>
                </a:ext>
              </a:extLst>
            </p:cNvPr>
            <p:cNvSpPr txBox="1"/>
            <p:nvPr/>
          </p:nvSpPr>
          <p:spPr>
            <a:xfrm>
              <a:off x="0" y="-47625"/>
              <a:ext cx="5429786" cy="2704410"/>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1ADD9074-4182-57C5-4412-A99503237587}"/>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A1C59694-DA46-9A0B-4048-0022C576A0D4}"/>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D7EEAA16-49B0-E859-2EEC-89636C7F0C94}"/>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A9AB32C0-279E-48ED-A0F3-879C81223BC0}"/>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DB111587-5039-0E03-4DED-24E92BD2B54C}"/>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A26DB075-4711-13DE-51B7-F362C10D2EB5}"/>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F1C39FB1-6BE9-8E0D-9084-E7BF42E2074B}"/>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7845391F-B725-86DF-EE4A-994C7BB13022}"/>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B1BC7B18-974A-76A4-71A3-74F04905C619}"/>
                </a:ext>
              </a:extLst>
            </p:cNvPr>
            <p:cNvSpPr txBox="1"/>
            <p:nvPr/>
          </p:nvSpPr>
          <p:spPr>
            <a:xfrm>
              <a:off x="0" y="-47625"/>
              <a:ext cx="3961731" cy="2448417"/>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4" name="Freeform 34">
            <a:extLst>
              <a:ext uri="{FF2B5EF4-FFF2-40B4-BE49-F238E27FC236}">
                <a16:creationId xmlns:a16="http://schemas.microsoft.com/office/drawing/2014/main" id="{6BF01788-4435-90CC-ED49-88C2EDD2A5CD}"/>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5" name="Group 35">
            <a:extLst>
              <a:ext uri="{FF2B5EF4-FFF2-40B4-BE49-F238E27FC236}">
                <a16:creationId xmlns:a16="http://schemas.microsoft.com/office/drawing/2014/main" id="{E02E4621-F909-D1E1-0E3D-74F137AB1F52}"/>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2B2344EE-24EE-4D47-95C1-291E4E7ECD49}"/>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DC262B62-A3EC-6E10-128B-72322B7938B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Box 38">
                <a:extLst>
                  <a:ext uri="{FF2B5EF4-FFF2-40B4-BE49-F238E27FC236}">
                    <a16:creationId xmlns:a16="http://schemas.microsoft.com/office/drawing/2014/main" id="{BD60843F-FCBB-1D02-4A38-C903F01CB3B9}"/>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9" name="Group 39">
              <a:extLst>
                <a:ext uri="{FF2B5EF4-FFF2-40B4-BE49-F238E27FC236}">
                  <a16:creationId xmlns:a16="http://schemas.microsoft.com/office/drawing/2014/main" id="{3ADEDF23-7E2C-FDF4-C76E-DF8F3C742FB9}"/>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EE907006-90A3-A41B-31C7-303C8BEBD67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Box 41">
                <a:extLst>
                  <a:ext uri="{FF2B5EF4-FFF2-40B4-BE49-F238E27FC236}">
                    <a16:creationId xmlns:a16="http://schemas.microsoft.com/office/drawing/2014/main" id="{1ECC08EE-FA8D-FFD9-ABC7-BE0DF7BBDEB9}"/>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2" name="Group 42">
              <a:extLst>
                <a:ext uri="{FF2B5EF4-FFF2-40B4-BE49-F238E27FC236}">
                  <a16:creationId xmlns:a16="http://schemas.microsoft.com/office/drawing/2014/main" id="{81EA2379-A68A-1A2A-B0E4-9B9AF7764F8E}"/>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3070CA0F-0BE0-E4F4-7DE4-D678E9D8E11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Box 44">
                <a:extLst>
                  <a:ext uri="{FF2B5EF4-FFF2-40B4-BE49-F238E27FC236}">
                    <a16:creationId xmlns:a16="http://schemas.microsoft.com/office/drawing/2014/main" id="{0E0F7C31-C7BE-D6B9-06D2-E5735939CBF5}"/>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5" name="Group 45">
              <a:extLst>
                <a:ext uri="{FF2B5EF4-FFF2-40B4-BE49-F238E27FC236}">
                  <a16:creationId xmlns:a16="http://schemas.microsoft.com/office/drawing/2014/main" id="{F5452B8B-E125-A57C-EBAB-9870D7D05CCE}"/>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CD06E1B7-4586-3018-378C-EC20FC807F3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Box 47">
                <a:extLst>
                  <a:ext uri="{FF2B5EF4-FFF2-40B4-BE49-F238E27FC236}">
                    <a16:creationId xmlns:a16="http://schemas.microsoft.com/office/drawing/2014/main" id="{82A57F46-3E46-B0ED-2AF4-3B02496A6659}"/>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8" name="Group 48">
              <a:extLst>
                <a:ext uri="{FF2B5EF4-FFF2-40B4-BE49-F238E27FC236}">
                  <a16:creationId xmlns:a16="http://schemas.microsoft.com/office/drawing/2014/main" id="{18BAC32A-05E4-D39A-0933-7A3C32FD7503}"/>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54601847-27FD-B35C-5735-29942CE7489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Box 50">
                <a:extLst>
                  <a:ext uri="{FF2B5EF4-FFF2-40B4-BE49-F238E27FC236}">
                    <a16:creationId xmlns:a16="http://schemas.microsoft.com/office/drawing/2014/main" id="{A4BEFB5C-45A2-DD33-95AE-FAC367E8B4CD}"/>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51" name="Freeform 51">
            <a:extLst>
              <a:ext uri="{FF2B5EF4-FFF2-40B4-BE49-F238E27FC236}">
                <a16:creationId xmlns:a16="http://schemas.microsoft.com/office/drawing/2014/main" id="{A62D4B88-5CFB-AD9F-AB7B-7765C7A655AA}"/>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2" name="Group 52">
            <a:extLst>
              <a:ext uri="{FF2B5EF4-FFF2-40B4-BE49-F238E27FC236}">
                <a16:creationId xmlns:a16="http://schemas.microsoft.com/office/drawing/2014/main" id="{8DEC4655-3734-2F02-2F78-6FFC3CAF2E94}"/>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50718510-A45B-228C-ACA7-96624FFBB38B}"/>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8F96D6AF-058A-4A44-E5FB-C519DBEB60C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9CCAF9BF-7588-E0E5-D85B-AA9C635CAF22}"/>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1AD1A0AD-AA45-1170-B221-7BC15A3BC3C1}"/>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948B14C2-27CB-9510-15A4-6BCD765779F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ADD13EC8-62FF-6FAC-D5D0-88DA8DAE2A84}"/>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7182CA12-8471-76EC-F3C5-7813C58F5E31}"/>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FE6CE6CC-678B-1BFD-6C5B-7A953EE0B5C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C8CA86E1-D5E4-F049-87EF-60D42F7B8DEF}"/>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B6B67F90-3A30-5E50-545C-42C845B4B2AD}"/>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222BCED1-662D-B939-E4A0-E9C05EF94AC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7BAEC552-99CE-667A-EFB3-D059859A2A40}"/>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5" name="Group 65">
              <a:extLst>
                <a:ext uri="{FF2B5EF4-FFF2-40B4-BE49-F238E27FC236}">
                  <a16:creationId xmlns:a16="http://schemas.microsoft.com/office/drawing/2014/main" id="{77FE38C2-7DDA-2818-87D3-1A61B6226DC6}"/>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8A811AB9-4C60-6393-0179-94B9D7B369C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Box 67">
                <a:extLst>
                  <a:ext uri="{FF2B5EF4-FFF2-40B4-BE49-F238E27FC236}">
                    <a16:creationId xmlns:a16="http://schemas.microsoft.com/office/drawing/2014/main" id="{7CE76A83-4E21-2C35-531B-FF2397D9A792}"/>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68" name="Group 68">
            <a:extLst>
              <a:ext uri="{FF2B5EF4-FFF2-40B4-BE49-F238E27FC236}">
                <a16:creationId xmlns:a16="http://schemas.microsoft.com/office/drawing/2014/main" id="{81E96589-8415-92E1-AB8E-A115A992D74F}"/>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332BEF27-AA3C-972A-34B7-EF1D3FB72B05}"/>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71576F3A-B8FE-B2BC-E5F2-A002D5999C57}"/>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Box 71">
                <a:extLst>
                  <a:ext uri="{FF2B5EF4-FFF2-40B4-BE49-F238E27FC236}">
                    <a16:creationId xmlns:a16="http://schemas.microsoft.com/office/drawing/2014/main" id="{077F91DD-4A77-3900-5096-E9CCE0AB39AE}"/>
                  </a:ext>
                </a:extLst>
              </p:cNvPr>
              <p:cNvSpPr txBox="1"/>
              <p:nvPr/>
            </p:nvSpPr>
            <p:spPr>
              <a:xfrm>
                <a:off x="0" y="-47625"/>
                <a:ext cx="458420"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2" name="Group 72">
              <a:extLst>
                <a:ext uri="{FF2B5EF4-FFF2-40B4-BE49-F238E27FC236}">
                  <a16:creationId xmlns:a16="http://schemas.microsoft.com/office/drawing/2014/main" id="{C0CC6B8C-E6BB-5661-0384-7EBBCF03AE1F}"/>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78A217D0-A90D-2E6D-E7FC-194C4B0EAE76}"/>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TextBox 74">
                <a:extLst>
                  <a:ext uri="{FF2B5EF4-FFF2-40B4-BE49-F238E27FC236}">
                    <a16:creationId xmlns:a16="http://schemas.microsoft.com/office/drawing/2014/main" id="{28BDE576-8D57-FF30-B950-463E38F71F1F}"/>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5" name="Group 75">
              <a:extLst>
                <a:ext uri="{FF2B5EF4-FFF2-40B4-BE49-F238E27FC236}">
                  <a16:creationId xmlns:a16="http://schemas.microsoft.com/office/drawing/2014/main" id="{5AC3A3AD-5BD0-F107-E2FA-94EB28AD710D}"/>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E3DEECB1-738B-3A48-8B0D-028065BFD886}"/>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7" name="TextBox 77">
                <a:extLst>
                  <a:ext uri="{FF2B5EF4-FFF2-40B4-BE49-F238E27FC236}">
                    <a16:creationId xmlns:a16="http://schemas.microsoft.com/office/drawing/2014/main" id="{86B95AA7-6FC0-27BD-6904-4E88C693D21B}"/>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8" name="Group 78">
              <a:extLst>
                <a:ext uri="{FF2B5EF4-FFF2-40B4-BE49-F238E27FC236}">
                  <a16:creationId xmlns:a16="http://schemas.microsoft.com/office/drawing/2014/main" id="{1A7F55ED-EB08-06CB-C78A-7109F3EC3488}"/>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28F7F42A-6AD9-BBA7-1D96-EFCBBF228DFC}"/>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Box 80">
                <a:extLst>
                  <a:ext uri="{FF2B5EF4-FFF2-40B4-BE49-F238E27FC236}">
                    <a16:creationId xmlns:a16="http://schemas.microsoft.com/office/drawing/2014/main" id="{B6C291F8-0B1E-8661-4E74-030C6BFDB13B}"/>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1" name="Group 81">
              <a:extLst>
                <a:ext uri="{FF2B5EF4-FFF2-40B4-BE49-F238E27FC236}">
                  <a16:creationId xmlns:a16="http://schemas.microsoft.com/office/drawing/2014/main" id="{49CF4D6F-0865-5F2C-0D84-D7F5B9C8C3AF}"/>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56F2FB6C-6B14-861A-0735-19DDD244A3FA}"/>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3" name="TextBox 83">
                <a:extLst>
                  <a:ext uri="{FF2B5EF4-FFF2-40B4-BE49-F238E27FC236}">
                    <a16:creationId xmlns:a16="http://schemas.microsoft.com/office/drawing/2014/main" id="{64DA4906-FED6-D022-9AD1-71628533DD1F}"/>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84" name="Freeform 84">
            <a:extLst>
              <a:ext uri="{FF2B5EF4-FFF2-40B4-BE49-F238E27FC236}">
                <a16:creationId xmlns:a16="http://schemas.microsoft.com/office/drawing/2014/main" id="{27B93BCE-F9F8-FF88-0949-4096A5793504}"/>
              </a:ext>
            </a:extLst>
          </p:cNvPr>
          <p:cNvSpPr/>
          <p:nvPr/>
        </p:nvSpPr>
        <p:spPr>
          <a:xfrm rot="6451370">
            <a:off x="15324698" y="7886286"/>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46842A10-B885-4BAA-8B9D-D26FC7DA0E6B}"/>
              </a:ext>
            </a:extLst>
          </p:cNvPr>
          <p:cNvSpPr txBox="1"/>
          <p:nvPr/>
        </p:nvSpPr>
        <p:spPr>
          <a:xfrm>
            <a:off x="1670013" y="952500"/>
            <a:ext cx="15727454" cy="8413522"/>
          </a:xfrm>
          <a:prstGeom prst="rect">
            <a:avLst/>
          </a:prstGeom>
          <a:noFill/>
        </p:spPr>
        <p:txBody>
          <a:bodyPr wrap="square">
            <a:spAutoFit/>
          </a:bodyPr>
          <a:lstStyle/>
          <a:p>
            <a:pPr lvl="0" algn="ctr">
              <a:lnSpc>
                <a:spcPct val="150000"/>
              </a:lnSpc>
              <a:defRPr/>
            </a:pPr>
            <a:r>
              <a:rPr lang="vi-VN" sz="5000" b="1">
                <a:solidFill>
                  <a:srgbClr val="C00000"/>
                </a:solidFill>
                <a:latin typeface="American Typewriter" panose="02090604020004020304" pitchFamily="18" charset="77"/>
              </a:rPr>
              <a:t>CÁC CÁCH DÙNG ĐỘNG TỪ “TO BE”</a:t>
            </a:r>
          </a:p>
          <a:p>
            <a:pPr>
              <a:lnSpc>
                <a:spcPct val="150000"/>
              </a:lnSpc>
            </a:pPr>
            <a:r>
              <a:rPr lang="en-US" sz="4500" b="1">
                <a:solidFill>
                  <a:srgbClr val="00B0F0"/>
                </a:solidFill>
                <a:latin typeface="American Typewriter" panose="02090604020004020304" pitchFamily="18" charset="77"/>
              </a:rPr>
              <a:t>2. S + to be + (a/an) + danh từ </a:t>
            </a:r>
          </a:p>
          <a:p>
            <a:pPr>
              <a:lnSpc>
                <a:spcPct val="150000"/>
              </a:lnSpc>
            </a:pPr>
            <a:r>
              <a:rPr lang="en-VN" sz="4500">
                <a:latin typeface="American Typewriter" panose="02090604020004020304" pitchFamily="18" charset="77"/>
              </a:rPr>
              <a:t>👉 </a:t>
            </a:r>
            <a:r>
              <a:rPr lang="en-US" sz="4500">
                <a:latin typeface="American Typewriter" panose="02090604020004020304" pitchFamily="18" charset="77"/>
              </a:rPr>
              <a:t>Dùng khi </a:t>
            </a:r>
            <a:r>
              <a:rPr lang="en-US" sz="4500" b="1">
                <a:latin typeface="American Typewriter" panose="02090604020004020304" pitchFamily="18" charset="77"/>
              </a:rPr>
              <a:t>giới thiệu, nghề nghiệp, vai trò, mối quan hệ...</a:t>
            </a:r>
            <a:endParaRPr lang="en-US" sz="4500">
              <a:latin typeface="American Typewriter" panose="02090604020004020304" pitchFamily="18" charset="77"/>
            </a:endParaRPr>
          </a:p>
          <a:p>
            <a:pPr>
              <a:lnSpc>
                <a:spcPct val="150000"/>
              </a:lnSpc>
            </a:pPr>
            <a:r>
              <a:rPr lang="en-US" sz="4500" b="1">
                <a:solidFill>
                  <a:srgbClr val="00B0F0"/>
                </a:solidFill>
                <a:latin typeface="American Typewriter" panose="02090604020004020304" pitchFamily="18" charset="77"/>
              </a:rPr>
              <a:t>Ví dụ:</a:t>
            </a:r>
            <a:endParaRPr lang="en-US" sz="4500">
              <a:solidFill>
                <a:srgbClr val="00B0F0"/>
              </a:solidFill>
              <a:latin typeface="American Typewriter" panose="02090604020004020304" pitchFamily="18" charset="77"/>
            </a:endParaRPr>
          </a:p>
          <a:p>
            <a:pPr marL="685800" indent="-685800">
              <a:lnSpc>
                <a:spcPct val="150000"/>
              </a:lnSpc>
              <a:buFont typeface="Wingdings" pitchFamily="2" charset="2"/>
              <a:buChar char="§"/>
            </a:pPr>
            <a:r>
              <a:rPr lang="en-US" sz="4500">
                <a:latin typeface="American Typewriter" panose="02090604020004020304" pitchFamily="18" charset="77"/>
              </a:rPr>
              <a:t>We </a:t>
            </a:r>
            <a:r>
              <a:rPr lang="en-US" sz="4500" b="1">
                <a:latin typeface="American Typewriter" panose="02090604020004020304" pitchFamily="18" charset="77"/>
              </a:rPr>
              <a:t>are students</a:t>
            </a:r>
            <a:r>
              <a:rPr lang="en-US" sz="4500">
                <a:latin typeface="American Typewriter" panose="02090604020004020304" pitchFamily="18" charset="77"/>
              </a:rPr>
              <a:t>. </a:t>
            </a:r>
          </a:p>
          <a:p>
            <a:pPr marL="685800" indent="-685800">
              <a:lnSpc>
                <a:spcPct val="150000"/>
              </a:lnSpc>
              <a:buFont typeface="Wingdings" pitchFamily="2" charset="2"/>
              <a:buChar char="§"/>
            </a:pPr>
            <a:r>
              <a:rPr lang="en-US" sz="4500">
                <a:latin typeface="American Typewriter" panose="02090604020004020304" pitchFamily="18" charset="77"/>
              </a:rPr>
              <a:t>I </a:t>
            </a:r>
            <a:r>
              <a:rPr lang="en-US" sz="4500" b="1">
                <a:latin typeface="American Typewriter" panose="02090604020004020304" pitchFamily="18" charset="77"/>
              </a:rPr>
              <a:t>am a teacher</a:t>
            </a:r>
            <a:r>
              <a:rPr lang="en-US" sz="4500">
                <a:latin typeface="American Typewriter" panose="02090604020004020304" pitchFamily="18" charset="77"/>
              </a:rPr>
              <a:t>.</a:t>
            </a:r>
          </a:p>
          <a:p>
            <a:pPr marL="685800" indent="-685800">
              <a:lnSpc>
                <a:spcPct val="150000"/>
              </a:lnSpc>
              <a:buFont typeface="Wingdings" pitchFamily="2" charset="2"/>
              <a:buChar char="§"/>
            </a:pPr>
            <a:r>
              <a:rPr lang="en-US" sz="4500">
                <a:latin typeface="American Typewriter" panose="02090604020004020304" pitchFamily="18" charset="77"/>
              </a:rPr>
              <a:t>He </a:t>
            </a:r>
            <a:r>
              <a:rPr lang="en-US" sz="4500" b="1">
                <a:latin typeface="American Typewriter" panose="02090604020004020304" pitchFamily="18" charset="77"/>
              </a:rPr>
              <a:t>is my brother</a:t>
            </a:r>
            <a:r>
              <a:rPr lang="en-US" sz="4500">
                <a:latin typeface="American Typewriter" panose="02090604020004020304" pitchFamily="18" charset="77"/>
              </a:rPr>
              <a:t>. </a:t>
            </a:r>
          </a:p>
        </p:txBody>
      </p:sp>
    </p:spTree>
    <p:extLst>
      <p:ext uri="{BB962C8B-B14F-4D97-AF65-F5344CB8AC3E}">
        <p14:creationId xmlns:p14="http://schemas.microsoft.com/office/powerpoint/2010/main" val="3529460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8">
                                            <p:txEl>
                                              <p:pRg st="4" end="4"/>
                                            </p:txEl>
                                          </p:spTgt>
                                        </p:tgtEl>
                                        <p:attrNameLst>
                                          <p:attrName>style.visibility</p:attrName>
                                        </p:attrNameLst>
                                      </p:cBhvr>
                                      <p:to>
                                        <p:strVal val="visible"/>
                                      </p:to>
                                    </p:set>
                                    <p:anim calcmode="lin" valueType="num">
                                      <p:cBhvr additive="base">
                                        <p:cTn id="31" dur="500" fill="hold"/>
                                        <p:tgtEl>
                                          <p:spTgt spid="9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8">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98">
                                            <p:txEl>
                                              <p:pRg st="5" end="5"/>
                                            </p:txEl>
                                          </p:spTgt>
                                        </p:tgtEl>
                                        <p:attrNameLst>
                                          <p:attrName>style.visibility</p:attrName>
                                        </p:attrNameLst>
                                      </p:cBhvr>
                                      <p:to>
                                        <p:strVal val="visible"/>
                                      </p:to>
                                    </p:set>
                                    <p:anim calcmode="lin" valueType="num">
                                      <p:cBhvr additive="base">
                                        <p:cTn id="35" dur="500" fill="hold"/>
                                        <p:tgtEl>
                                          <p:spTgt spid="98">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98">
                                            <p:txEl>
                                              <p:pRg st="5" end="5"/>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98">
                                            <p:txEl>
                                              <p:pRg st="6" end="6"/>
                                            </p:txEl>
                                          </p:spTgt>
                                        </p:tgtEl>
                                        <p:attrNameLst>
                                          <p:attrName>style.visibility</p:attrName>
                                        </p:attrNameLst>
                                      </p:cBhvr>
                                      <p:to>
                                        <p:strVal val="visible"/>
                                      </p:to>
                                    </p:set>
                                    <p:anim calcmode="lin" valueType="num">
                                      <p:cBhvr additive="base">
                                        <p:cTn id="39" dur="500" fill="hold"/>
                                        <p:tgtEl>
                                          <p:spTgt spid="98">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98">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0CE2E-B439-0571-C5EB-28F307C8796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ADF5C9C-7022-2E37-9DCC-4815EB51D4AE}"/>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7A3D42F1-E686-D076-CEC9-606731FF2D60}"/>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717A65EE-E70D-6521-C06A-873E80BA66E8}"/>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 name="Group 5">
            <a:extLst>
              <a:ext uri="{FF2B5EF4-FFF2-40B4-BE49-F238E27FC236}">
                <a16:creationId xmlns:a16="http://schemas.microsoft.com/office/drawing/2014/main" id="{B366894A-F92A-2C9D-386F-10DFA54EFFEF}"/>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987EA04A-BE22-55A4-FB7A-1DF16294819E}"/>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ACE4DCBD-FB96-A8B5-57F7-F3256E799384}"/>
                </a:ext>
              </a:extLst>
            </p:cNvPr>
            <p:cNvSpPr txBox="1"/>
            <p:nvPr/>
          </p:nvSpPr>
          <p:spPr>
            <a:xfrm>
              <a:off x="0" y="-47625"/>
              <a:ext cx="5454346" cy="2751565"/>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A2598B3F-93BE-DF50-C32A-882A0128F187}"/>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88CAAED3-BA5E-98ED-43F0-6CBFB200F031}"/>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B496A31B-009C-1A7F-15EE-411E6A7E8715}"/>
                </a:ext>
              </a:extLst>
            </p:cNvPr>
            <p:cNvSpPr txBox="1"/>
            <p:nvPr/>
          </p:nvSpPr>
          <p:spPr>
            <a:xfrm>
              <a:off x="0" y="-47625"/>
              <a:ext cx="5429786" cy="2704410"/>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C79FDDF5-47FF-8BF9-EEA3-101EFBE679AA}"/>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D69A59F7-4D32-8E98-9265-E13837EFFEBA}"/>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A592F7A8-A566-D481-432F-7B90AAF65D3A}"/>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CA47AC03-F6AC-1FB8-49BC-95960345A9C0}"/>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3EE77245-9E65-D3BA-B5A1-196930EA683C}"/>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9BB8D070-383B-4D90-D579-F580D344F3D8}"/>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E9609E14-6358-5823-3D42-CBE1AA8021FB}"/>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4A1AC986-70FF-BDD2-A245-755B6B6C20DD}"/>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7A3DD5F4-3BC3-EF67-0D88-D363A5785DFA}"/>
                </a:ext>
              </a:extLst>
            </p:cNvPr>
            <p:cNvSpPr txBox="1"/>
            <p:nvPr/>
          </p:nvSpPr>
          <p:spPr>
            <a:xfrm>
              <a:off x="0" y="-47625"/>
              <a:ext cx="3961731" cy="2448417"/>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4" name="Freeform 34">
            <a:extLst>
              <a:ext uri="{FF2B5EF4-FFF2-40B4-BE49-F238E27FC236}">
                <a16:creationId xmlns:a16="http://schemas.microsoft.com/office/drawing/2014/main" id="{42426DE5-6591-55F7-A40D-07ECFD5F7673}"/>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5" name="Group 35">
            <a:extLst>
              <a:ext uri="{FF2B5EF4-FFF2-40B4-BE49-F238E27FC236}">
                <a16:creationId xmlns:a16="http://schemas.microsoft.com/office/drawing/2014/main" id="{8239A0B5-4407-93EF-E31B-DE5C4001BED9}"/>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12A06118-AAC5-E4F8-31BF-196E2477FA13}"/>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A8822FB6-6FAF-8D79-2264-5E1F8565EE9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Box 38">
                <a:extLst>
                  <a:ext uri="{FF2B5EF4-FFF2-40B4-BE49-F238E27FC236}">
                    <a16:creationId xmlns:a16="http://schemas.microsoft.com/office/drawing/2014/main" id="{22AF6901-2E9E-CFE3-16F8-FF71E9BD5F2F}"/>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9" name="Group 39">
              <a:extLst>
                <a:ext uri="{FF2B5EF4-FFF2-40B4-BE49-F238E27FC236}">
                  <a16:creationId xmlns:a16="http://schemas.microsoft.com/office/drawing/2014/main" id="{9949613C-F0E0-87A6-8908-914CFC7C358F}"/>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C8FAE949-67B2-6BF1-1B10-A379A16DE6C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Box 41">
                <a:extLst>
                  <a:ext uri="{FF2B5EF4-FFF2-40B4-BE49-F238E27FC236}">
                    <a16:creationId xmlns:a16="http://schemas.microsoft.com/office/drawing/2014/main" id="{5B889ACD-67B4-59A6-8CEF-D5BAF6D955E0}"/>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2" name="Group 42">
              <a:extLst>
                <a:ext uri="{FF2B5EF4-FFF2-40B4-BE49-F238E27FC236}">
                  <a16:creationId xmlns:a16="http://schemas.microsoft.com/office/drawing/2014/main" id="{B89F3398-026A-F611-2C4B-A8DFD65C536B}"/>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4519ABF5-B3B4-7CB0-AE54-5DA38DAAA18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Box 44">
                <a:extLst>
                  <a:ext uri="{FF2B5EF4-FFF2-40B4-BE49-F238E27FC236}">
                    <a16:creationId xmlns:a16="http://schemas.microsoft.com/office/drawing/2014/main" id="{441FFAC3-0DB2-1805-9B46-76F6B1DDFDEC}"/>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5" name="Group 45">
              <a:extLst>
                <a:ext uri="{FF2B5EF4-FFF2-40B4-BE49-F238E27FC236}">
                  <a16:creationId xmlns:a16="http://schemas.microsoft.com/office/drawing/2014/main" id="{74273813-95F1-EF4B-740F-FAED32922DF5}"/>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6C66852E-8C12-2333-3F46-6E46E395B05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Box 47">
                <a:extLst>
                  <a:ext uri="{FF2B5EF4-FFF2-40B4-BE49-F238E27FC236}">
                    <a16:creationId xmlns:a16="http://schemas.microsoft.com/office/drawing/2014/main" id="{D298A74A-03D4-69DE-BC41-588DEF9171D1}"/>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8" name="Group 48">
              <a:extLst>
                <a:ext uri="{FF2B5EF4-FFF2-40B4-BE49-F238E27FC236}">
                  <a16:creationId xmlns:a16="http://schemas.microsoft.com/office/drawing/2014/main" id="{DF89D793-F3BA-A06C-7061-E356FC93F9A0}"/>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8BFD7921-537C-4411-E438-F034116A337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Box 50">
                <a:extLst>
                  <a:ext uri="{FF2B5EF4-FFF2-40B4-BE49-F238E27FC236}">
                    <a16:creationId xmlns:a16="http://schemas.microsoft.com/office/drawing/2014/main" id="{20587FC9-4A76-59E6-3A9B-83FCF1D8631B}"/>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51" name="Freeform 51">
            <a:extLst>
              <a:ext uri="{FF2B5EF4-FFF2-40B4-BE49-F238E27FC236}">
                <a16:creationId xmlns:a16="http://schemas.microsoft.com/office/drawing/2014/main" id="{8A361B7D-7975-EC04-09ED-B157C333A247}"/>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2" name="Group 52">
            <a:extLst>
              <a:ext uri="{FF2B5EF4-FFF2-40B4-BE49-F238E27FC236}">
                <a16:creationId xmlns:a16="http://schemas.microsoft.com/office/drawing/2014/main" id="{1D953D8E-AF07-F483-0129-E9D014289388}"/>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659837EF-DB23-7D1C-25AF-397B0A167CC0}"/>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EF0CCAAC-DC20-3474-A15E-BFA42DD6F28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33414CA5-1280-4E26-D826-324CC720D4E8}"/>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7B92C9F1-169D-F68B-B0C3-0CC09016C89F}"/>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1D23C5F4-2BB8-028C-CA66-E442C51CFE6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049B3C2E-F8B8-DDB8-ADC4-81EC38515B2C}"/>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A5151221-F792-F08D-A4EC-2981852B1CE0}"/>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0BFEF23C-BE04-2EE0-CD0A-608D22BA1A2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511D3422-DB49-7D68-013C-B47C323B9F60}"/>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F1CF17F3-ACB8-CD06-3AB9-86174276E48F}"/>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B696600A-0C75-8C9C-0FEA-9848DE96F86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2E6C6430-D543-ECDA-90A6-FA9F8797CDAB}"/>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5" name="Group 65">
              <a:extLst>
                <a:ext uri="{FF2B5EF4-FFF2-40B4-BE49-F238E27FC236}">
                  <a16:creationId xmlns:a16="http://schemas.microsoft.com/office/drawing/2014/main" id="{EB9F6517-DEB5-033C-5677-EEF60CB5A7B0}"/>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7BC5491A-3B6A-6BDF-248E-58A1A0D82BF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Box 67">
                <a:extLst>
                  <a:ext uri="{FF2B5EF4-FFF2-40B4-BE49-F238E27FC236}">
                    <a16:creationId xmlns:a16="http://schemas.microsoft.com/office/drawing/2014/main" id="{BCCB9441-C952-9E83-E7C0-7DBA78917DCD}"/>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68" name="Group 68">
            <a:extLst>
              <a:ext uri="{FF2B5EF4-FFF2-40B4-BE49-F238E27FC236}">
                <a16:creationId xmlns:a16="http://schemas.microsoft.com/office/drawing/2014/main" id="{DEB515C1-0062-03F0-B3FB-30E44E848013}"/>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A7EA8E0C-F066-A414-02E2-F70A7DDA38F4}"/>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13125AD7-BBB9-1B2C-BE83-34DAFA28EEC1}"/>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Box 71">
                <a:extLst>
                  <a:ext uri="{FF2B5EF4-FFF2-40B4-BE49-F238E27FC236}">
                    <a16:creationId xmlns:a16="http://schemas.microsoft.com/office/drawing/2014/main" id="{28D49F9B-8AC0-CCE4-95D2-10277CC4C4D0}"/>
                  </a:ext>
                </a:extLst>
              </p:cNvPr>
              <p:cNvSpPr txBox="1"/>
              <p:nvPr/>
            </p:nvSpPr>
            <p:spPr>
              <a:xfrm>
                <a:off x="0" y="-47625"/>
                <a:ext cx="458420"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2" name="Group 72">
              <a:extLst>
                <a:ext uri="{FF2B5EF4-FFF2-40B4-BE49-F238E27FC236}">
                  <a16:creationId xmlns:a16="http://schemas.microsoft.com/office/drawing/2014/main" id="{83C38379-1D66-0274-1872-592430E7C7C9}"/>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78E228F1-7CE4-834D-DC8A-41F91C04D6A4}"/>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TextBox 74">
                <a:extLst>
                  <a:ext uri="{FF2B5EF4-FFF2-40B4-BE49-F238E27FC236}">
                    <a16:creationId xmlns:a16="http://schemas.microsoft.com/office/drawing/2014/main" id="{9282CF16-B122-2D38-13EE-A641D179C34F}"/>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5" name="Group 75">
              <a:extLst>
                <a:ext uri="{FF2B5EF4-FFF2-40B4-BE49-F238E27FC236}">
                  <a16:creationId xmlns:a16="http://schemas.microsoft.com/office/drawing/2014/main" id="{1F7166AA-5E00-056D-85B9-8EF616C1D4F4}"/>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E3AA24E1-AFA2-7CB1-FD7F-695EB09DD15F}"/>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7" name="TextBox 77">
                <a:extLst>
                  <a:ext uri="{FF2B5EF4-FFF2-40B4-BE49-F238E27FC236}">
                    <a16:creationId xmlns:a16="http://schemas.microsoft.com/office/drawing/2014/main" id="{E3DB8792-E052-8CE9-E898-E7E463AEFC13}"/>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8" name="Group 78">
              <a:extLst>
                <a:ext uri="{FF2B5EF4-FFF2-40B4-BE49-F238E27FC236}">
                  <a16:creationId xmlns:a16="http://schemas.microsoft.com/office/drawing/2014/main" id="{5F90019A-A5D9-9D27-0BAE-A8B5E4D192CC}"/>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88F3E6EE-91F9-67A0-6410-F758C6FD3BFA}"/>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Box 80">
                <a:extLst>
                  <a:ext uri="{FF2B5EF4-FFF2-40B4-BE49-F238E27FC236}">
                    <a16:creationId xmlns:a16="http://schemas.microsoft.com/office/drawing/2014/main" id="{32D2A430-4F99-11D4-6496-90A622945841}"/>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1" name="Group 81">
              <a:extLst>
                <a:ext uri="{FF2B5EF4-FFF2-40B4-BE49-F238E27FC236}">
                  <a16:creationId xmlns:a16="http://schemas.microsoft.com/office/drawing/2014/main" id="{1F527F58-02D8-315F-348F-20EA442AB1CB}"/>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89A1BFBE-2F59-50E1-EC00-1010A597D2BA}"/>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3" name="TextBox 83">
                <a:extLst>
                  <a:ext uri="{FF2B5EF4-FFF2-40B4-BE49-F238E27FC236}">
                    <a16:creationId xmlns:a16="http://schemas.microsoft.com/office/drawing/2014/main" id="{508E1082-AFD6-9A64-1F00-556375E73DDB}"/>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84" name="Freeform 84">
            <a:extLst>
              <a:ext uri="{FF2B5EF4-FFF2-40B4-BE49-F238E27FC236}">
                <a16:creationId xmlns:a16="http://schemas.microsoft.com/office/drawing/2014/main" id="{10FCD729-CDE1-A652-4A51-36313400A20D}"/>
              </a:ext>
            </a:extLst>
          </p:cNvPr>
          <p:cNvSpPr/>
          <p:nvPr/>
        </p:nvSpPr>
        <p:spPr>
          <a:xfrm rot="6451370">
            <a:off x="15324698" y="7886286"/>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264AE071-A7B3-8CA6-102B-76CB8B1FB4F5}"/>
              </a:ext>
            </a:extLst>
          </p:cNvPr>
          <p:cNvSpPr txBox="1"/>
          <p:nvPr/>
        </p:nvSpPr>
        <p:spPr>
          <a:xfrm>
            <a:off x="1670013" y="1979650"/>
            <a:ext cx="15727454" cy="6336030"/>
          </a:xfrm>
          <a:prstGeom prst="rect">
            <a:avLst/>
          </a:prstGeom>
          <a:noFill/>
        </p:spPr>
        <p:txBody>
          <a:bodyPr wrap="square">
            <a:spAutoFit/>
          </a:bodyPr>
          <a:lstStyle/>
          <a:p>
            <a:pPr lvl="0" algn="ctr">
              <a:lnSpc>
                <a:spcPct val="150000"/>
              </a:lnSpc>
              <a:defRPr/>
            </a:pPr>
            <a:r>
              <a:rPr lang="vi-VN" sz="5000" b="1">
                <a:solidFill>
                  <a:srgbClr val="C00000"/>
                </a:solidFill>
                <a:latin typeface="American Typewriter" panose="02090604020004020304" pitchFamily="18" charset="77"/>
              </a:rPr>
              <a:t>CÁC CÁCH DÙNG ĐỘNG TỪ “TO BE”</a:t>
            </a:r>
          </a:p>
          <a:p>
            <a:pPr algn="just">
              <a:lnSpc>
                <a:spcPct val="150000"/>
              </a:lnSpc>
            </a:pPr>
            <a:r>
              <a:rPr lang="vi-VN" sz="4500" b="1">
                <a:solidFill>
                  <a:srgbClr val="00B0F0"/>
                </a:solidFill>
                <a:latin typeface="American Typewriter" panose="02090604020004020304" pitchFamily="18" charset="77"/>
              </a:rPr>
              <a:t>3. S + to be + cụm chỉ nơi chốn</a:t>
            </a:r>
          </a:p>
          <a:p>
            <a:pPr algn="just">
              <a:lnSpc>
                <a:spcPct val="150000"/>
              </a:lnSpc>
            </a:pPr>
            <a:r>
              <a:rPr lang="en-VN" sz="4500">
                <a:latin typeface="American Typewriter" panose="02090604020004020304" pitchFamily="18" charset="77"/>
              </a:rPr>
              <a:t>👉 </a:t>
            </a:r>
            <a:r>
              <a:rPr lang="vi-VN" sz="4500">
                <a:latin typeface="American Typewriter" panose="02090604020004020304" pitchFamily="18" charset="77"/>
              </a:rPr>
              <a:t>Dùng để </a:t>
            </a:r>
            <a:r>
              <a:rPr lang="vi-VN" sz="4500" b="1">
                <a:latin typeface="American Typewriter" panose="02090604020004020304" pitchFamily="18" charset="77"/>
              </a:rPr>
              <a:t>nói về vị trí, địa điểm của người/vật</a:t>
            </a:r>
            <a:endParaRPr lang="vi-VN" sz="4500">
              <a:latin typeface="American Typewriter" panose="02090604020004020304" pitchFamily="18" charset="77"/>
            </a:endParaRPr>
          </a:p>
          <a:p>
            <a:pPr algn="just">
              <a:lnSpc>
                <a:spcPct val="150000"/>
              </a:lnSpc>
            </a:pPr>
            <a:r>
              <a:rPr lang="vi-VN" sz="4500" b="1">
                <a:solidFill>
                  <a:srgbClr val="00B0F0"/>
                </a:solidFill>
                <a:latin typeface="American Typewriter" panose="02090604020004020304" pitchFamily="18" charset="77"/>
              </a:rPr>
              <a:t>Ví dụ:</a:t>
            </a:r>
            <a:endParaRPr lang="vi-VN" sz="4500">
              <a:solidFill>
                <a:srgbClr val="00B0F0"/>
              </a:solidFill>
              <a:latin typeface="American Typewriter" panose="02090604020004020304" pitchFamily="18" charset="77"/>
            </a:endParaRPr>
          </a:p>
          <a:p>
            <a:pPr marL="685800" indent="-685800" algn="just">
              <a:lnSpc>
                <a:spcPct val="150000"/>
              </a:lnSpc>
              <a:buFont typeface="Wingdings" pitchFamily="2" charset="2"/>
              <a:buChar char="§"/>
            </a:pPr>
            <a:r>
              <a:rPr lang="vi-VN" sz="4500">
                <a:latin typeface="American Typewriter" panose="02090604020004020304" pitchFamily="18" charset="77"/>
              </a:rPr>
              <a:t>My school </a:t>
            </a:r>
            <a:r>
              <a:rPr lang="vi-VN" sz="4500" b="1">
                <a:latin typeface="American Typewriter" panose="02090604020004020304" pitchFamily="18" charset="77"/>
              </a:rPr>
              <a:t>is on 3/2 street</a:t>
            </a:r>
            <a:r>
              <a:rPr lang="vi-VN" sz="4500">
                <a:latin typeface="American Typewriter" panose="02090604020004020304" pitchFamily="18" charset="77"/>
              </a:rPr>
              <a:t>. </a:t>
            </a:r>
          </a:p>
          <a:p>
            <a:pPr marL="685800" indent="-685800" algn="just">
              <a:lnSpc>
                <a:spcPct val="150000"/>
              </a:lnSpc>
              <a:buFont typeface="Wingdings" pitchFamily="2" charset="2"/>
              <a:buChar char="§"/>
            </a:pPr>
            <a:r>
              <a:rPr lang="vi-VN" sz="4500">
                <a:latin typeface="American Typewriter" panose="02090604020004020304" pitchFamily="18" charset="77"/>
              </a:rPr>
              <a:t>The books </a:t>
            </a:r>
            <a:r>
              <a:rPr lang="vi-VN" sz="4500" b="1">
                <a:latin typeface="American Typewriter" panose="02090604020004020304" pitchFamily="18" charset="77"/>
              </a:rPr>
              <a:t>are on the table</a:t>
            </a:r>
            <a:r>
              <a:rPr lang="vi-VN" sz="4500">
                <a:latin typeface="American Typewriter" panose="02090604020004020304" pitchFamily="18" charset="77"/>
              </a:rPr>
              <a:t>. </a:t>
            </a:r>
          </a:p>
        </p:txBody>
      </p:sp>
    </p:spTree>
    <p:extLst>
      <p:ext uri="{BB962C8B-B14F-4D97-AF65-F5344CB8AC3E}">
        <p14:creationId xmlns:p14="http://schemas.microsoft.com/office/powerpoint/2010/main" val="2770639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8">
                                            <p:txEl>
                                              <p:pRg st="4" end="4"/>
                                            </p:txEl>
                                          </p:spTgt>
                                        </p:tgtEl>
                                        <p:attrNameLst>
                                          <p:attrName>style.visibility</p:attrName>
                                        </p:attrNameLst>
                                      </p:cBhvr>
                                      <p:to>
                                        <p:strVal val="visible"/>
                                      </p:to>
                                    </p:set>
                                    <p:anim calcmode="lin" valueType="num">
                                      <p:cBhvr additive="base">
                                        <p:cTn id="31" dur="500" fill="hold"/>
                                        <p:tgtEl>
                                          <p:spTgt spid="9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8">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98">
                                            <p:txEl>
                                              <p:pRg st="5" end="5"/>
                                            </p:txEl>
                                          </p:spTgt>
                                        </p:tgtEl>
                                        <p:attrNameLst>
                                          <p:attrName>style.visibility</p:attrName>
                                        </p:attrNameLst>
                                      </p:cBhvr>
                                      <p:to>
                                        <p:strVal val="visible"/>
                                      </p:to>
                                    </p:set>
                                    <p:anim calcmode="lin" valueType="num">
                                      <p:cBhvr additive="base">
                                        <p:cTn id="35" dur="500" fill="hold"/>
                                        <p:tgtEl>
                                          <p:spTgt spid="98">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98">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B18D3-DF45-501E-8F7B-4E2EF279585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A03E0E8-8C0D-F16B-F9AB-F8B704B2A5E9}"/>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39D1EB9C-334B-A7CB-67DA-768F25E2E456}"/>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DD68EC8C-9925-0918-0A68-EA022A07738E}"/>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 name="Group 5">
            <a:extLst>
              <a:ext uri="{FF2B5EF4-FFF2-40B4-BE49-F238E27FC236}">
                <a16:creationId xmlns:a16="http://schemas.microsoft.com/office/drawing/2014/main" id="{B0A3064E-ADB9-64CF-E18E-7AE3504B7905}"/>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EAAE1A21-8EF9-7656-EE85-88BECCD8460D}"/>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20179E36-8AEB-47D5-91C0-FE0BF65E75D6}"/>
                </a:ext>
              </a:extLst>
            </p:cNvPr>
            <p:cNvSpPr txBox="1"/>
            <p:nvPr/>
          </p:nvSpPr>
          <p:spPr>
            <a:xfrm>
              <a:off x="0" y="-47625"/>
              <a:ext cx="5454346" cy="2751565"/>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0D91496D-E0F3-5097-D80A-9F8A1499E27B}"/>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C54DFB3D-319C-5E66-07E5-F4523BBCA40B}"/>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2D8759D9-0CD4-B78A-FCCB-90E198A202EC}"/>
                </a:ext>
              </a:extLst>
            </p:cNvPr>
            <p:cNvSpPr txBox="1"/>
            <p:nvPr/>
          </p:nvSpPr>
          <p:spPr>
            <a:xfrm>
              <a:off x="0" y="-47625"/>
              <a:ext cx="5429786" cy="2704410"/>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63883DEB-1C62-C5C7-9A8E-68249AC4E2C5}"/>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4F68F38E-A251-DF80-2E14-7F89428C81D5}"/>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1185F904-E100-45E4-E6C9-3E4568F2B0A8}"/>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BE619B12-84D7-C663-794F-EDA4C9E66EFF}"/>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CFE7E81F-393F-42D4-C186-53B8AD9FCF85}"/>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8EFD6FB7-2C4E-8122-16D0-3015B84C22A0}"/>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5AA74715-2580-CA3B-6650-E3F359C66415}"/>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B6F968DD-08F1-CA16-06CB-705FE6F300E8}"/>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1C46E860-C105-EAA4-2B61-9B090F8BFE39}"/>
                </a:ext>
              </a:extLst>
            </p:cNvPr>
            <p:cNvSpPr txBox="1"/>
            <p:nvPr/>
          </p:nvSpPr>
          <p:spPr>
            <a:xfrm>
              <a:off x="0" y="-47625"/>
              <a:ext cx="3961731" cy="2448417"/>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4" name="Freeform 34">
            <a:extLst>
              <a:ext uri="{FF2B5EF4-FFF2-40B4-BE49-F238E27FC236}">
                <a16:creationId xmlns:a16="http://schemas.microsoft.com/office/drawing/2014/main" id="{1753F732-39F5-7549-5AE4-9859AABBAD74}"/>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5" name="Group 35">
            <a:extLst>
              <a:ext uri="{FF2B5EF4-FFF2-40B4-BE49-F238E27FC236}">
                <a16:creationId xmlns:a16="http://schemas.microsoft.com/office/drawing/2014/main" id="{07F59A96-0AD0-0977-CFC2-EC7C6428E07E}"/>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B5244CBB-40EC-BF1B-155B-E13D0CDEECDC}"/>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DF98B5DB-AC5B-AAF2-4D77-ADCF4520706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Box 38">
                <a:extLst>
                  <a:ext uri="{FF2B5EF4-FFF2-40B4-BE49-F238E27FC236}">
                    <a16:creationId xmlns:a16="http://schemas.microsoft.com/office/drawing/2014/main" id="{77A99478-A0D6-AEEB-170B-E6C9EED0B091}"/>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9" name="Group 39">
              <a:extLst>
                <a:ext uri="{FF2B5EF4-FFF2-40B4-BE49-F238E27FC236}">
                  <a16:creationId xmlns:a16="http://schemas.microsoft.com/office/drawing/2014/main" id="{E017EF4C-FC7A-8D01-1629-C4D770F8B384}"/>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39752614-9D87-EFAD-49CB-E473DB156BF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Box 41">
                <a:extLst>
                  <a:ext uri="{FF2B5EF4-FFF2-40B4-BE49-F238E27FC236}">
                    <a16:creationId xmlns:a16="http://schemas.microsoft.com/office/drawing/2014/main" id="{76AD4780-70F8-CA82-89C7-7C7FDFB50DD8}"/>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2" name="Group 42">
              <a:extLst>
                <a:ext uri="{FF2B5EF4-FFF2-40B4-BE49-F238E27FC236}">
                  <a16:creationId xmlns:a16="http://schemas.microsoft.com/office/drawing/2014/main" id="{9EA0627F-1345-72AD-825C-C5CC2EDE75CD}"/>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3D77AC80-FB6C-7E3C-F78B-86324B3AFBB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Box 44">
                <a:extLst>
                  <a:ext uri="{FF2B5EF4-FFF2-40B4-BE49-F238E27FC236}">
                    <a16:creationId xmlns:a16="http://schemas.microsoft.com/office/drawing/2014/main" id="{E36A5577-2BDC-AE39-14C4-89329DD425D5}"/>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5" name="Group 45">
              <a:extLst>
                <a:ext uri="{FF2B5EF4-FFF2-40B4-BE49-F238E27FC236}">
                  <a16:creationId xmlns:a16="http://schemas.microsoft.com/office/drawing/2014/main" id="{7A285C74-B5B2-A890-E9BB-902255947242}"/>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49AC88F8-C8A5-F664-273F-A6751AFE140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Box 47">
                <a:extLst>
                  <a:ext uri="{FF2B5EF4-FFF2-40B4-BE49-F238E27FC236}">
                    <a16:creationId xmlns:a16="http://schemas.microsoft.com/office/drawing/2014/main" id="{F2B2BFAC-0F6F-20BB-6C96-901B6FFAC0DB}"/>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8" name="Group 48">
              <a:extLst>
                <a:ext uri="{FF2B5EF4-FFF2-40B4-BE49-F238E27FC236}">
                  <a16:creationId xmlns:a16="http://schemas.microsoft.com/office/drawing/2014/main" id="{95D76D42-4C13-0D3A-C74B-323244EFAA65}"/>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D6BD6C45-7A13-78EA-EF6D-864099BCE12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Box 50">
                <a:extLst>
                  <a:ext uri="{FF2B5EF4-FFF2-40B4-BE49-F238E27FC236}">
                    <a16:creationId xmlns:a16="http://schemas.microsoft.com/office/drawing/2014/main" id="{6028084E-B476-FCB4-874B-8B7CCE849279}"/>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51" name="Freeform 51">
            <a:extLst>
              <a:ext uri="{FF2B5EF4-FFF2-40B4-BE49-F238E27FC236}">
                <a16:creationId xmlns:a16="http://schemas.microsoft.com/office/drawing/2014/main" id="{9F4C154A-862E-5630-2F35-3F70084AE1E9}"/>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2" name="Group 52">
            <a:extLst>
              <a:ext uri="{FF2B5EF4-FFF2-40B4-BE49-F238E27FC236}">
                <a16:creationId xmlns:a16="http://schemas.microsoft.com/office/drawing/2014/main" id="{9B010975-F1AD-D197-144B-2C8B660CDDFD}"/>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668D6923-0CA6-6482-89A1-21FA7B759C5F}"/>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0E13F257-AC91-B818-1FB6-39CC232F36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4CA53F04-B58F-7A93-C501-A7FB52DCB4F2}"/>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28D8CEBF-7971-D339-F045-F401ADB5F873}"/>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E612F946-EE60-9812-1414-90AD24EC9B1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F573D8C6-CEE1-8949-4F81-66E38C9586F0}"/>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06CB32CC-3278-BD63-D16C-2B8C568AB6A8}"/>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6415A621-4240-9033-21A5-5AC21AEC70E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0B4AB0CE-40C4-861B-2298-C55C72E81B41}"/>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93DB4D09-84D6-CF29-1023-199F0C18A747}"/>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34B82F0A-064D-7AD4-5F2B-967E972396C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AD8FF921-6BDD-99B2-BF75-8AFDD6AC6A86}"/>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5" name="Group 65">
              <a:extLst>
                <a:ext uri="{FF2B5EF4-FFF2-40B4-BE49-F238E27FC236}">
                  <a16:creationId xmlns:a16="http://schemas.microsoft.com/office/drawing/2014/main" id="{49AC503F-91EC-5457-9CC1-1F311AFD95CD}"/>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A0BDA874-ECBB-6FDD-A1AC-73C86FE428D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Box 67">
                <a:extLst>
                  <a:ext uri="{FF2B5EF4-FFF2-40B4-BE49-F238E27FC236}">
                    <a16:creationId xmlns:a16="http://schemas.microsoft.com/office/drawing/2014/main" id="{B6AAFF8A-D3BD-CD44-6B8D-AB412A438E87}"/>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68" name="Group 68">
            <a:extLst>
              <a:ext uri="{FF2B5EF4-FFF2-40B4-BE49-F238E27FC236}">
                <a16:creationId xmlns:a16="http://schemas.microsoft.com/office/drawing/2014/main" id="{CEE7C57B-2C43-D4AC-8C36-50D6C6A96D1A}"/>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C24C30FC-FAF0-BD4A-8C43-393BA4C8F070}"/>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5B6B353A-06C2-BD56-02FD-A694B24456F5}"/>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Box 71">
                <a:extLst>
                  <a:ext uri="{FF2B5EF4-FFF2-40B4-BE49-F238E27FC236}">
                    <a16:creationId xmlns:a16="http://schemas.microsoft.com/office/drawing/2014/main" id="{A1E7271E-3EDF-CB01-D60E-CAE9C77BE472}"/>
                  </a:ext>
                </a:extLst>
              </p:cNvPr>
              <p:cNvSpPr txBox="1"/>
              <p:nvPr/>
            </p:nvSpPr>
            <p:spPr>
              <a:xfrm>
                <a:off x="0" y="-47625"/>
                <a:ext cx="458420"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2" name="Group 72">
              <a:extLst>
                <a:ext uri="{FF2B5EF4-FFF2-40B4-BE49-F238E27FC236}">
                  <a16:creationId xmlns:a16="http://schemas.microsoft.com/office/drawing/2014/main" id="{0B8CADC6-5C1C-8F3C-BE2F-F167180EDFAC}"/>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F8B6A8AF-70BA-CA0B-9B7C-3F61D5D49FB8}"/>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TextBox 74">
                <a:extLst>
                  <a:ext uri="{FF2B5EF4-FFF2-40B4-BE49-F238E27FC236}">
                    <a16:creationId xmlns:a16="http://schemas.microsoft.com/office/drawing/2014/main" id="{B8FE57B8-5C14-C8E8-4591-0491C62E2A2B}"/>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5" name="Group 75">
              <a:extLst>
                <a:ext uri="{FF2B5EF4-FFF2-40B4-BE49-F238E27FC236}">
                  <a16:creationId xmlns:a16="http://schemas.microsoft.com/office/drawing/2014/main" id="{8D63437C-5130-B1E4-032A-F6E008B1AF99}"/>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9AA8DCB9-E1D6-8BB4-10F7-CD603321A4EB}"/>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7" name="TextBox 77">
                <a:extLst>
                  <a:ext uri="{FF2B5EF4-FFF2-40B4-BE49-F238E27FC236}">
                    <a16:creationId xmlns:a16="http://schemas.microsoft.com/office/drawing/2014/main" id="{AE1770AF-909C-7C98-4A35-9A597ABAEBD1}"/>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8" name="Group 78">
              <a:extLst>
                <a:ext uri="{FF2B5EF4-FFF2-40B4-BE49-F238E27FC236}">
                  <a16:creationId xmlns:a16="http://schemas.microsoft.com/office/drawing/2014/main" id="{442EF136-E34A-4935-E862-6925C6843D6B}"/>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B710C7BD-D2E2-DE7C-2C22-6D87DBEE3E62}"/>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Box 80">
                <a:extLst>
                  <a:ext uri="{FF2B5EF4-FFF2-40B4-BE49-F238E27FC236}">
                    <a16:creationId xmlns:a16="http://schemas.microsoft.com/office/drawing/2014/main" id="{25F472B1-B345-4A2D-B52F-20C2DD38E5F1}"/>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1" name="Group 81">
              <a:extLst>
                <a:ext uri="{FF2B5EF4-FFF2-40B4-BE49-F238E27FC236}">
                  <a16:creationId xmlns:a16="http://schemas.microsoft.com/office/drawing/2014/main" id="{637A72B3-107E-8EB6-FBC3-C1FEBAF8014E}"/>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9BD19727-3166-DEC6-555A-D2F878A52AA5}"/>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3" name="TextBox 83">
                <a:extLst>
                  <a:ext uri="{FF2B5EF4-FFF2-40B4-BE49-F238E27FC236}">
                    <a16:creationId xmlns:a16="http://schemas.microsoft.com/office/drawing/2014/main" id="{1D5DCC32-A495-0DC4-421B-D3012B4545FD}"/>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84" name="Freeform 84">
            <a:extLst>
              <a:ext uri="{FF2B5EF4-FFF2-40B4-BE49-F238E27FC236}">
                <a16:creationId xmlns:a16="http://schemas.microsoft.com/office/drawing/2014/main" id="{09461F0D-8494-7190-4A25-EE3DDA94B734}"/>
              </a:ext>
            </a:extLst>
          </p:cNvPr>
          <p:cNvSpPr/>
          <p:nvPr/>
        </p:nvSpPr>
        <p:spPr>
          <a:xfrm rot="6451370">
            <a:off x="15324698" y="7886286"/>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05666615-BD2E-6340-A003-D0EB585745C4}"/>
              </a:ext>
            </a:extLst>
          </p:cNvPr>
          <p:cNvSpPr txBox="1"/>
          <p:nvPr/>
        </p:nvSpPr>
        <p:spPr>
          <a:xfrm>
            <a:off x="1670013" y="1979650"/>
            <a:ext cx="15727454" cy="6336030"/>
          </a:xfrm>
          <a:prstGeom prst="rect">
            <a:avLst/>
          </a:prstGeom>
          <a:noFill/>
        </p:spPr>
        <p:txBody>
          <a:bodyPr wrap="square">
            <a:spAutoFit/>
          </a:bodyPr>
          <a:lstStyle/>
          <a:p>
            <a:pPr lvl="0" algn="ctr">
              <a:lnSpc>
                <a:spcPct val="150000"/>
              </a:lnSpc>
              <a:defRPr/>
            </a:pPr>
            <a:r>
              <a:rPr lang="vi-VN" sz="5000" b="1">
                <a:solidFill>
                  <a:srgbClr val="C00000"/>
                </a:solidFill>
                <a:latin typeface="American Typewriter" panose="02090604020004020304" pitchFamily="18" charset="77"/>
              </a:rPr>
              <a:t>CÁC CÁCH DÙNG ĐỘNG TỪ “TO BE”</a:t>
            </a:r>
          </a:p>
          <a:p>
            <a:pPr algn="just">
              <a:lnSpc>
                <a:spcPct val="150000"/>
              </a:lnSpc>
            </a:pPr>
            <a:r>
              <a:rPr lang="vi-VN" sz="4500" b="1">
                <a:solidFill>
                  <a:srgbClr val="00B0F0"/>
                </a:solidFill>
                <a:latin typeface="American Typewriter" panose="02090604020004020304" pitchFamily="18" charset="77"/>
              </a:rPr>
              <a:t>3. S + to be + cụm chỉ nơi chốn</a:t>
            </a:r>
          </a:p>
          <a:p>
            <a:pPr algn="just">
              <a:lnSpc>
                <a:spcPct val="150000"/>
              </a:lnSpc>
            </a:pPr>
            <a:r>
              <a:rPr lang="en-VN" sz="4500">
                <a:latin typeface="American Typewriter" panose="02090604020004020304" pitchFamily="18" charset="77"/>
              </a:rPr>
              <a:t>👉 </a:t>
            </a:r>
            <a:r>
              <a:rPr lang="vi-VN" sz="4500">
                <a:latin typeface="American Typewriter" panose="02090604020004020304" pitchFamily="18" charset="77"/>
              </a:rPr>
              <a:t>Dùng để </a:t>
            </a:r>
            <a:r>
              <a:rPr lang="vi-VN" sz="4500" b="1">
                <a:latin typeface="American Typewriter" panose="02090604020004020304" pitchFamily="18" charset="77"/>
              </a:rPr>
              <a:t>nói về vị trí, địa điểm của người/vật</a:t>
            </a:r>
            <a:endParaRPr lang="vi-VN" sz="4500">
              <a:latin typeface="American Typewriter" panose="02090604020004020304" pitchFamily="18" charset="77"/>
            </a:endParaRPr>
          </a:p>
          <a:p>
            <a:pPr algn="just">
              <a:lnSpc>
                <a:spcPct val="150000"/>
              </a:lnSpc>
            </a:pPr>
            <a:r>
              <a:rPr lang="vi-VN" sz="4500" b="1">
                <a:solidFill>
                  <a:srgbClr val="00B0F0"/>
                </a:solidFill>
                <a:latin typeface="American Typewriter" panose="02090604020004020304" pitchFamily="18" charset="77"/>
              </a:rPr>
              <a:t>Ví dụ:</a:t>
            </a:r>
            <a:endParaRPr lang="vi-VN" sz="4500">
              <a:solidFill>
                <a:srgbClr val="00B0F0"/>
              </a:solidFill>
              <a:latin typeface="American Typewriter" panose="02090604020004020304" pitchFamily="18" charset="77"/>
            </a:endParaRPr>
          </a:p>
          <a:p>
            <a:pPr marL="685800" indent="-685800" algn="just">
              <a:lnSpc>
                <a:spcPct val="150000"/>
              </a:lnSpc>
              <a:buFont typeface="Wingdings" pitchFamily="2" charset="2"/>
              <a:buChar char="§"/>
            </a:pPr>
            <a:r>
              <a:rPr lang="vi-VN" sz="4500">
                <a:latin typeface="American Typewriter" panose="02090604020004020304" pitchFamily="18" charset="77"/>
              </a:rPr>
              <a:t>My school </a:t>
            </a:r>
            <a:r>
              <a:rPr lang="vi-VN" sz="4500" b="1">
                <a:latin typeface="American Typewriter" panose="02090604020004020304" pitchFamily="18" charset="77"/>
              </a:rPr>
              <a:t>is on 3/2 street</a:t>
            </a:r>
            <a:r>
              <a:rPr lang="vi-VN" sz="4500">
                <a:latin typeface="American Typewriter" panose="02090604020004020304" pitchFamily="18" charset="77"/>
              </a:rPr>
              <a:t>. </a:t>
            </a:r>
          </a:p>
          <a:p>
            <a:pPr marL="685800" indent="-685800" algn="just">
              <a:lnSpc>
                <a:spcPct val="150000"/>
              </a:lnSpc>
              <a:buFont typeface="Wingdings" pitchFamily="2" charset="2"/>
              <a:buChar char="§"/>
            </a:pPr>
            <a:r>
              <a:rPr lang="vi-VN" sz="4500">
                <a:latin typeface="American Typewriter" panose="02090604020004020304" pitchFamily="18" charset="77"/>
              </a:rPr>
              <a:t>The books </a:t>
            </a:r>
            <a:r>
              <a:rPr lang="vi-VN" sz="4500" b="1">
                <a:latin typeface="American Typewriter" panose="02090604020004020304" pitchFamily="18" charset="77"/>
              </a:rPr>
              <a:t>are on the table</a:t>
            </a:r>
            <a:r>
              <a:rPr lang="vi-VN" sz="4500">
                <a:latin typeface="American Typewriter" panose="02090604020004020304" pitchFamily="18" charset="77"/>
              </a:rPr>
              <a:t>. </a:t>
            </a:r>
          </a:p>
        </p:txBody>
      </p:sp>
    </p:spTree>
    <p:extLst>
      <p:ext uri="{BB962C8B-B14F-4D97-AF65-F5344CB8AC3E}">
        <p14:creationId xmlns:p14="http://schemas.microsoft.com/office/powerpoint/2010/main" val="2317589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8">
                                            <p:txEl>
                                              <p:pRg st="4" end="4"/>
                                            </p:txEl>
                                          </p:spTgt>
                                        </p:tgtEl>
                                        <p:attrNameLst>
                                          <p:attrName>style.visibility</p:attrName>
                                        </p:attrNameLst>
                                      </p:cBhvr>
                                      <p:to>
                                        <p:strVal val="visible"/>
                                      </p:to>
                                    </p:set>
                                    <p:anim calcmode="lin" valueType="num">
                                      <p:cBhvr additive="base">
                                        <p:cTn id="31" dur="500" fill="hold"/>
                                        <p:tgtEl>
                                          <p:spTgt spid="9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8">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98">
                                            <p:txEl>
                                              <p:pRg st="5" end="5"/>
                                            </p:txEl>
                                          </p:spTgt>
                                        </p:tgtEl>
                                        <p:attrNameLst>
                                          <p:attrName>style.visibility</p:attrName>
                                        </p:attrNameLst>
                                      </p:cBhvr>
                                      <p:to>
                                        <p:strVal val="visible"/>
                                      </p:to>
                                    </p:set>
                                    <p:anim calcmode="lin" valueType="num">
                                      <p:cBhvr additive="base">
                                        <p:cTn id="35" dur="500" fill="hold"/>
                                        <p:tgtEl>
                                          <p:spTgt spid="98">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98">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77677-59E8-24C6-BCDF-F0E1778BFAD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2374767-57C7-26EA-9C74-840713C54ECB}"/>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endParaRPr lang="en-VN"/>
          </a:p>
        </p:txBody>
      </p:sp>
      <p:sp>
        <p:nvSpPr>
          <p:cNvPr id="3" name="Freeform 3">
            <a:extLst>
              <a:ext uri="{FF2B5EF4-FFF2-40B4-BE49-F238E27FC236}">
                <a16:creationId xmlns:a16="http://schemas.microsoft.com/office/drawing/2014/main" id="{222C5F92-A77F-C039-D09C-446B79C71482}"/>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endParaRPr lang="en-VN"/>
          </a:p>
        </p:txBody>
      </p:sp>
      <p:sp>
        <p:nvSpPr>
          <p:cNvPr id="4" name="Freeform 4">
            <a:extLst>
              <a:ext uri="{FF2B5EF4-FFF2-40B4-BE49-F238E27FC236}">
                <a16:creationId xmlns:a16="http://schemas.microsoft.com/office/drawing/2014/main" id="{D916AF20-1CEE-CB69-A4AE-751CDE3CED04}"/>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endParaRPr lang="en-VN"/>
          </a:p>
        </p:txBody>
      </p:sp>
      <p:grpSp>
        <p:nvGrpSpPr>
          <p:cNvPr id="5" name="Group 5">
            <a:extLst>
              <a:ext uri="{FF2B5EF4-FFF2-40B4-BE49-F238E27FC236}">
                <a16:creationId xmlns:a16="http://schemas.microsoft.com/office/drawing/2014/main" id="{0D32CD7A-8F5F-9328-7D6F-3039031C2CEC}"/>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34D2836E-C6EA-83BA-2BAB-1D7814B75BB2}"/>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endParaRPr lang="en-VN"/>
            </a:p>
          </p:txBody>
        </p:sp>
        <p:sp>
          <p:nvSpPr>
            <p:cNvPr id="7" name="TextBox 7">
              <a:extLst>
                <a:ext uri="{FF2B5EF4-FFF2-40B4-BE49-F238E27FC236}">
                  <a16:creationId xmlns:a16="http://schemas.microsoft.com/office/drawing/2014/main" id="{D2B600C3-B4B1-676B-3E1D-4988221E962F}"/>
                </a:ext>
              </a:extLst>
            </p:cNvPr>
            <p:cNvSpPr txBox="1"/>
            <p:nvPr/>
          </p:nvSpPr>
          <p:spPr>
            <a:xfrm>
              <a:off x="0" y="-47625"/>
              <a:ext cx="5454346" cy="2751565"/>
            </a:xfrm>
            <a:prstGeom prst="rect">
              <a:avLst/>
            </a:prstGeom>
          </p:spPr>
          <p:txBody>
            <a:bodyPr lIns="49849" tIns="49849" rIns="49849" bIns="49849" rtlCol="0" anchor="ctr"/>
            <a:lstStyle/>
            <a:p>
              <a:pPr algn="ctr">
                <a:lnSpc>
                  <a:spcPts val="2659"/>
                </a:lnSpc>
              </a:pPr>
              <a:endParaRPr/>
            </a:p>
          </p:txBody>
        </p:sp>
      </p:grpSp>
      <p:grpSp>
        <p:nvGrpSpPr>
          <p:cNvPr id="8" name="Group 8">
            <a:extLst>
              <a:ext uri="{FF2B5EF4-FFF2-40B4-BE49-F238E27FC236}">
                <a16:creationId xmlns:a16="http://schemas.microsoft.com/office/drawing/2014/main" id="{96340D92-D713-F49F-3320-21DCD8FD3B1D}"/>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C5A0662D-C0C0-F68D-D335-054C2A28DBE0}"/>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endParaRPr lang="en-VN"/>
            </a:p>
          </p:txBody>
        </p:sp>
        <p:sp>
          <p:nvSpPr>
            <p:cNvPr id="10" name="TextBox 10">
              <a:extLst>
                <a:ext uri="{FF2B5EF4-FFF2-40B4-BE49-F238E27FC236}">
                  <a16:creationId xmlns:a16="http://schemas.microsoft.com/office/drawing/2014/main" id="{CDB38C54-DD9E-B44F-F4FF-CF77495FFF1E}"/>
                </a:ext>
              </a:extLst>
            </p:cNvPr>
            <p:cNvSpPr txBox="1"/>
            <p:nvPr/>
          </p:nvSpPr>
          <p:spPr>
            <a:xfrm>
              <a:off x="0" y="-47625"/>
              <a:ext cx="5429786" cy="2704410"/>
            </a:xfrm>
            <a:prstGeom prst="rect">
              <a:avLst/>
            </a:prstGeom>
          </p:spPr>
          <p:txBody>
            <a:bodyPr lIns="49849" tIns="49849" rIns="49849" bIns="49849" rtlCol="0" anchor="ctr"/>
            <a:lstStyle/>
            <a:p>
              <a:pPr algn="ctr">
                <a:lnSpc>
                  <a:spcPts val="2659"/>
                </a:lnSpc>
              </a:pPr>
              <a:endParaRPr/>
            </a:p>
          </p:txBody>
        </p:sp>
      </p:grpSp>
      <p:grpSp>
        <p:nvGrpSpPr>
          <p:cNvPr id="11" name="Group 11">
            <a:extLst>
              <a:ext uri="{FF2B5EF4-FFF2-40B4-BE49-F238E27FC236}">
                <a16:creationId xmlns:a16="http://schemas.microsoft.com/office/drawing/2014/main" id="{A296ADB5-64F6-6DF2-6446-61808BBBE561}"/>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3B078776-9F1B-6F50-3480-988557ABA103}"/>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endParaRPr lang="en-VN"/>
            </a:p>
          </p:txBody>
        </p:sp>
        <p:sp>
          <p:nvSpPr>
            <p:cNvPr id="13" name="TextBox 13">
              <a:extLst>
                <a:ext uri="{FF2B5EF4-FFF2-40B4-BE49-F238E27FC236}">
                  <a16:creationId xmlns:a16="http://schemas.microsoft.com/office/drawing/2014/main" id="{9FD66BB6-920E-50A7-DCBD-8BB4FB84702A}"/>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4" name="Group 14">
            <a:extLst>
              <a:ext uri="{FF2B5EF4-FFF2-40B4-BE49-F238E27FC236}">
                <a16:creationId xmlns:a16="http://schemas.microsoft.com/office/drawing/2014/main" id="{20A5CA95-7E91-575E-DECE-D1988CDC787C}"/>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F49CF277-9C93-16A3-7F30-D3CD60C35958}"/>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endParaRPr lang="en-VN"/>
            </a:p>
          </p:txBody>
        </p:sp>
        <p:sp>
          <p:nvSpPr>
            <p:cNvPr id="16" name="TextBox 16">
              <a:extLst>
                <a:ext uri="{FF2B5EF4-FFF2-40B4-BE49-F238E27FC236}">
                  <a16:creationId xmlns:a16="http://schemas.microsoft.com/office/drawing/2014/main" id="{2E009630-2126-92A2-3739-25DB1CB62B83}"/>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7" name="Group 17">
            <a:extLst>
              <a:ext uri="{FF2B5EF4-FFF2-40B4-BE49-F238E27FC236}">
                <a16:creationId xmlns:a16="http://schemas.microsoft.com/office/drawing/2014/main" id="{2599B1F3-B60D-5D89-2EA8-06901A940571}"/>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D1C157A7-BF57-64AE-5485-1B5F6C1E0D87}"/>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endParaRPr lang="en-VN"/>
            </a:p>
          </p:txBody>
        </p:sp>
        <p:sp>
          <p:nvSpPr>
            <p:cNvPr id="19" name="TextBox 19">
              <a:extLst>
                <a:ext uri="{FF2B5EF4-FFF2-40B4-BE49-F238E27FC236}">
                  <a16:creationId xmlns:a16="http://schemas.microsoft.com/office/drawing/2014/main" id="{0D2F81A2-6826-399E-8C36-3606C60E4A92}"/>
                </a:ext>
              </a:extLst>
            </p:cNvPr>
            <p:cNvSpPr txBox="1"/>
            <p:nvPr/>
          </p:nvSpPr>
          <p:spPr>
            <a:xfrm>
              <a:off x="0" y="-47625"/>
              <a:ext cx="3961731" cy="2448417"/>
            </a:xfrm>
            <a:prstGeom prst="rect">
              <a:avLst/>
            </a:prstGeom>
          </p:spPr>
          <p:txBody>
            <a:bodyPr lIns="49849" tIns="49849" rIns="49849" bIns="49849" rtlCol="0" anchor="ctr"/>
            <a:lstStyle/>
            <a:p>
              <a:pPr algn="ctr">
                <a:lnSpc>
                  <a:spcPts val="2659"/>
                </a:lnSpc>
              </a:pPr>
              <a:endParaRPr/>
            </a:p>
          </p:txBody>
        </p:sp>
      </p:grpSp>
      <p:sp>
        <p:nvSpPr>
          <p:cNvPr id="34" name="Freeform 34">
            <a:extLst>
              <a:ext uri="{FF2B5EF4-FFF2-40B4-BE49-F238E27FC236}">
                <a16:creationId xmlns:a16="http://schemas.microsoft.com/office/drawing/2014/main" id="{EF2E9AB1-DA8B-33AE-3151-76695993B80E}"/>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endParaRPr lang="en-VN"/>
          </a:p>
        </p:txBody>
      </p:sp>
      <p:grpSp>
        <p:nvGrpSpPr>
          <p:cNvPr id="35" name="Group 35">
            <a:extLst>
              <a:ext uri="{FF2B5EF4-FFF2-40B4-BE49-F238E27FC236}">
                <a16:creationId xmlns:a16="http://schemas.microsoft.com/office/drawing/2014/main" id="{272C3FBA-76D9-F725-9857-BC17862CAA86}"/>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62C7500A-7907-15F1-4AFB-38C25068C0DE}"/>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B13E77C6-17BF-1101-ADF8-0A302604DE1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38" name="TextBox 38">
                <a:extLst>
                  <a:ext uri="{FF2B5EF4-FFF2-40B4-BE49-F238E27FC236}">
                    <a16:creationId xmlns:a16="http://schemas.microsoft.com/office/drawing/2014/main" id="{F79BF412-2491-3677-1F16-8398789FF78E}"/>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973788E5-70E2-6AE7-6C33-EC56717D46CB}"/>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EE6F3247-1A3C-7E9C-3F9C-31EEE005412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1" name="TextBox 41">
                <a:extLst>
                  <a:ext uri="{FF2B5EF4-FFF2-40B4-BE49-F238E27FC236}">
                    <a16:creationId xmlns:a16="http://schemas.microsoft.com/office/drawing/2014/main" id="{C22A3995-D143-D4EE-57BF-B46352DF348F}"/>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D5FC5F09-F3F0-E56F-BAF6-9C3A925F5B1F}"/>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28AB3D6A-891F-2C1D-883B-9A18B4ABD0F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4" name="TextBox 44">
                <a:extLst>
                  <a:ext uri="{FF2B5EF4-FFF2-40B4-BE49-F238E27FC236}">
                    <a16:creationId xmlns:a16="http://schemas.microsoft.com/office/drawing/2014/main" id="{FB71D919-5FF8-2B92-0CDC-0884B9156E11}"/>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D0D808AC-DF22-AC30-6794-3FFDA584CA8E}"/>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4266E9C6-DE01-FDCD-6735-396B1D0EBCD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7" name="TextBox 47">
                <a:extLst>
                  <a:ext uri="{FF2B5EF4-FFF2-40B4-BE49-F238E27FC236}">
                    <a16:creationId xmlns:a16="http://schemas.microsoft.com/office/drawing/2014/main" id="{DC1C4CDB-7AE2-BF02-90F6-63491AFAA4C8}"/>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8" name="Group 48">
              <a:extLst>
                <a:ext uri="{FF2B5EF4-FFF2-40B4-BE49-F238E27FC236}">
                  <a16:creationId xmlns:a16="http://schemas.microsoft.com/office/drawing/2014/main" id="{3E4069AA-E652-09AD-AE2B-77467D574E1D}"/>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E549D21E-B58C-EA21-D175-270ABF75966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0" name="TextBox 50">
                <a:extLst>
                  <a:ext uri="{FF2B5EF4-FFF2-40B4-BE49-F238E27FC236}">
                    <a16:creationId xmlns:a16="http://schemas.microsoft.com/office/drawing/2014/main" id="{3B83939D-7BA0-7508-8753-C336BC0FF80C}"/>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51" name="Freeform 51">
            <a:extLst>
              <a:ext uri="{FF2B5EF4-FFF2-40B4-BE49-F238E27FC236}">
                <a16:creationId xmlns:a16="http://schemas.microsoft.com/office/drawing/2014/main" id="{3037DA9C-E37E-8174-6C5D-D99520783513}"/>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endParaRPr lang="en-VN"/>
          </a:p>
        </p:txBody>
      </p:sp>
      <p:grpSp>
        <p:nvGrpSpPr>
          <p:cNvPr id="52" name="Group 52">
            <a:extLst>
              <a:ext uri="{FF2B5EF4-FFF2-40B4-BE49-F238E27FC236}">
                <a16:creationId xmlns:a16="http://schemas.microsoft.com/office/drawing/2014/main" id="{C806AC8E-130B-B707-9CD6-A94D6295FCC9}"/>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5BA53949-F368-4B27-12C0-B96962C044B0}"/>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D7E3C0D3-2A8A-9068-B987-C16F86F061C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5" name="TextBox 55">
                <a:extLst>
                  <a:ext uri="{FF2B5EF4-FFF2-40B4-BE49-F238E27FC236}">
                    <a16:creationId xmlns:a16="http://schemas.microsoft.com/office/drawing/2014/main" id="{37B6618A-40F3-6D18-BE9C-A91662E8F918}"/>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6" name="Group 56">
              <a:extLst>
                <a:ext uri="{FF2B5EF4-FFF2-40B4-BE49-F238E27FC236}">
                  <a16:creationId xmlns:a16="http://schemas.microsoft.com/office/drawing/2014/main" id="{BA8AFC12-CEA6-D004-3175-0BFCC1C2111D}"/>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AB25EDFE-1E2A-9EDE-CB9E-7BBFD0D7E6F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8" name="TextBox 58">
                <a:extLst>
                  <a:ext uri="{FF2B5EF4-FFF2-40B4-BE49-F238E27FC236}">
                    <a16:creationId xmlns:a16="http://schemas.microsoft.com/office/drawing/2014/main" id="{F1655BAD-31FC-9707-B843-E26BDA9C3648}"/>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9" name="Group 59">
              <a:extLst>
                <a:ext uri="{FF2B5EF4-FFF2-40B4-BE49-F238E27FC236}">
                  <a16:creationId xmlns:a16="http://schemas.microsoft.com/office/drawing/2014/main" id="{1DB422D7-5A7F-0FDF-EB6C-8333F320E766}"/>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C85C75B2-FC98-A415-F0E2-4842622833A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1" name="TextBox 61">
                <a:extLst>
                  <a:ext uri="{FF2B5EF4-FFF2-40B4-BE49-F238E27FC236}">
                    <a16:creationId xmlns:a16="http://schemas.microsoft.com/office/drawing/2014/main" id="{807EBA2C-EADF-2CF0-D320-44408887BE6C}"/>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2" name="Group 62">
              <a:extLst>
                <a:ext uri="{FF2B5EF4-FFF2-40B4-BE49-F238E27FC236}">
                  <a16:creationId xmlns:a16="http://schemas.microsoft.com/office/drawing/2014/main" id="{422DF181-09A0-65AF-9303-57C69D677741}"/>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546781C1-A55B-E49E-9DD2-58EAE3F2484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4" name="TextBox 64">
                <a:extLst>
                  <a:ext uri="{FF2B5EF4-FFF2-40B4-BE49-F238E27FC236}">
                    <a16:creationId xmlns:a16="http://schemas.microsoft.com/office/drawing/2014/main" id="{4F39D60B-B963-747E-6D3A-A933DBAB280D}"/>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5" name="Group 65">
              <a:extLst>
                <a:ext uri="{FF2B5EF4-FFF2-40B4-BE49-F238E27FC236}">
                  <a16:creationId xmlns:a16="http://schemas.microsoft.com/office/drawing/2014/main" id="{F2516E1C-F5EC-35B5-BD3B-384A5E90AA80}"/>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1592887A-752D-AA78-4240-4859297D1D6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7" name="TextBox 67">
                <a:extLst>
                  <a:ext uri="{FF2B5EF4-FFF2-40B4-BE49-F238E27FC236}">
                    <a16:creationId xmlns:a16="http://schemas.microsoft.com/office/drawing/2014/main" id="{EBF3E065-C00C-DF7E-2D9A-80C83006CDEF}"/>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grpSp>
        <p:nvGrpSpPr>
          <p:cNvPr id="68" name="Group 68">
            <a:extLst>
              <a:ext uri="{FF2B5EF4-FFF2-40B4-BE49-F238E27FC236}">
                <a16:creationId xmlns:a16="http://schemas.microsoft.com/office/drawing/2014/main" id="{9C32E6AE-A090-57BC-9A8B-BE76580B9A7F}"/>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F561C633-CC62-65CC-33B7-BA54BFBEDE0B}"/>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8B3F639A-797C-D088-A125-7826F2B08EBA}"/>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1" name="TextBox 71">
                <a:extLst>
                  <a:ext uri="{FF2B5EF4-FFF2-40B4-BE49-F238E27FC236}">
                    <a16:creationId xmlns:a16="http://schemas.microsoft.com/office/drawing/2014/main" id="{BD6E40D6-BDD0-CA6A-857F-EB4DB6B2BAC5}"/>
                  </a:ext>
                </a:extLst>
              </p:cNvPr>
              <p:cNvSpPr txBox="1"/>
              <p:nvPr/>
            </p:nvSpPr>
            <p:spPr>
              <a:xfrm>
                <a:off x="0" y="-47625"/>
                <a:ext cx="458420" cy="126378"/>
              </a:xfrm>
              <a:prstGeom prst="rect">
                <a:avLst/>
              </a:prstGeom>
            </p:spPr>
            <p:txBody>
              <a:bodyPr lIns="49849" tIns="49849" rIns="49849" bIns="49849" rtlCol="0" anchor="ctr"/>
              <a:lstStyle/>
              <a:p>
                <a:pPr algn="ctr">
                  <a:lnSpc>
                    <a:spcPts val="2659"/>
                  </a:lnSpc>
                </a:pPr>
                <a:endParaRPr/>
              </a:p>
            </p:txBody>
          </p:sp>
        </p:grpSp>
        <p:grpSp>
          <p:nvGrpSpPr>
            <p:cNvPr id="72" name="Group 72">
              <a:extLst>
                <a:ext uri="{FF2B5EF4-FFF2-40B4-BE49-F238E27FC236}">
                  <a16:creationId xmlns:a16="http://schemas.microsoft.com/office/drawing/2014/main" id="{B390F437-9C4A-9D39-63FD-4BD2C0255D82}"/>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F189FA62-497C-9653-4497-79DF712F821D}"/>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4" name="TextBox 74">
                <a:extLst>
                  <a:ext uri="{FF2B5EF4-FFF2-40B4-BE49-F238E27FC236}">
                    <a16:creationId xmlns:a16="http://schemas.microsoft.com/office/drawing/2014/main" id="{F3F3C4EF-2218-2034-C602-064DB71A6C7E}"/>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5" name="Group 75">
              <a:extLst>
                <a:ext uri="{FF2B5EF4-FFF2-40B4-BE49-F238E27FC236}">
                  <a16:creationId xmlns:a16="http://schemas.microsoft.com/office/drawing/2014/main" id="{7C8B2022-D893-E0FF-148A-5DA48DB4A69B}"/>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212988E9-0195-14E1-466E-B7AD11D1B231}"/>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7" name="TextBox 77">
                <a:extLst>
                  <a:ext uri="{FF2B5EF4-FFF2-40B4-BE49-F238E27FC236}">
                    <a16:creationId xmlns:a16="http://schemas.microsoft.com/office/drawing/2014/main" id="{6A531E32-8570-9613-A7F2-582FF990EABF}"/>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8" name="Group 78">
              <a:extLst>
                <a:ext uri="{FF2B5EF4-FFF2-40B4-BE49-F238E27FC236}">
                  <a16:creationId xmlns:a16="http://schemas.microsoft.com/office/drawing/2014/main" id="{1FB7E080-6D83-C0D5-A102-FEB6F47C0C09}"/>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26B2D761-B40F-75A7-009E-6D7D0B4ED885}"/>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0" name="TextBox 80">
                <a:extLst>
                  <a:ext uri="{FF2B5EF4-FFF2-40B4-BE49-F238E27FC236}">
                    <a16:creationId xmlns:a16="http://schemas.microsoft.com/office/drawing/2014/main" id="{41C3959A-1B54-9252-30E8-DCBD6231B360}"/>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81" name="Group 81">
              <a:extLst>
                <a:ext uri="{FF2B5EF4-FFF2-40B4-BE49-F238E27FC236}">
                  <a16:creationId xmlns:a16="http://schemas.microsoft.com/office/drawing/2014/main" id="{A2A12B89-0038-3472-7ED4-3469F6486A77}"/>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1C354057-9748-3CB8-EFD6-24464E56329E}"/>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3" name="TextBox 83">
                <a:extLst>
                  <a:ext uri="{FF2B5EF4-FFF2-40B4-BE49-F238E27FC236}">
                    <a16:creationId xmlns:a16="http://schemas.microsoft.com/office/drawing/2014/main" id="{0B6CFF13-0923-58E8-2921-AF56D5E2EB4E}"/>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sp>
        <p:nvSpPr>
          <p:cNvPr id="84" name="Freeform 84">
            <a:extLst>
              <a:ext uri="{FF2B5EF4-FFF2-40B4-BE49-F238E27FC236}">
                <a16:creationId xmlns:a16="http://schemas.microsoft.com/office/drawing/2014/main" id="{3268C29D-902A-96C8-9D9A-38AA7DBF491A}"/>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98" name="TextBox 97">
            <a:extLst>
              <a:ext uri="{FF2B5EF4-FFF2-40B4-BE49-F238E27FC236}">
                <a16:creationId xmlns:a16="http://schemas.microsoft.com/office/drawing/2014/main" id="{366DA248-63C4-E590-3C26-ADD336097460}"/>
              </a:ext>
            </a:extLst>
          </p:cNvPr>
          <p:cNvSpPr txBox="1"/>
          <p:nvPr/>
        </p:nvSpPr>
        <p:spPr>
          <a:xfrm>
            <a:off x="1670655" y="1434092"/>
            <a:ext cx="15727454" cy="7211013"/>
          </a:xfrm>
          <a:prstGeom prst="rect">
            <a:avLst/>
          </a:prstGeom>
          <a:noFill/>
        </p:spPr>
        <p:txBody>
          <a:bodyPr wrap="square">
            <a:spAutoFit/>
          </a:bodyPr>
          <a:lstStyle/>
          <a:p>
            <a:pPr algn="just">
              <a:lnSpc>
                <a:spcPct val="150000"/>
              </a:lnSpc>
              <a:spcBef>
                <a:spcPts val="600"/>
              </a:spcBef>
              <a:spcAft>
                <a:spcPts val="600"/>
              </a:spcAft>
            </a:pPr>
            <a:r>
              <a:rPr lang="vi-VN" sz="5000" b="1">
                <a:latin typeface="American Typewriter" panose="02090604020004020304" pitchFamily="18" charset="77"/>
              </a:rPr>
              <a:t>✍️ Bài tập áp dụng: </a:t>
            </a:r>
            <a:r>
              <a:rPr lang="vi-VN" sz="5000" i="1">
                <a:latin typeface="American Typewriter" panose="02090604020004020304" pitchFamily="18" charset="77"/>
              </a:rPr>
              <a:t>Chuyển những câu sau đây sang tiếng Anh. Chú ý cách dùng thì.</a:t>
            </a:r>
            <a:endParaRPr lang="vi-VN" sz="5000">
              <a:latin typeface="American Typewriter" panose="02090604020004020304" pitchFamily="18" charset="77"/>
            </a:endParaRPr>
          </a:p>
          <a:p>
            <a:pPr algn="just">
              <a:lnSpc>
                <a:spcPct val="150000"/>
              </a:lnSpc>
              <a:spcBef>
                <a:spcPts val="600"/>
              </a:spcBef>
              <a:spcAft>
                <a:spcPts val="600"/>
              </a:spcAft>
            </a:pPr>
            <a:r>
              <a:rPr lang="vi-VN" sz="5000" b="1">
                <a:latin typeface="American Typewriter" panose="02090604020004020304" pitchFamily="18" charset="77"/>
              </a:rPr>
              <a:t>1. </a:t>
            </a:r>
            <a:r>
              <a:rPr lang="vi-VN" sz="5000" b="1">
                <a:solidFill>
                  <a:srgbClr val="00B0F0"/>
                </a:solidFill>
                <a:latin typeface="American Typewriter" panose="02090604020004020304" pitchFamily="18" charset="77"/>
              </a:rPr>
              <a:t>Viết luận </a:t>
            </a:r>
            <a:r>
              <a:rPr lang="vi-VN" sz="5000" b="1">
                <a:solidFill>
                  <a:schemeClr val="accent6"/>
                </a:solidFill>
                <a:latin typeface="American Typewriter" panose="02090604020004020304" pitchFamily="18" charset="77"/>
              </a:rPr>
              <a:t>là</a:t>
            </a:r>
            <a:r>
              <a:rPr lang="vi-VN" sz="5000" b="1">
                <a:latin typeface="American Typewriter" panose="02090604020004020304" pitchFamily="18" charset="77"/>
              </a:rPr>
              <a:t> </a:t>
            </a:r>
            <a:r>
              <a:rPr lang="vi-VN" sz="5000" b="1">
                <a:solidFill>
                  <a:schemeClr val="accent3"/>
                </a:solidFill>
                <a:latin typeface="American Typewriter" panose="02090604020004020304" pitchFamily="18" charset="77"/>
              </a:rPr>
              <a:t>phần quan trọng</a:t>
            </a:r>
            <a:r>
              <a:rPr lang="vi-VN" sz="5000" b="1">
                <a:latin typeface="American Typewriter" panose="02090604020004020304" pitchFamily="18" charset="77"/>
              </a:rPr>
              <a:t> </a:t>
            </a:r>
            <a:r>
              <a:rPr lang="vi-VN" sz="5000" b="1">
                <a:solidFill>
                  <a:srgbClr val="7030A0"/>
                </a:solidFill>
                <a:latin typeface="American Typewriter" panose="02090604020004020304" pitchFamily="18" charset="77"/>
              </a:rPr>
              <a:t>trong</a:t>
            </a:r>
            <a:r>
              <a:rPr lang="vi-VN" sz="5000" b="1">
                <a:latin typeface="American Typewriter" panose="02090604020004020304" pitchFamily="18" charset="77"/>
              </a:rPr>
              <a:t> </a:t>
            </a:r>
            <a:r>
              <a:rPr lang="vi-VN" sz="5000" b="1">
                <a:solidFill>
                  <a:schemeClr val="accent2"/>
                </a:solidFill>
                <a:latin typeface="American Typewriter" panose="02090604020004020304" pitchFamily="18" charset="77"/>
              </a:rPr>
              <a:t>bài thi viết VSTEP</a:t>
            </a:r>
            <a:r>
              <a:rPr lang="vi-VN" sz="5000" b="1">
                <a:latin typeface="American Typewriter" panose="02090604020004020304" pitchFamily="18" charset="77"/>
              </a:rPr>
              <a:t>.</a:t>
            </a:r>
          </a:p>
          <a:p>
            <a:pPr algn="just">
              <a:lnSpc>
                <a:spcPct val="150000"/>
              </a:lnSpc>
              <a:spcBef>
                <a:spcPts val="600"/>
              </a:spcBef>
              <a:spcAft>
                <a:spcPts val="600"/>
              </a:spcAft>
            </a:pPr>
            <a:r>
              <a:rPr lang="vi-VN" sz="5000" b="1">
                <a:latin typeface="American Typewriter" panose="02090604020004020304" pitchFamily="18" charset="77"/>
              </a:rPr>
              <a:t>→ </a:t>
            </a:r>
            <a:r>
              <a:rPr lang="vi-VN" sz="5000" b="1">
                <a:solidFill>
                  <a:srgbClr val="00B0F0"/>
                </a:solidFill>
                <a:latin typeface="American Typewriter" panose="02090604020004020304" pitchFamily="18" charset="77"/>
              </a:rPr>
              <a:t>Writing essays </a:t>
            </a:r>
            <a:r>
              <a:rPr lang="vi-VN" sz="5000" b="1">
                <a:solidFill>
                  <a:schemeClr val="accent6"/>
                </a:solidFill>
                <a:latin typeface="American Typewriter" panose="02090604020004020304" pitchFamily="18" charset="77"/>
              </a:rPr>
              <a:t>is</a:t>
            </a:r>
            <a:r>
              <a:rPr lang="vi-VN" sz="5000" b="1">
                <a:latin typeface="American Typewriter" panose="02090604020004020304" pitchFamily="18" charset="77"/>
              </a:rPr>
              <a:t> </a:t>
            </a:r>
            <a:r>
              <a:rPr lang="vi-VN" sz="5000" b="1">
                <a:solidFill>
                  <a:schemeClr val="accent3"/>
                </a:solidFill>
                <a:latin typeface="American Typewriter" panose="02090604020004020304" pitchFamily="18" charset="77"/>
              </a:rPr>
              <a:t>an important part </a:t>
            </a:r>
            <a:r>
              <a:rPr lang="vi-VN" sz="5000" b="1">
                <a:solidFill>
                  <a:srgbClr val="7030A0"/>
                </a:solidFill>
                <a:latin typeface="American Typewriter" panose="02090604020004020304" pitchFamily="18" charset="77"/>
              </a:rPr>
              <a:t>of</a:t>
            </a:r>
            <a:r>
              <a:rPr lang="vi-VN" sz="5000" b="1">
                <a:latin typeface="American Typewriter" panose="02090604020004020304" pitchFamily="18" charset="77"/>
              </a:rPr>
              <a:t> </a:t>
            </a:r>
            <a:r>
              <a:rPr lang="vi-VN" sz="5000" b="1">
                <a:solidFill>
                  <a:schemeClr val="accent2"/>
                </a:solidFill>
                <a:latin typeface="American Typewriter" panose="02090604020004020304" pitchFamily="18" charset="77"/>
              </a:rPr>
              <a:t>the VSTEP writing test/exam</a:t>
            </a:r>
            <a:r>
              <a:rPr lang="vi-VN" sz="5000" b="1">
                <a:latin typeface="American Typewriter" panose="02090604020004020304" pitchFamily="18" charset="77"/>
              </a:rPr>
              <a:t>.</a:t>
            </a:r>
          </a:p>
        </p:txBody>
      </p:sp>
    </p:spTree>
    <p:extLst>
      <p:ext uri="{BB962C8B-B14F-4D97-AF65-F5344CB8AC3E}">
        <p14:creationId xmlns:p14="http://schemas.microsoft.com/office/powerpoint/2010/main" val="3289054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EFF27-59DC-3BB2-AAED-CEA121E8439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5013043-541B-5795-2EBC-F83AC8C36DEB}"/>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endParaRPr lang="en-VN"/>
          </a:p>
        </p:txBody>
      </p:sp>
      <p:sp>
        <p:nvSpPr>
          <p:cNvPr id="3" name="Freeform 3">
            <a:extLst>
              <a:ext uri="{FF2B5EF4-FFF2-40B4-BE49-F238E27FC236}">
                <a16:creationId xmlns:a16="http://schemas.microsoft.com/office/drawing/2014/main" id="{E6559E31-A7B3-60E5-1DDF-9A670184E9A1}"/>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endParaRPr lang="en-VN"/>
          </a:p>
        </p:txBody>
      </p:sp>
      <p:sp>
        <p:nvSpPr>
          <p:cNvPr id="4" name="Freeform 4">
            <a:extLst>
              <a:ext uri="{FF2B5EF4-FFF2-40B4-BE49-F238E27FC236}">
                <a16:creationId xmlns:a16="http://schemas.microsoft.com/office/drawing/2014/main" id="{302EF0F0-65E1-A5F9-30BA-2FA177D8F633}"/>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endParaRPr lang="en-VN"/>
          </a:p>
        </p:txBody>
      </p:sp>
      <p:grpSp>
        <p:nvGrpSpPr>
          <p:cNvPr id="5" name="Group 5">
            <a:extLst>
              <a:ext uri="{FF2B5EF4-FFF2-40B4-BE49-F238E27FC236}">
                <a16:creationId xmlns:a16="http://schemas.microsoft.com/office/drawing/2014/main" id="{B62BFD78-C2C2-3E12-D4A8-5D3C9BEC9357}"/>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412D7C57-73B6-A97D-1FB7-098C3E35151A}"/>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endParaRPr lang="en-VN"/>
            </a:p>
          </p:txBody>
        </p:sp>
        <p:sp>
          <p:nvSpPr>
            <p:cNvPr id="7" name="TextBox 7">
              <a:extLst>
                <a:ext uri="{FF2B5EF4-FFF2-40B4-BE49-F238E27FC236}">
                  <a16:creationId xmlns:a16="http://schemas.microsoft.com/office/drawing/2014/main" id="{1A4BF1BD-D302-256F-2425-4877112F00B5}"/>
                </a:ext>
              </a:extLst>
            </p:cNvPr>
            <p:cNvSpPr txBox="1"/>
            <p:nvPr/>
          </p:nvSpPr>
          <p:spPr>
            <a:xfrm>
              <a:off x="0" y="-47625"/>
              <a:ext cx="5454346" cy="2751565"/>
            </a:xfrm>
            <a:prstGeom prst="rect">
              <a:avLst/>
            </a:prstGeom>
          </p:spPr>
          <p:txBody>
            <a:bodyPr lIns="49849" tIns="49849" rIns="49849" bIns="49849" rtlCol="0" anchor="ctr"/>
            <a:lstStyle/>
            <a:p>
              <a:pPr algn="ctr">
                <a:lnSpc>
                  <a:spcPts val="2659"/>
                </a:lnSpc>
              </a:pPr>
              <a:endParaRPr/>
            </a:p>
          </p:txBody>
        </p:sp>
      </p:grpSp>
      <p:grpSp>
        <p:nvGrpSpPr>
          <p:cNvPr id="8" name="Group 8">
            <a:extLst>
              <a:ext uri="{FF2B5EF4-FFF2-40B4-BE49-F238E27FC236}">
                <a16:creationId xmlns:a16="http://schemas.microsoft.com/office/drawing/2014/main" id="{B4936EA7-DD02-A711-2954-424A53F06277}"/>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497EFFD2-1EB4-BAC2-34DB-BD23686339C5}"/>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endParaRPr lang="en-VN"/>
            </a:p>
          </p:txBody>
        </p:sp>
        <p:sp>
          <p:nvSpPr>
            <p:cNvPr id="10" name="TextBox 10">
              <a:extLst>
                <a:ext uri="{FF2B5EF4-FFF2-40B4-BE49-F238E27FC236}">
                  <a16:creationId xmlns:a16="http://schemas.microsoft.com/office/drawing/2014/main" id="{8055D5A1-C8E9-2799-2267-C11B3FE1DB13}"/>
                </a:ext>
              </a:extLst>
            </p:cNvPr>
            <p:cNvSpPr txBox="1"/>
            <p:nvPr/>
          </p:nvSpPr>
          <p:spPr>
            <a:xfrm>
              <a:off x="0" y="-47625"/>
              <a:ext cx="5429786" cy="2704410"/>
            </a:xfrm>
            <a:prstGeom prst="rect">
              <a:avLst/>
            </a:prstGeom>
          </p:spPr>
          <p:txBody>
            <a:bodyPr lIns="49849" tIns="49849" rIns="49849" bIns="49849" rtlCol="0" anchor="ctr"/>
            <a:lstStyle/>
            <a:p>
              <a:pPr algn="ctr">
                <a:lnSpc>
                  <a:spcPts val="2659"/>
                </a:lnSpc>
              </a:pPr>
              <a:endParaRPr/>
            </a:p>
          </p:txBody>
        </p:sp>
      </p:grpSp>
      <p:grpSp>
        <p:nvGrpSpPr>
          <p:cNvPr id="11" name="Group 11">
            <a:extLst>
              <a:ext uri="{FF2B5EF4-FFF2-40B4-BE49-F238E27FC236}">
                <a16:creationId xmlns:a16="http://schemas.microsoft.com/office/drawing/2014/main" id="{A8F6EC86-1E25-7E00-EC14-CF6978DB097A}"/>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7A5CD171-A6E9-24AB-2D70-A6F8CFFFC401}"/>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endParaRPr lang="en-VN"/>
            </a:p>
          </p:txBody>
        </p:sp>
        <p:sp>
          <p:nvSpPr>
            <p:cNvPr id="13" name="TextBox 13">
              <a:extLst>
                <a:ext uri="{FF2B5EF4-FFF2-40B4-BE49-F238E27FC236}">
                  <a16:creationId xmlns:a16="http://schemas.microsoft.com/office/drawing/2014/main" id="{0F09C9C6-7741-9F21-05B8-CDA8A7015A99}"/>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4" name="Group 14">
            <a:extLst>
              <a:ext uri="{FF2B5EF4-FFF2-40B4-BE49-F238E27FC236}">
                <a16:creationId xmlns:a16="http://schemas.microsoft.com/office/drawing/2014/main" id="{582F894F-3F48-A1B5-AEDF-BFFCC44550CE}"/>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2285EAE0-D39F-9065-EF89-72B0CE078275}"/>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endParaRPr lang="en-VN"/>
            </a:p>
          </p:txBody>
        </p:sp>
        <p:sp>
          <p:nvSpPr>
            <p:cNvPr id="16" name="TextBox 16">
              <a:extLst>
                <a:ext uri="{FF2B5EF4-FFF2-40B4-BE49-F238E27FC236}">
                  <a16:creationId xmlns:a16="http://schemas.microsoft.com/office/drawing/2014/main" id="{AEE578E4-5B8B-9FB2-CA50-812BC4FFA0A0}"/>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7" name="Group 17">
            <a:extLst>
              <a:ext uri="{FF2B5EF4-FFF2-40B4-BE49-F238E27FC236}">
                <a16:creationId xmlns:a16="http://schemas.microsoft.com/office/drawing/2014/main" id="{A9DD0DF6-96F4-2655-3A1D-7CA45FAEF626}"/>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17CAFC87-AD27-90DA-BD71-7E538DB18ADD}"/>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endParaRPr lang="en-VN"/>
            </a:p>
          </p:txBody>
        </p:sp>
        <p:sp>
          <p:nvSpPr>
            <p:cNvPr id="19" name="TextBox 19">
              <a:extLst>
                <a:ext uri="{FF2B5EF4-FFF2-40B4-BE49-F238E27FC236}">
                  <a16:creationId xmlns:a16="http://schemas.microsoft.com/office/drawing/2014/main" id="{B161AAA2-9F5C-D221-0067-1AF7E001D58B}"/>
                </a:ext>
              </a:extLst>
            </p:cNvPr>
            <p:cNvSpPr txBox="1"/>
            <p:nvPr/>
          </p:nvSpPr>
          <p:spPr>
            <a:xfrm>
              <a:off x="0" y="-47625"/>
              <a:ext cx="3961731" cy="2448417"/>
            </a:xfrm>
            <a:prstGeom prst="rect">
              <a:avLst/>
            </a:prstGeom>
          </p:spPr>
          <p:txBody>
            <a:bodyPr lIns="49849" tIns="49849" rIns="49849" bIns="49849" rtlCol="0" anchor="ctr"/>
            <a:lstStyle/>
            <a:p>
              <a:pPr algn="ctr">
                <a:lnSpc>
                  <a:spcPts val="2659"/>
                </a:lnSpc>
              </a:pPr>
              <a:endParaRPr/>
            </a:p>
          </p:txBody>
        </p:sp>
      </p:grpSp>
      <p:sp>
        <p:nvSpPr>
          <p:cNvPr id="34" name="Freeform 34">
            <a:extLst>
              <a:ext uri="{FF2B5EF4-FFF2-40B4-BE49-F238E27FC236}">
                <a16:creationId xmlns:a16="http://schemas.microsoft.com/office/drawing/2014/main" id="{45D07EA2-0B03-6565-4344-98D9FC18E988}"/>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endParaRPr lang="en-VN"/>
          </a:p>
        </p:txBody>
      </p:sp>
      <p:grpSp>
        <p:nvGrpSpPr>
          <p:cNvPr id="35" name="Group 35">
            <a:extLst>
              <a:ext uri="{FF2B5EF4-FFF2-40B4-BE49-F238E27FC236}">
                <a16:creationId xmlns:a16="http://schemas.microsoft.com/office/drawing/2014/main" id="{62D1C7D2-2F30-1EE7-BE4A-A835AB663FD2}"/>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EFE4E4A5-D3A6-71A7-588B-7A9ED8D14AF3}"/>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EEAB101A-538B-EEA9-941C-4B9834DC44D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38" name="TextBox 38">
                <a:extLst>
                  <a:ext uri="{FF2B5EF4-FFF2-40B4-BE49-F238E27FC236}">
                    <a16:creationId xmlns:a16="http://schemas.microsoft.com/office/drawing/2014/main" id="{CD91B4AC-C4AA-F89D-431F-1D7F87101CE5}"/>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F5FD5485-D521-D024-0EB6-385D134F5020}"/>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B6F493E8-4669-FC00-394A-8FFB495D762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1" name="TextBox 41">
                <a:extLst>
                  <a:ext uri="{FF2B5EF4-FFF2-40B4-BE49-F238E27FC236}">
                    <a16:creationId xmlns:a16="http://schemas.microsoft.com/office/drawing/2014/main" id="{49B6B6F6-61F5-8D5C-3ED9-CDD8235C3F4C}"/>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121A48DF-2D43-4404-FA65-9F02507BC53F}"/>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4A09CC47-B745-293D-7689-B968F7D054A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4" name="TextBox 44">
                <a:extLst>
                  <a:ext uri="{FF2B5EF4-FFF2-40B4-BE49-F238E27FC236}">
                    <a16:creationId xmlns:a16="http://schemas.microsoft.com/office/drawing/2014/main" id="{B3C49D18-18CC-F225-270F-0714CF1DFB81}"/>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8D2BCAF5-B6A0-C4E0-407B-08AD2F4F37E4}"/>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2AC8A6BA-D889-EC23-E2DB-01AEA0595E9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7" name="TextBox 47">
                <a:extLst>
                  <a:ext uri="{FF2B5EF4-FFF2-40B4-BE49-F238E27FC236}">
                    <a16:creationId xmlns:a16="http://schemas.microsoft.com/office/drawing/2014/main" id="{DF48D69B-F95A-53E5-7A78-3B652552EC0A}"/>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8" name="Group 48">
              <a:extLst>
                <a:ext uri="{FF2B5EF4-FFF2-40B4-BE49-F238E27FC236}">
                  <a16:creationId xmlns:a16="http://schemas.microsoft.com/office/drawing/2014/main" id="{2030C6F4-A828-F38E-CB68-EB3E497B4D27}"/>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C38C9D2D-18BA-305D-F813-24F333AE431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0" name="TextBox 50">
                <a:extLst>
                  <a:ext uri="{FF2B5EF4-FFF2-40B4-BE49-F238E27FC236}">
                    <a16:creationId xmlns:a16="http://schemas.microsoft.com/office/drawing/2014/main" id="{6FB88E2C-9CC7-8C2F-61E9-FE3EDD023618}"/>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51" name="Freeform 51">
            <a:extLst>
              <a:ext uri="{FF2B5EF4-FFF2-40B4-BE49-F238E27FC236}">
                <a16:creationId xmlns:a16="http://schemas.microsoft.com/office/drawing/2014/main" id="{BC56B661-168B-24FD-2120-48EF28D5A4B8}"/>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endParaRPr lang="en-VN"/>
          </a:p>
        </p:txBody>
      </p:sp>
      <p:grpSp>
        <p:nvGrpSpPr>
          <p:cNvPr id="52" name="Group 52">
            <a:extLst>
              <a:ext uri="{FF2B5EF4-FFF2-40B4-BE49-F238E27FC236}">
                <a16:creationId xmlns:a16="http://schemas.microsoft.com/office/drawing/2014/main" id="{A397EBA3-FB59-2D97-9F0E-F6013EA6EFB1}"/>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7B9A8A02-6869-A219-F1B5-A9073E1A7D41}"/>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B871CDF7-6F96-B574-189E-FE3B960187B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5" name="TextBox 55">
                <a:extLst>
                  <a:ext uri="{FF2B5EF4-FFF2-40B4-BE49-F238E27FC236}">
                    <a16:creationId xmlns:a16="http://schemas.microsoft.com/office/drawing/2014/main" id="{89BFDBDE-95C2-B0AF-E362-F7D3A863E167}"/>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6" name="Group 56">
              <a:extLst>
                <a:ext uri="{FF2B5EF4-FFF2-40B4-BE49-F238E27FC236}">
                  <a16:creationId xmlns:a16="http://schemas.microsoft.com/office/drawing/2014/main" id="{95E65030-E8AC-4C75-3676-A8A8D9185779}"/>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FA8BA3A0-C230-84AB-4AE6-8D20E7AB733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8" name="TextBox 58">
                <a:extLst>
                  <a:ext uri="{FF2B5EF4-FFF2-40B4-BE49-F238E27FC236}">
                    <a16:creationId xmlns:a16="http://schemas.microsoft.com/office/drawing/2014/main" id="{34759382-5AF5-407E-5D26-CCDB563F17AB}"/>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9" name="Group 59">
              <a:extLst>
                <a:ext uri="{FF2B5EF4-FFF2-40B4-BE49-F238E27FC236}">
                  <a16:creationId xmlns:a16="http://schemas.microsoft.com/office/drawing/2014/main" id="{2A1A7E80-FA18-E0BE-26D3-7E53E28D977D}"/>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51EFCE5D-CB83-1F17-B572-9F006B1CA58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1" name="TextBox 61">
                <a:extLst>
                  <a:ext uri="{FF2B5EF4-FFF2-40B4-BE49-F238E27FC236}">
                    <a16:creationId xmlns:a16="http://schemas.microsoft.com/office/drawing/2014/main" id="{2B63EE2D-9571-F64A-A1EA-2EEF9029CC73}"/>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2" name="Group 62">
              <a:extLst>
                <a:ext uri="{FF2B5EF4-FFF2-40B4-BE49-F238E27FC236}">
                  <a16:creationId xmlns:a16="http://schemas.microsoft.com/office/drawing/2014/main" id="{336F1997-82A5-7D44-F275-55DDB1CA79D3}"/>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526676EC-4960-5B65-9109-26BF1B361B9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4" name="TextBox 64">
                <a:extLst>
                  <a:ext uri="{FF2B5EF4-FFF2-40B4-BE49-F238E27FC236}">
                    <a16:creationId xmlns:a16="http://schemas.microsoft.com/office/drawing/2014/main" id="{60D1395C-4523-B483-1D94-D6B534C7BDBB}"/>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5" name="Group 65">
              <a:extLst>
                <a:ext uri="{FF2B5EF4-FFF2-40B4-BE49-F238E27FC236}">
                  <a16:creationId xmlns:a16="http://schemas.microsoft.com/office/drawing/2014/main" id="{2E6728F3-D1B7-7AB9-FC0D-F754C2F31FD2}"/>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63143DAF-A058-8366-EB53-C74CBAC1D12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7" name="TextBox 67">
                <a:extLst>
                  <a:ext uri="{FF2B5EF4-FFF2-40B4-BE49-F238E27FC236}">
                    <a16:creationId xmlns:a16="http://schemas.microsoft.com/office/drawing/2014/main" id="{8719BAB8-82A0-956A-C4AE-2716E0E2A2D8}"/>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grpSp>
        <p:nvGrpSpPr>
          <p:cNvPr id="68" name="Group 68">
            <a:extLst>
              <a:ext uri="{FF2B5EF4-FFF2-40B4-BE49-F238E27FC236}">
                <a16:creationId xmlns:a16="http://schemas.microsoft.com/office/drawing/2014/main" id="{48C64394-C30F-68C7-61E9-CA52BED9A3A8}"/>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C8FC1F4F-2372-FD85-4854-F022537CA151}"/>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EDF50526-9F2A-3846-DB58-207E0C3E4F33}"/>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1" name="TextBox 71">
                <a:extLst>
                  <a:ext uri="{FF2B5EF4-FFF2-40B4-BE49-F238E27FC236}">
                    <a16:creationId xmlns:a16="http://schemas.microsoft.com/office/drawing/2014/main" id="{3AE650D0-A117-4B52-6BA3-CCE47851428B}"/>
                  </a:ext>
                </a:extLst>
              </p:cNvPr>
              <p:cNvSpPr txBox="1"/>
              <p:nvPr/>
            </p:nvSpPr>
            <p:spPr>
              <a:xfrm>
                <a:off x="0" y="-47625"/>
                <a:ext cx="458420" cy="126378"/>
              </a:xfrm>
              <a:prstGeom prst="rect">
                <a:avLst/>
              </a:prstGeom>
            </p:spPr>
            <p:txBody>
              <a:bodyPr lIns="49849" tIns="49849" rIns="49849" bIns="49849" rtlCol="0" anchor="ctr"/>
              <a:lstStyle/>
              <a:p>
                <a:pPr algn="ctr">
                  <a:lnSpc>
                    <a:spcPts val="2659"/>
                  </a:lnSpc>
                </a:pPr>
                <a:endParaRPr/>
              </a:p>
            </p:txBody>
          </p:sp>
        </p:grpSp>
        <p:grpSp>
          <p:nvGrpSpPr>
            <p:cNvPr id="72" name="Group 72">
              <a:extLst>
                <a:ext uri="{FF2B5EF4-FFF2-40B4-BE49-F238E27FC236}">
                  <a16:creationId xmlns:a16="http://schemas.microsoft.com/office/drawing/2014/main" id="{CC4E4D49-F37B-566E-B117-ADB9B3BE1AEA}"/>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6AB62B06-7B7C-9881-AFAA-22CDBDF1954A}"/>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4" name="TextBox 74">
                <a:extLst>
                  <a:ext uri="{FF2B5EF4-FFF2-40B4-BE49-F238E27FC236}">
                    <a16:creationId xmlns:a16="http://schemas.microsoft.com/office/drawing/2014/main" id="{DAB95678-F826-4B09-4FFE-88E16DD4FCCD}"/>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5" name="Group 75">
              <a:extLst>
                <a:ext uri="{FF2B5EF4-FFF2-40B4-BE49-F238E27FC236}">
                  <a16:creationId xmlns:a16="http://schemas.microsoft.com/office/drawing/2014/main" id="{1CC866BD-0F1E-2E0A-19A6-B0A60A9688A3}"/>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29A80E5F-3B42-7FEB-3FEB-8CC79F6773D5}"/>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7" name="TextBox 77">
                <a:extLst>
                  <a:ext uri="{FF2B5EF4-FFF2-40B4-BE49-F238E27FC236}">
                    <a16:creationId xmlns:a16="http://schemas.microsoft.com/office/drawing/2014/main" id="{BE5EFDCD-029E-5486-36C5-AA16CEFC0CCA}"/>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8" name="Group 78">
              <a:extLst>
                <a:ext uri="{FF2B5EF4-FFF2-40B4-BE49-F238E27FC236}">
                  <a16:creationId xmlns:a16="http://schemas.microsoft.com/office/drawing/2014/main" id="{54E42852-FCF1-00A8-662C-11BCD06AD997}"/>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35F5E0FB-37D7-6743-B509-7F0D84B7AABD}"/>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0" name="TextBox 80">
                <a:extLst>
                  <a:ext uri="{FF2B5EF4-FFF2-40B4-BE49-F238E27FC236}">
                    <a16:creationId xmlns:a16="http://schemas.microsoft.com/office/drawing/2014/main" id="{89750019-FAEE-EE72-8604-4B6C76BF51E9}"/>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81" name="Group 81">
              <a:extLst>
                <a:ext uri="{FF2B5EF4-FFF2-40B4-BE49-F238E27FC236}">
                  <a16:creationId xmlns:a16="http://schemas.microsoft.com/office/drawing/2014/main" id="{CC8B0B81-245A-F518-DF1C-910EB1B93C4F}"/>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6A71EDC7-A469-19FC-0FDC-F2B967A64704}"/>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3" name="TextBox 83">
                <a:extLst>
                  <a:ext uri="{FF2B5EF4-FFF2-40B4-BE49-F238E27FC236}">
                    <a16:creationId xmlns:a16="http://schemas.microsoft.com/office/drawing/2014/main" id="{7DE02473-8DC3-50E5-09B5-741FEDEEF588}"/>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sp>
        <p:nvSpPr>
          <p:cNvPr id="84" name="Freeform 84">
            <a:extLst>
              <a:ext uri="{FF2B5EF4-FFF2-40B4-BE49-F238E27FC236}">
                <a16:creationId xmlns:a16="http://schemas.microsoft.com/office/drawing/2014/main" id="{6D685C72-2089-BAFA-5C6B-592A0388633F}"/>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98" name="TextBox 97">
            <a:extLst>
              <a:ext uri="{FF2B5EF4-FFF2-40B4-BE49-F238E27FC236}">
                <a16:creationId xmlns:a16="http://schemas.microsoft.com/office/drawing/2014/main" id="{91FB6910-95C8-6C7F-34F5-7FAEECC038C4}"/>
              </a:ext>
            </a:extLst>
          </p:cNvPr>
          <p:cNvSpPr txBox="1"/>
          <p:nvPr/>
        </p:nvSpPr>
        <p:spPr>
          <a:xfrm>
            <a:off x="1670655" y="1434092"/>
            <a:ext cx="15727454" cy="7211013"/>
          </a:xfrm>
          <a:prstGeom prst="rect">
            <a:avLst/>
          </a:prstGeom>
          <a:noFill/>
        </p:spPr>
        <p:txBody>
          <a:bodyPr wrap="square">
            <a:spAutoFit/>
          </a:bodyPr>
          <a:lstStyle/>
          <a:p>
            <a:pPr algn="just">
              <a:lnSpc>
                <a:spcPct val="150000"/>
              </a:lnSpc>
              <a:spcBef>
                <a:spcPts val="600"/>
              </a:spcBef>
              <a:spcAft>
                <a:spcPts val="600"/>
              </a:spcAft>
            </a:pPr>
            <a:r>
              <a:rPr lang="vi-VN" sz="5000" b="1">
                <a:latin typeface="American Typewriter" panose="02090604020004020304" pitchFamily="18" charset="77"/>
              </a:rPr>
              <a:t>✍️ Bài tập áp dụng: </a:t>
            </a:r>
            <a:r>
              <a:rPr lang="vi-VN" sz="5000" i="1">
                <a:latin typeface="American Typewriter" panose="02090604020004020304" pitchFamily="18" charset="77"/>
              </a:rPr>
              <a:t>Chuyển những câu sau đây sang tiếng Anh. Chú ý cách dùng thì.</a:t>
            </a:r>
            <a:endParaRPr lang="vi-VN" sz="5000">
              <a:latin typeface="American Typewriter" panose="02090604020004020304" pitchFamily="18" charset="77"/>
            </a:endParaRPr>
          </a:p>
          <a:p>
            <a:pPr algn="just">
              <a:lnSpc>
                <a:spcPct val="150000"/>
              </a:lnSpc>
              <a:spcBef>
                <a:spcPts val="600"/>
              </a:spcBef>
              <a:spcAft>
                <a:spcPts val="600"/>
              </a:spcAft>
            </a:pPr>
            <a:r>
              <a:rPr lang="vi-VN" sz="5000" b="1">
                <a:latin typeface="American Typewriter" panose="02090604020004020304" pitchFamily="18" charset="77"/>
              </a:rPr>
              <a:t>2. </a:t>
            </a:r>
            <a:r>
              <a:rPr lang="vi-VN" sz="5000" b="1">
                <a:solidFill>
                  <a:srgbClr val="00B0F0"/>
                </a:solidFill>
                <a:latin typeface="American Typewriter" panose="02090604020004020304" pitchFamily="18" charset="77"/>
              </a:rPr>
              <a:t>Trung tâm Anh ngữ River </a:t>
            </a:r>
            <a:r>
              <a:rPr lang="vi-VN" sz="5000" b="1">
                <a:solidFill>
                  <a:schemeClr val="accent2"/>
                </a:solidFill>
                <a:latin typeface="American Typewriter" panose="02090604020004020304" pitchFamily="18" charset="77"/>
              </a:rPr>
              <a:t>là</a:t>
            </a:r>
            <a:r>
              <a:rPr lang="vi-VN" sz="5000" b="1">
                <a:latin typeface="American Typewriter" panose="02090604020004020304" pitchFamily="18" charset="77"/>
              </a:rPr>
              <a:t> </a:t>
            </a:r>
            <a:r>
              <a:rPr lang="vi-VN" sz="5000" b="1">
                <a:solidFill>
                  <a:schemeClr val="accent3"/>
                </a:solidFill>
                <a:latin typeface="American Typewriter" panose="02090604020004020304" pitchFamily="18" charset="77"/>
              </a:rPr>
              <a:t>nơi</a:t>
            </a:r>
            <a:r>
              <a:rPr lang="vi-VN" sz="5000" b="1">
                <a:latin typeface="American Typewriter" panose="02090604020004020304" pitchFamily="18" charset="77"/>
              </a:rPr>
              <a:t> </a:t>
            </a:r>
            <a:r>
              <a:rPr lang="vi-VN" sz="5000" b="1">
                <a:solidFill>
                  <a:schemeClr val="accent3"/>
                </a:solidFill>
                <a:latin typeface="American Typewriter" panose="02090604020004020304" pitchFamily="18" charset="77"/>
              </a:rPr>
              <a:t>mà</a:t>
            </a:r>
            <a:r>
              <a:rPr lang="vi-VN" sz="5000" b="1">
                <a:latin typeface="American Typewriter" panose="02090604020004020304" pitchFamily="18" charset="77"/>
              </a:rPr>
              <a:t> </a:t>
            </a:r>
            <a:r>
              <a:rPr lang="vi-VN" sz="5000" b="1">
                <a:solidFill>
                  <a:schemeClr val="accent6"/>
                </a:solidFill>
                <a:latin typeface="American Typewriter" panose="02090604020004020304" pitchFamily="18" charset="77"/>
              </a:rPr>
              <a:t>tôi đã học khoá học VSTEP </a:t>
            </a:r>
            <a:r>
              <a:rPr lang="vi-VN" sz="5000" b="1">
                <a:solidFill>
                  <a:srgbClr val="7030A0"/>
                </a:solidFill>
                <a:latin typeface="American Typewriter" panose="02090604020004020304" pitchFamily="18" charset="77"/>
              </a:rPr>
              <a:t>vào năm ngoái</a:t>
            </a:r>
            <a:r>
              <a:rPr lang="vi-VN" sz="5000" b="1">
                <a:latin typeface="American Typewriter" panose="02090604020004020304" pitchFamily="18" charset="77"/>
              </a:rPr>
              <a:t>.</a:t>
            </a:r>
          </a:p>
          <a:p>
            <a:pPr algn="just">
              <a:lnSpc>
                <a:spcPct val="150000"/>
              </a:lnSpc>
              <a:spcBef>
                <a:spcPts val="600"/>
              </a:spcBef>
              <a:spcAft>
                <a:spcPts val="600"/>
              </a:spcAft>
            </a:pPr>
            <a:r>
              <a:rPr lang="vi-VN" sz="5000" b="1">
                <a:latin typeface="American Typewriter" panose="02090604020004020304" pitchFamily="18" charset="77"/>
              </a:rPr>
              <a:t>→ </a:t>
            </a:r>
            <a:r>
              <a:rPr lang="vi-VN" sz="5000" b="1">
                <a:solidFill>
                  <a:srgbClr val="00B0F0"/>
                </a:solidFill>
                <a:latin typeface="American Typewriter" panose="02090604020004020304" pitchFamily="18" charset="77"/>
              </a:rPr>
              <a:t>River English Center </a:t>
            </a:r>
            <a:r>
              <a:rPr lang="vi-VN" sz="5000" b="1">
                <a:solidFill>
                  <a:schemeClr val="accent2"/>
                </a:solidFill>
                <a:latin typeface="American Typewriter" panose="02090604020004020304" pitchFamily="18" charset="77"/>
              </a:rPr>
              <a:t>was</a:t>
            </a:r>
            <a:r>
              <a:rPr lang="vi-VN" sz="5000" b="1">
                <a:latin typeface="American Typewriter" panose="02090604020004020304" pitchFamily="18" charset="77"/>
              </a:rPr>
              <a:t> </a:t>
            </a:r>
            <a:r>
              <a:rPr lang="vi-VN" sz="5000" b="1">
                <a:solidFill>
                  <a:schemeClr val="accent3"/>
                </a:solidFill>
                <a:latin typeface="American Typewriter" panose="02090604020004020304" pitchFamily="18" charset="77"/>
              </a:rPr>
              <a:t>the place where</a:t>
            </a:r>
            <a:r>
              <a:rPr lang="vi-VN" sz="5000" b="1">
                <a:latin typeface="American Typewriter" panose="02090604020004020304" pitchFamily="18" charset="77"/>
              </a:rPr>
              <a:t> </a:t>
            </a:r>
            <a:r>
              <a:rPr lang="vi-VN" sz="5000" b="1">
                <a:solidFill>
                  <a:schemeClr val="accent6"/>
                </a:solidFill>
                <a:latin typeface="American Typewriter" panose="02090604020004020304" pitchFamily="18" charset="77"/>
              </a:rPr>
              <a:t>I took a VSTEP course</a:t>
            </a:r>
            <a:r>
              <a:rPr lang="vi-VN" sz="5000" b="1">
                <a:latin typeface="American Typewriter" panose="02090604020004020304" pitchFamily="18" charset="77"/>
              </a:rPr>
              <a:t> </a:t>
            </a:r>
            <a:r>
              <a:rPr lang="vi-VN" sz="5000" b="1">
                <a:solidFill>
                  <a:srgbClr val="7030A0"/>
                </a:solidFill>
                <a:latin typeface="American Typewriter" panose="02090604020004020304" pitchFamily="18" charset="77"/>
              </a:rPr>
              <a:t>last year</a:t>
            </a:r>
            <a:r>
              <a:rPr lang="vi-VN" sz="5000" b="1">
                <a:latin typeface="American Typewriter" panose="02090604020004020304" pitchFamily="18" charset="77"/>
              </a:rPr>
              <a:t>.</a:t>
            </a:r>
          </a:p>
        </p:txBody>
      </p:sp>
    </p:spTree>
    <p:extLst>
      <p:ext uri="{BB962C8B-B14F-4D97-AF65-F5344CB8AC3E}">
        <p14:creationId xmlns:p14="http://schemas.microsoft.com/office/powerpoint/2010/main" val="1793034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48BBC-3F57-3FC4-1546-DB872BD17EE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71F358F-09BF-219C-9B9B-B3905082C154}"/>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endParaRPr lang="en-VN"/>
          </a:p>
        </p:txBody>
      </p:sp>
      <p:sp>
        <p:nvSpPr>
          <p:cNvPr id="3" name="Freeform 3">
            <a:extLst>
              <a:ext uri="{FF2B5EF4-FFF2-40B4-BE49-F238E27FC236}">
                <a16:creationId xmlns:a16="http://schemas.microsoft.com/office/drawing/2014/main" id="{BA3F9179-37E9-F420-58A3-3ACEC10F4127}"/>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endParaRPr lang="en-VN"/>
          </a:p>
        </p:txBody>
      </p:sp>
      <p:sp>
        <p:nvSpPr>
          <p:cNvPr id="4" name="Freeform 4">
            <a:extLst>
              <a:ext uri="{FF2B5EF4-FFF2-40B4-BE49-F238E27FC236}">
                <a16:creationId xmlns:a16="http://schemas.microsoft.com/office/drawing/2014/main" id="{FE556821-31F2-44C3-2F7C-22DB06B1CCBB}"/>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endParaRPr lang="en-VN"/>
          </a:p>
        </p:txBody>
      </p:sp>
      <p:grpSp>
        <p:nvGrpSpPr>
          <p:cNvPr id="5" name="Group 5">
            <a:extLst>
              <a:ext uri="{FF2B5EF4-FFF2-40B4-BE49-F238E27FC236}">
                <a16:creationId xmlns:a16="http://schemas.microsoft.com/office/drawing/2014/main" id="{22718D34-D9A4-5E2D-D661-BA241032DB17}"/>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6258A5FA-C1F4-F8FD-C940-C9FDD7CC15D7}"/>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endParaRPr lang="en-VN"/>
            </a:p>
          </p:txBody>
        </p:sp>
        <p:sp>
          <p:nvSpPr>
            <p:cNvPr id="7" name="TextBox 7">
              <a:extLst>
                <a:ext uri="{FF2B5EF4-FFF2-40B4-BE49-F238E27FC236}">
                  <a16:creationId xmlns:a16="http://schemas.microsoft.com/office/drawing/2014/main" id="{5CCBC276-39DC-3FDE-72B1-199ACA4E027E}"/>
                </a:ext>
              </a:extLst>
            </p:cNvPr>
            <p:cNvSpPr txBox="1"/>
            <p:nvPr/>
          </p:nvSpPr>
          <p:spPr>
            <a:xfrm>
              <a:off x="0" y="-47625"/>
              <a:ext cx="5454346" cy="2751565"/>
            </a:xfrm>
            <a:prstGeom prst="rect">
              <a:avLst/>
            </a:prstGeom>
          </p:spPr>
          <p:txBody>
            <a:bodyPr lIns="49849" tIns="49849" rIns="49849" bIns="49849" rtlCol="0" anchor="ctr"/>
            <a:lstStyle/>
            <a:p>
              <a:pPr algn="ctr">
                <a:lnSpc>
                  <a:spcPts val="2659"/>
                </a:lnSpc>
              </a:pPr>
              <a:endParaRPr/>
            </a:p>
          </p:txBody>
        </p:sp>
      </p:grpSp>
      <p:grpSp>
        <p:nvGrpSpPr>
          <p:cNvPr id="8" name="Group 8">
            <a:extLst>
              <a:ext uri="{FF2B5EF4-FFF2-40B4-BE49-F238E27FC236}">
                <a16:creationId xmlns:a16="http://schemas.microsoft.com/office/drawing/2014/main" id="{32E9FB11-929B-5060-75B3-E588504DA2DD}"/>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4CC2A1E2-FDFD-96E1-1C13-89249FFCA099}"/>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endParaRPr lang="en-VN"/>
            </a:p>
          </p:txBody>
        </p:sp>
        <p:sp>
          <p:nvSpPr>
            <p:cNvPr id="10" name="TextBox 10">
              <a:extLst>
                <a:ext uri="{FF2B5EF4-FFF2-40B4-BE49-F238E27FC236}">
                  <a16:creationId xmlns:a16="http://schemas.microsoft.com/office/drawing/2014/main" id="{EA7FA0FF-708D-9B71-934D-0A938AD8C73D}"/>
                </a:ext>
              </a:extLst>
            </p:cNvPr>
            <p:cNvSpPr txBox="1"/>
            <p:nvPr/>
          </p:nvSpPr>
          <p:spPr>
            <a:xfrm>
              <a:off x="0" y="-47625"/>
              <a:ext cx="5429786" cy="2704410"/>
            </a:xfrm>
            <a:prstGeom prst="rect">
              <a:avLst/>
            </a:prstGeom>
          </p:spPr>
          <p:txBody>
            <a:bodyPr lIns="49849" tIns="49849" rIns="49849" bIns="49849" rtlCol="0" anchor="ctr"/>
            <a:lstStyle/>
            <a:p>
              <a:pPr algn="ctr">
                <a:lnSpc>
                  <a:spcPts val="2659"/>
                </a:lnSpc>
              </a:pPr>
              <a:endParaRPr/>
            </a:p>
          </p:txBody>
        </p:sp>
      </p:grpSp>
      <p:grpSp>
        <p:nvGrpSpPr>
          <p:cNvPr id="11" name="Group 11">
            <a:extLst>
              <a:ext uri="{FF2B5EF4-FFF2-40B4-BE49-F238E27FC236}">
                <a16:creationId xmlns:a16="http://schemas.microsoft.com/office/drawing/2014/main" id="{D0B50892-BD50-DF44-7136-264B13300784}"/>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C07422FF-E928-CA4F-3C2F-02AC6711D00A}"/>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endParaRPr lang="en-VN"/>
            </a:p>
          </p:txBody>
        </p:sp>
        <p:sp>
          <p:nvSpPr>
            <p:cNvPr id="13" name="TextBox 13">
              <a:extLst>
                <a:ext uri="{FF2B5EF4-FFF2-40B4-BE49-F238E27FC236}">
                  <a16:creationId xmlns:a16="http://schemas.microsoft.com/office/drawing/2014/main" id="{04EE6300-DDB3-34DD-E143-6787004D49D4}"/>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4" name="Group 14">
            <a:extLst>
              <a:ext uri="{FF2B5EF4-FFF2-40B4-BE49-F238E27FC236}">
                <a16:creationId xmlns:a16="http://schemas.microsoft.com/office/drawing/2014/main" id="{2835AA30-AB04-D5B2-5EE2-AFB0468F66BA}"/>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0DE201E0-DE2D-42D6-33B2-348F135A710B}"/>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endParaRPr lang="en-VN"/>
            </a:p>
          </p:txBody>
        </p:sp>
        <p:sp>
          <p:nvSpPr>
            <p:cNvPr id="16" name="TextBox 16">
              <a:extLst>
                <a:ext uri="{FF2B5EF4-FFF2-40B4-BE49-F238E27FC236}">
                  <a16:creationId xmlns:a16="http://schemas.microsoft.com/office/drawing/2014/main" id="{4E9D58B6-AF1D-897E-EB8C-06007F78B330}"/>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7" name="Group 17">
            <a:extLst>
              <a:ext uri="{FF2B5EF4-FFF2-40B4-BE49-F238E27FC236}">
                <a16:creationId xmlns:a16="http://schemas.microsoft.com/office/drawing/2014/main" id="{E6E61254-84BC-61B8-CF38-B8317DB74AFC}"/>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43779362-4595-D2FC-4B36-EE894A92C014}"/>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endParaRPr lang="en-VN"/>
            </a:p>
          </p:txBody>
        </p:sp>
        <p:sp>
          <p:nvSpPr>
            <p:cNvPr id="19" name="TextBox 19">
              <a:extLst>
                <a:ext uri="{FF2B5EF4-FFF2-40B4-BE49-F238E27FC236}">
                  <a16:creationId xmlns:a16="http://schemas.microsoft.com/office/drawing/2014/main" id="{52C19AA7-7A60-A3C4-7CCA-DFDDDF631A0E}"/>
                </a:ext>
              </a:extLst>
            </p:cNvPr>
            <p:cNvSpPr txBox="1"/>
            <p:nvPr/>
          </p:nvSpPr>
          <p:spPr>
            <a:xfrm>
              <a:off x="0" y="-47625"/>
              <a:ext cx="3961731" cy="2448417"/>
            </a:xfrm>
            <a:prstGeom prst="rect">
              <a:avLst/>
            </a:prstGeom>
          </p:spPr>
          <p:txBody>
            <a:bodyPr lIns="49849" tIns="49849" rIns="49849" bIns="49849" rtlCol="0" anchor="ctr"/>
            <a:lstStyle/>
            <a:p>
              <a:pPr algn="ctr">
                <a:lnSpc>
                  <a:spcPts val="2659"/>
                </a:lnSpc>
              </a:pPr>
              <a:endParaRPr/>
            </a:p>
          </p:txBody>
        </p:sp>
      </p:grpSp>
      <p:sp>
        <p:nvSpPr>
          <p:cNvPr id="34" name="Freeform 34">
            <a:extLst>
              <a:ext uri="{FF2B5EF4-FFF2-40B4-BE49-F238E27FC236}">
                <a16:creationId xmlns:a16="http://schemas.microsoft.com/office/drawing/2014/main" id="{E962CF21-A058-504E-4C8D-D22B91EBD574}"/>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endParaRPr lang="en-VN"/>
          </a:p>
        </p:txBody>
      </p:sp>
      <p:grpSp>
        <p:nvGrpSpPr>
          <p:cNvPr id="35" name="Group 35">
            <a:extLst>
              <a:ext uri="{FF2B5EF4-FFF2-40B4-BE49-F238E27FC236}">
                <a16:creationId xmlns:a16="http://schemas.microsoft.com/office/drawing/2014/main" id="{4A42873A-B2DE-859B-86AD-EFDE47459982}"/>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06A3C70D-9482-06C5-5DB5-385F25203E45}"/>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E2EE0956-2E81-F27D-F4AE-0655B6F34BC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38" name="TextBox 38">
                <a:extLst>
                  <a:ext uri="{FF2B5EF4-FFF2-40B4-BE49-F238E27FC236}">
                    <a16:creationId xmlns:a16="http://schemas.microsoft.com/office/drawing/2014/main" id="{D1B02265-0901-6C6D-3D7D-BDC66742281C}"/>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2325B388-A75A-70BE-398D-F89E63909167}"/>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CED424D8-4A87-5AA6-015C-562688D93A4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1" name="TextBox 41">
                <a:extLst>
                  <a:ext uri="{FF2B5EF4-FFF2-40B4-BE49-F238E27FC236}">
                    <a16:creationId xmlns:a16="http://schemas.microsoft.com/office/drawing/2014/main" id="{EAF7480D-14D7-1F33-5BB0-187D27ECBA3D}"/>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3F599BE4-3E0B-140D-77EF-AD679CBC6667}"/>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380F23AC-A607-41E0-83A4-A81C8CC2716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4" name="TextBox 44">
                <a:extLst>
                  <a:ext uri="{FF2B5EF4-FFF2-40B4-BE49-F238E27FC236}">
                    <a16:creationId xmlns:a16="http://schemas.microsoft.com/office/drawing/2014/main" id="{32C858FC-3A93-8890-ADA2-46102AF4DE16}"/>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4E489673-7168-049A-E3BD-B2BB004A622C}"/>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98D63F2F-1244-0E33-CE71-35AE4521957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7" name="TextBox 47">
                <a:extLst>
                  <a:ext uri="{FF2B5EF4-FFF2-40B4-BE49-F238E27FC236}">
                    <a16:creationId xmlns:a16="http://schemas.microsoft.com/office/drawing/2014/main" id="{79123BB0-36E9-1F07-A470-A6D4AEEA5D8A}"/>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8" name="Group 48">
              <a:extLst>
                <a:ext uri="{FF2B5EF4-FFF2-40B4-BE49-F238E27FC236}">
                  <a16:creationId xmlns:a16="http://schemas.microsoft.com/office/drawing/2014/main" id="{5451BF93-49AC-C47A-AD96-1306EFF45B6B}"/>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29D9766E-4B0F-A667-5822-1C85598794E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0" name="TextBox 50">
                <a:extLst>
                  <a:ext uri="{FF2B5EF4-FFF2-40B4-BE49-F238E27FC236}">
                    <a16:creationId xmlns:a16="http://schemas.microsoft.com/office/drawing/2014/main" id="{75702662-8BF6-0CF4-F555-D17C0374A9FC}"/>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51" name="Freeform 51">
            <a:extLst>
              <a:ext uri="{FF2B5EF4-FFF2-40B4-BE49-F238E27FC236}">
                <a16:creationId xmlns:a16="http://schemas.microsoft.com/office/drawing/2014/main" id="{1DB1418E-CB2D-692A-DEA0-8B4C9FED20DC}"/>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endParaRPr lang="en-VN"/>
          </a:p>
        </p:txBody>
      </p:sp>
      <p:grpSp>
        <p:nvGrpSpPr>
          <p:cNvPr id="52" name="Group 52">
            <a:extLst>
              <a:ext uri="{FF2B5EF4-FFF2-40B4-BE49-F238E27FC236}">
                <a16:creationId xmlns:a16="http://schemas.microsoft.com/office/drawing/2014/main" id="{264DDFB4-1934-C95C-4B7C-AC42545421FE}"/>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7A5A4F1A-BC3E-E5B2-43B1-65CB7F4F9E21}"/>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7A6D144B-35E9-2286-3CC7-B8FC6CA414F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5" name="TextBox 55">
                <a:extLst>
                  <a:ext uri="{FF2B5EF4-FFF2-40B4-BE49-F238E27FC236}">
                    <a16:creationId xmlns:a16="http://schemas.microsoft.com/office/drawing/2014/main" id="{30A98E25-0171-0805-43C9-307B5706D20F}"/>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6" name="Group 56">
              <a:extLst>
                <a:ext uri="{FF2B5EF4-FFF2-40B4-BE49-F238E27FC236}">
                  <a16:creationId xmlns:a16="http://schemas.microsoft.com/office/drawing/2014/main" id="{EAA70A4D-B5A5-B928-6295-8C79CB5CDC20}"/>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EC5B8223-EF49-7826-C261-229AE8F6D4C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8" name="TextBox 58">
                <a:extLst>
                  <a:ext uri="{FF2B5EF4-FFF2-40B4-BE49-F238E27FC236}">
                    <a16:creationId xmlns:a16="http://schemas.microsoft.com/office/drawing/2014/main" id="{4A3527CF-C446-7146-9869-975A01F42ABC}"/>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9" name="Group 59">
              <a:extLst>
                <a:ext uri="{FF2B5EF4-FFF2-40B4-BE49-F238E27FC236}">
                  <a16:creationId xmlns:a16="http://schemas.microsoft.com/office/drawing/2014/main" id="{307C228F-A319-8E63-736E-6FC9445D377F}"/>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79240F5B-9C25-6ECD-443F-998B575CC68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1" name="TextBox 61">
                <a:extLst>
                  <a:ext uri="{FF2B5EF4-FFF2-40B4-BE49-F238E27FC236}">
                    <a16:creationId xmlns:a16="http://schemas.microsoft.com/office/drawing/2014/main" id="{5F19AF8F-4FF9-CDB1-5A64-870B5BB93002}"/>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2" name="Group 62">
              <a:extLst>
                <a:ext uri="{FF2B5EF4-FFF2-40B4-BE49-F238E27FC236}">
                  <a16:creationId xmlns:a16="http://schemas.microsoft.com/office/drawing/2014/main" id="{0D2BBB6A-D694-4B23-9D4A-93431AB87046}"/>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B4C8F4C8-763B-2A2C-F21A-B21E2FCA230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4" name="TextBox 64">
                <a:extLst>
                  <a:ext uri="{FF2B5EF4-FFF2-40B4-BE49-F238E27FC236}">
                    <a16:creationId xmlns:a16="http://schemas.microsoft.com/office/drawing/2014/main" id="{C6A3F688-46D0-87AD-50DC-AAE7AF324B59}"/>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5" name="Group 65">
              <a:extLst>
                <a:ext uri="{FF2B5EF4-FFF2-40B4-BE49-F238E27FC236}">
                  <a16:creationId xmlns:a16="http://schemas.microsoft.com/office/drawing/2014/main" id="{D548A971-36AB-C71A-2B99-65D2EBF66B5B}"/>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8A9BE10B-7B1C-724D-4E46-C26355A3F80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7" name="TextBox 67">
                <a:extLst>
                  <a:ext uri="{FF2B5EF4-FFF2-40B4-BE49-F238E27FC236}">
                    <a16:creationId xmlns:a16="http://schemas.microsoft.com/office/drawing/2014/main" id="{D9832DB0-9887-7A84-0219-94769D88EA89}"/>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grpSp>
        <p:nvGrpSpPr>
          <p:cNvPr id="68" name="Group 68">
            <a:extLst>
              <a:ext uri="{FF2B5EF4-FFF2-40B4-BE49-F238E27FC236}">
                <a16:creationId xmlns:a16="http://schemas.microsoft.com/office/drawing/2014/main" id="{BACE231E-71BD-1CDD-D298-CD6458CFA4D9}"/>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52326E9B-D74E-A157-5D58-B98F9D314974}"/>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EC698F8D-CAE6-7952-79C2-715E72ABAB4F}"/>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1" name="TextBox 71">
                <a:extLst>
                  <a:ext uri="{FF2B5EF4-FFF2-40B4-BE49-F238E27FC236}">
                    <a16:creationId xmlns:a16="http://schemas.microsoft.com/office/drawing/2014/main" id="{7ED938D9-BAA2-CAF0-F095-15B0D5B71A14}"/>
                  </a:ext>
                </a:extLst>
              </p:cNvPr>
              <p:cNvSpPr txBox="1"/>
              <p:nvPr/>
            </p:nvSpPr>
            <p:spPr>
              <a:xfrm>
                <a:off x="0" y="-47625"/>
                <a:ext cx="458420" cy="126378"/>
              </a:xfrm>
              <a:prstGeom prst="rect">
                <a:avLst/>
              </a:prstGeom>
            </p:spPr>
            <p:txBody>
              <a:bodyPr lIns="49849" tIns="49849" rIns="49849" bIns="49849" rtlCol="0" anchor="ctr"/>
              <a:lstStyle/>
              <a:p>
                <a:pPr algn="ctr">
                  <a:lnSpc>
                    <a:spcPts val="2659"/>
                  </a:lnSpc>
                </a:pPr>
                <a:endParaRPr/>
              </a:p>
            </p:txBody>
          </p:sp>
        </p:grpSp>
        <p:grpSp>
          <p:nvGrpSpPr>
            <p:cNvPr id="72" name="Group 72">
              <a:extLst>
                <a:ext uri="{FF2B5EF4-FFF2-40B4-BE49-F238E27FC236}">
                  <a16:creationId xmlns:a16="http://schemas.microsoft.com/office/drawing/2014/main" id="{5441523F-3AE3-15B9-69C4-221A03024975}"/>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8C0D7E77-3B67-306C-08D5-A708BFC356A0}"/>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4" name="TextBox 74">
                <a:extLst>
                  <a:ext uri="{FF2B5EF4-FFF2-40B4-BE49-F238E27FC236}">
                    <a16:creationId xmlns:a16="http://schemas.microsoft.com/office/drawing/2014/main" id="{E7BB9938-3CC3-23CB-E924-9636752FFD58}"/>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5" name="Group 75">
              <a:extLst>
                <a:ext uri="{FF2B5EF4-FFF2-40B4-BE49-F238E27FC236}">
                  <a16:creationId xmlns:a16="http://schemas.microsoft.com/office/drawing/2014/main" id="{114F661C-1F3B-4F49-B2E4-B7951DEA2F21}"/>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FF5ECA97-6082-45D4-1FA1-3ACA8E49FEE4}"/>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7" name="TextBox 77">
                <a:extLst>
                  <a:ext uri="{FF2B5EF4-FFF2-40B4-BE49-F238E27FC236}">
                    <a16:creationId xmlns:a16="http://schemas.microsoft.com/office/drawing/2014/main" id="{616C51D0-E884-C789-6588-EA6AE286CB57}"/>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8" name="Group 78">
              <a:extLst>
                <a:ext uri="{FF2B5EF4-FFF2-40B4-BE49-F238E27FC236}">
                  <a16:creationId xmlns:a16="http://schemas.microsoft.com/office/drawing/2014/main" id="{0BAAC682-32A0-91ED-F3A3-5D1905BC3D0A}"/>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99DB5620-4103-1698-0008-663117EF9E8B}"/>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0" name="TextBox 80">
                <a:extLst>
                  <a:ext uri="{FF2B5EF4-FFF2-40B4-BE49-F238E27FC236}">
                    <a16:creationId xmlns:a16="http://schemas.microsoft.com/office/drawing/2014/main" id="{FFDB48CF-9AE4-EF3C-1BC8-C3A283C10BB7}"/>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81" name="Group 81">
              <a:extLst>
                <a:ext uri="{FF2B5EF4-FFF2-40B4-BE49-F238E27FC236}">
                  <a16:creationId xmlns:a16="http://schemas.microsoft.com/office/drawing/2014/main" id="{803C39F7-B7FC-8A46-5BA9-593C25C4E119}"/>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2E454A6F-DF34-0850-1C06-4B5A5751CD79}"/>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3" name="TextBox 83">
                <a:extLst>
                  <a:ext uri="{FF2B5EF4-FFF2-40B4-BE49-F238E27FC236}">
                    <a16:creationId xmlns:a16="http://schemas.microsoft.com/office/drawing/2014/main" id="{E87D30C6-8AB4-C0AA-6AED-7D60A0D8F169}"/>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sp>
        <p:nvSpPr>
          <p:cNvPr id="84" name="Freeform 84">
            <a:extLst>
              <a:ext uri="{FF2B5EF4-FFF2-40B4-BE49-F238E27FC236}">
                <a16:creationId xmlns:a16="http://schemas.microsoft.com/office/drawing/2014/main" id="{E3BAA4A3-8AFD-29B9-38F4-C7966C37F16C}"/>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98" name="TextBox 97">
            <a:extLst>
              <a:ext uri="{FF2B5EF4-FFF2-40B4-BE49-F238E27FC236}">
                <a16:creationId xmlns:a16="http://schemas.microsoft.com/office/drawing/2014/main" id="{DC890D8E-D435-B086-61A3-78EE87D384BF}"/>
              </a:ext>
            </a:extLst>
          </p:cNvPr>
          <p:cNvSpPr txBox="1"/>
          <p:nvPr/>
        </p:nvSpPr>
        <p:spPr>
          <a:xfrm>
            <a:off x="1670655" y="1434092"/>
            <a:ext cx="15727454" cy="7513467"/>
          </a:xfrm>
          <a:prstGeom prst="rect">
            <a:avLst/>
          </a:prstGeom>
          <a:noFill/>
        </p:spPr>
        <p:txBody>
          <a:bodyPr wrap="square">
            <a:spAutoFit/>
          </a:bodyPr>
          <a:lstStyle/>
          <a:p>
            <a:pPr algn="just">
              <a:lnSpc>
                <a:spcPct val="150000"/>
              </a:lnSpc>
              <a:spcBef>
                <a:spcPts val="600"/>
              </a:spcBef>
              <a:spcAft>
                <a:spcPts val="600"/>
              </a:spcAft>
            </a:pPr>
            <a:r>
              <a:rPr lang="vi-VN" sz="5000" b="1">
                <a:latin typeface="American Typewriter" panose="02090604020004020304" pitchFamily="18" charset="77"/>
              </a:rPr>
              <a:t>✍️ Bài tập áp dụng: </a:t>
            </a:r>
            <a:r>
              <a:rPr lang="vi-VN" sz="5000" i="1">
                <a:latin typeface="American Typewriter" panose="02090604020004020304" pitchFamily="18" charset="77"/>
              </a:rPr>
              <a:t>Chuyển những câu sau đây sang tiếng Anh. Chú ý cách dùng thì.</a:t>
            </a:r>
            <a:endParaRPr lang="vi-VN" sz="5000">
              <a:latin typeface="American Typewriter" panose="02090604020004020304" pitchFamily="18" charset="77"/>
            </a:endParaRPr>
          </a:p>
          <a:p>
            <a:pPr algn="just">
              <a:lnSpc>
                <a:spcPct val="150000"/>
              </a:lnSpc>
              <a:spcBef>
                <a:spcPts val="600"/>
              </a:spcBef>
              <a:spcAft>
                <a:spcPts val="600"/>
              </a:spcAft>
            </a:pPr>
            <a:r>
              <a:rPr lang="vi-VN" sz="5000" b="1">
                <a:latin typeface="American Typewriter" panose="02090604020004020304" pitchFamily="18" charset="77"/>
              </a:rPr>
              <a:t>3. </a:t>
            </a:r>
            <a:r>
              <a:rPr lang="vi-VN" sz="5000" b="1">
                <a:solidFill>
                  <a:srgbClr val="00B0F0"/>
                </a:solidFill>
                <a:latin typeface="American Typewriter" panose="02090604020004020304" pitchFamily="18" charset="77"/>
              </a:rPr>
              <a:t>Tôi nghĩ </a:t>
            </a:r>
            <a:r>
              <a:rPr lang="vi-VN" sz="5000" b="1">
                <a:solidFill>
                  <a:schemeClr val="accent4"/>
                </a:solidFill>
                <a:latin typeface="American Typewriter" panose="02090604020004020304" pitchFamily="18" charset="77"/>
              </a:rPr>
              <a:t>viết một lá thư </a:t>
            </a:r>
            <a:r>
              <a:rPr lang="vi-VN" sz="5000" b="1">
                <a:solidFill>
                  <a:schemeClr val="accent6"/>
                </a:solidFill>
                <a:latin typeface="American Typewriter" panose="02090604020004020304" pitchFamily="18" charset="77"/>
              </a:rPr>
              <a:t>không</a:t>
            </a:r>
            <a:r>
              <a:rPr lang="vi-VN" sz="5000" b="1">
                <a:latin typeface="American Typewriter" panose="02090604020004020304" pitchFamily="18" charset="77"/>
              </a:rPr>
              <a:t> </a:t>
            </a:r>
            <a:r>
              <a:rPr lang="vi-VN" sz="5000" b="1">
                <a:solidFill>
                  <a:schemeClr val="accent3"/>
                </a:solidFill>
                <a:latin typeface="American Typewriter" panose="02090604020004020304" pitchFamily="18" charset="77"/>
              </a:rPr>
              <a:t>quá khó</a:t>
            </a:r>
            <a:r>
              <a:rPr lang="vi-VN" sz="5000" b="1">
                <a:latin typeface="American Typewriter" panose="02090604020004020304" pitchFamily="18" charset="77"/>
              </a:rPr>
              <a:t>.</a:t>
            </a:r>
          </a:p>
          <a:p>
            <a:pPr algn="just">
              <a:lnSpc>
                <a:spcPct val="150000"/>
              </a:lnSpc>
              <a:spcBef>
                <a:spcPts val="600"/>
              </a:spcBef>
              <a:spcAft>
                <a:spcPts val="600"/>
              </a:spcAft>
            </a:pPr>
            <a:r>
              <a:rPr lang="vi-VN" sz="5000" b="1">
                <a:latin typeface="American Typewriter" panose="02090604020004020304" pitchFamily="18" charset="77"/>
              </a:rPr>
              <a:t>→ </a:t>
            </a:r>
            <a:r>
              <a:rPr lang="vi-VN" sz="5000" b="1">
                <a:solidFill>
                  <a:srgbClr val="00B0F0"/>
                </a:solidFill>
                <a:latin typeface="American Typewriter" panose="02090604020004020304" pitchFamily="18" charset="77"/>
              </a:rPr>
              <a:t>I think </a:t>
            </a:r>
            <a:r>
              <a:rPr lang="vi-VN" sz="5000" b="1">
                <a:solidFill>
                  <a:schemeClr val="accent4"/>
                </a:solidFill>
                <a:latin typeface="American Typewriter" panose="02090604020004020304" pitchFamily="18" charset="77"/>
              </a:rPr>
              <a:t>writing a letter </a:t>
            </a:r>
            <a:r>
              <a:rPr lang="vi-VN" sz="5000" b="1">
                <a:solidFill>
                  <a:schemeClr val="accent6"/>
                </a:solidFill>
                <a:latin typeface="American Typewriter" panose="02090604020004020304" pitchFamily="18" charset="77"/>
              </a:rPr>
              <a:t>is not </a:t>
            </a:r>
            <a:r>
              <a:rPr lang="vi-VN" sz="5000" b="1">
                <a:solidFill>
                  <a:schemeClr val="accent3"/>
                </a:solidFill>
                <a:latin typeface="American Typewriter" panose="02090604020004020304" pitchFamily="18" charset="77"/>
              </a:rPr>
              <a:t>too difficult</a:t>
            </a:r>
            <a:r>
              <a:rPr lang="vi-VN" sz="5000" b="1">
                <a:latin typeface="American Typewriter" panose="02090604020004020304" pitchFamily="18" charset="77"/>
              </a:rPr>
              <a:t>.</a:t>
            </a:r>
          </a:p>
          <a:p>
            <a:pPr algn="just">
              <a:lnSpc>
                <a:spcPct val="150000"/>
              </a:lnSpc>
              <a:spcBef>
                <a:spcPts val="600"/>
              </a:spcBef>
              <a:spcAft>
                <a:spcPts val="600"/>
              </a:spcAft>
            </a:pPr>
            <a:r>
              <a:rPr lang="vi-VN" sz="5000" b="1">
                <a:latin typeface="American Typewriter" panose="02090604020004020304" pitchFamily="18" charset="77"/>
              </a:rPr>
              <a:t>4. </a:t>
            </a:r>
            <a:r>
              <a:rPr lang="vi-VN" sz="5000" b="1">
                <a:solidFill>
                  <a:srgbClr val="00B0F0"/>
                </a:solidFill>
                <a:latin typeface="American Typewriter" panose="02090604020004020304" pitchFamily="18" charset="77"/>
              </a:rPr>
              <a:t>Chúng tôi </a:t>
            </a:r>
            <a:r>
              <a:rPr lang="vi-VN" sz="5000" b="1">
                <a:solidFill>
                  <a:schemeClr val="accent4"/>
                </a:solidFill>
                <a:latin typeface="American Typewriter" panose="02090604020004020304" pitchFamily="18" charset="77"/>
              </a:rPr>
              <a:t>đã là </a:t>
            </a:r>
            <a:r>
              <a:rPr lang="vi-VN" sz="5000" b="1">
                <a:solidFill>
                  <a:schemeClr val="accent3"/>
                </a:solidFill>
                <a:latin typeface="American Typewriter" panose="02090604020004020304" pitchFamily="18" charset="77"/>
              </a:rPr>
              <a:t>bạn thân </a:t>
            </a:r>
            <a:r>
              <a:rPr lang="vi-VN" sz="5000" b="1">
                <a:solidFill>
                  <a:srgbClr val="FFC000"/>
                </a:solidFill>
                <a:latin typeface="American Typewriter" panose="02090604020004020304" pitchFamily="18" charset="77"/>
              </a:rPr>
              <a:t>kể từ cấp 3</a:t>
            </a:r>
            <a:r>
              <a:rPr lang="vi-VN" sz="5000" b="1">
                <a:latin typeface="American Typewriter" panose="02090604020004020304" pitchFamily="18" charset="77"/>
              </a:rPr>
              <a:t>.</a:t>
            </a:r>
          </a:p>
          <a:p>
            <a:pPr algn="just">
              <a:lnSpc>
                <a:spcPct val="150000"/>
              </a:lnSpc>
              <a:spcBef>
                <a:spcPts val="600"/>
              </a:spcBef>
              <a:spcAft>
                <a:spcPts val="600"/>
              </a:spcAft>
            </a:pPr>
            <a:r>
              <a:rPr lang="vi-VN" sz="5000" b="1">
                <a:latin typeface="American Typewriter" panose="02090604020004020304" pitchFamily="18" charset="77"/>
              </a:rPr>
              <a:t>→ </a:t>
            </a:r>
            <a:r>
              <a:rPr lang="vi-VN" sz="5000" b="1">
                <a:solidFill>
                  <a:srgbClr val="00B0F0"/>
                </a:solidFill>
                <a:latin typeface="American Typewriter" panose="02090604020004020304" pitchFamily="18" charset="77"/>
              </a:rPr>
              <a:t>We </a:t>
            </a:r>
            <a:r>
              <a:rPr lang="vi-VN" sz="5000" b="1">
                <a:solidFill>
                  <a:schemeClr val="accent4"/>
                </a:solidFill>
                <a:latin typeface="American Typewriter" panose="02090604020004020304" pitchFamily="18" charset="77"/>
              </a:rPr>
              <a:t>have been </a:t>
            </a:r>
            <a:r>
              <a:rPr lang="vi-VN" sz="5000" b="1">
                <a:solidFill>
                  <a:schemeClr val="accent3"/>
                </a:solidFill>
                <a:latin typeface="American Typewriter" panose="02090604020004020304" pitchFamily="18" charset="77"/>
              </a:rPr>
              <a:t>close friends </a:t>
            </a:r>
            <a:r>
              <a:rPr lang="vi-VN" sz="5000" b="1">
                <a:solidFill>
                  <a:srgbClr val="FFC000"/>
                </a:solidFill>
                <a:latin typeface="American Typewriter" panose="02090604020004020304" pitchFamily="18" charset="77"/>
              </a:rPr>
              <a:t>since high school</a:t>
            </a:r>
            <a:r>
              <a:rPr lang="vi-VN" sz="5000" b="1">
                <a:latin typeface="American Typewriter" panose="02090604020004020304" pitchFamily="18" charset="77"/>
              </a:rPr>
              <a:t>.</a:t>
            </a:r>
          </a:p>
        </p:txBody>
      </p:sp>
    </p:spTree>
    <p:extLst>
      <p:ext uri="{BB962C8B-B14F-4D97-AF65-F5344CB8AC3E}">
        <p14:creationId xmlns:p14="http://schemas.microsoft.com/office/powerpoint/2010/main" val="2053373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8">
                                            <p:txEl>
                                              <p:pRg st="4" end="4"/>
                                            </p:txEl>
                                          </p:spTgt>
                                        </p:tgtEl>
                                        <p:attrNameLst>
                                          <p:attrName>style.visibility</p:attrName>
                                        </p:attrNameLst>
                                      </p:cBhvr>
                                      <p:to>
                                        <p:strVal val="visible"/>
                                      </p:to>
                                    </p:set>
                                    <p:anim calcmode="lin" valueType="num">
                                      <p:cBhvr additive="base">
                                        <p:cTn id="31" dur="500" fill="hold"/>
                                        <p:tgtEl>
                                          <p:spTgt spid="9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8">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14FA2-1DD9-1D9D-F764-3229B339814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CB363A6-4032-4F05-334D-049679BD039D}"/>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endParaRPr lang="en-VN"/>
          </a:p>
        </p:txBody>
      </p:sp>
      <p:sp>
        <p:nvSpPr>
          <p:cNvPr id="3" name="Freeform 3">
            <a:extLst>
              <a:ext uri="{FF2B5EF4-FFF2-40B4-BE49-F238E27FC236}">
                <a16:creationId xmlns:a16="http://schemas.microsoft.com/office/drawing/2014/main" id="{147F1CB4-8F6B-980A-44C4-75B907E8052D}"/>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endParaRPr lang="en-VN"/>
          </a:p>
        </p:txBody>
      </p:sp>
      <p:sp>
        <p:nvSpPr>
          <p:cNvPr id="4" name="Freeform 4">
            <a:extLst>
              <a:ext uri="{FF2B5EF4-FFF2-40B4-BE49-F238E27FC236}">
                <a16:creationId xmlns:a16="http://schemas.microsoft.com/office/drawing/2014/main" id="{FF737646-DC5B-0AD0-C132-A32E0CB32C6A}"/>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endParaRPr lang="en-VN"/>
          </a:p>
        </p:txBody>
      </p:sp>
      <p:grpSp>
        <p:nvGrpSpPr>
          <p:cNvPr id="5" name="Group 5">
            <a:extLst>
              <a:ext uri="{FF2B5EF4-FFF2-40B4-BE49-F238E27FC236}">
                <a16:creationId xmlns:a16="http://schemas.microsoft.com/office/drawing/2014/main" id="{9304DB85-3CA9-8B7F-8AA6-2C0FDCEE53BC}"/>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0A28E937-8893-B2DF-0F04-48AF4A8C7C6E}"/>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endParaRPr lang="en-VN"/>
            </a:p>
          </p:txBody>
        </p:sp>
        <p:sp>
          <p:nvSpPr>
            <p:cNvPr id="7" name="TextBox 7">
              <a:extLst>
                <a:ext uri="{FF2B5EF4-FFF2-40B4-BE49-F238E27FC236}">
                  <a16:creationId xmlns:a16="http://schemas.microsoft.com/office/drawing/2014/main" id="{DFF1BE27-7C72-DCCF-B449-E70C766BC166}"/>
                </a:ext>
              </a:extLst>
            </p:cNvPr>
            <p:cNvSpPr txBox="1"/>
            <p:nvPr/>
          </p:nvSpPr>
          <p:spPr>
            <a:xfrm>
              <a:off x="0" y="-47625"/>
              <a:ext cx="5454346" cy="2751565"/>
            </a:xfrm>
            <a:prstGeom prst="rect">
              <a:avLst/>
            </a:prstGeom>
          </p:spPr>
          <p:txBody>
            <a:bodyPr lIns="49849" tIns="49849" rIns="49849" bIns="49849" rtlCol="0" anchor="ctr"/>
            <a:lstStyle/>
            <a:p>
              <a:pPr algn="ctr">
                <a:lnSpc>
                  <a:spcPts val="2659"/>
                </a:lnSpc>
              </a:pPr>
              <a:endParaRPr/>
            </a:p>
          </p:txBody>
        </p:sp>
      </p:grpSp>
      <p:grpSp>
        <p:nvGrpSpPr>
          <p:cNvPr id="8" name="Group 8">
            <a:extLst>
              <a:ext uri="{FF2B5EF4-FFF2-40B4-BE49-F238E27FC236}">
                <a16:creationId xmlns:a16="http://schemas.microsoft.com/office/drawing/2014/main" id="{E125776F-577B-B8FE-CE88-9AEED0CC8240}"/>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8E569C59-47D5-EE19-A79C-272100F52465}"/>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endParaRPr lang="en-VN"/>
            </a:p>
          </p:txBody>
        </p:sp>
        <p:sp>
          <p:nvSpPr>
            <p:cNvPr id="10" name="TextBox 10">
              <a:extLst>
                <a:ext uri="{FF2B5EF4-FFF2-40B4-BE49-F238E27FC236}">
                  <a16:creationId xmlns:a16="http://schemas.microsoft.com/office/drawing/2014/main" id="{E88818B1-83FF-8844-DC9D-83AAFB93BE64}"/>
                </a:ext>
              </a:extLst>
            </p:cNvPr>
            <p:cNvSpPr txBox="1"/>
            <p:nvPr/>
          </p:nvSpPr>
          <p:spPr>
            <a:xfrm>
              <a:off x="0" y="-47625"/>
              <a:ext cx="5429786" cy="2704410"/>
            </a:xfrm>
            <a:prstGeom prst="rect">
              <a:avLst/>
            </a:prstGeom>
          </p:spPr>
          <p:txBody>
            <a:bodyPr lIns="49849" tIns="49849" rIns="49849" bIns="49849" rtlCol="0" anchor="ctr"/>
            <a:lstStyle/>
            <a:p>
              <a:pPr algn="ctr">
                <a:lnSpc>
                  <a:spcPts val="2659"/>
                </a:lnSpc>
              </a:pPr>
              <a:endParaRPr/>
            </a:p>
          </p:txBody>
        </p:sp>
      </p:grpSp>
      <p:grpSp>
        <p:nvGrpSpPr>
          <p:cNvPr id="11" name="Group 11">
            <a:extLst>
              <a:ext uri="{FF2B5EF4-FFF2-40B4-BE49-F238E27FC236}">
                <a16:creationId xmlns:a16="http://schemas.microsoft.com/office/drawing/2014/main" id="{42D01A8E-DDA1-A76E-BB6C-FA642A715C84}"/>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493732B2-7558-25B1-AD6A-9D17E2B99EFF}"/>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endParaRPr lang="en-VN"/>
            </a:p>
          </p:txBody>
        </p:sp>
        <p:sp>
          <p:nvSpPr>
            <p:cNvPr id="13" name="TextBox 13">
              <a:extLst>
                <a:ext uri="{FF2B5EF4-FFF2-40B4-BE49-F238E27FC236}">
                  <a16:creationId xmlns:a16="http://schemas.microsoft.com/office/drawing/2014/main" id="{C2868CD7-2130-4E37-3838-824352603CF6}"/>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4" name="Group 14">
            <a:extLst>
              <a:ext uri="{FF2B5EF4-FFF2-40B4-BE49-F238E27FC236}">
                <a16:creationId xmlns:a16="http://schemas.microsoft.com/office/drawing/2014/main" id="{4354C42A-F1B0-0602-DC9A-88A98D745F59}"/>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1A2390DB-1E86-53CE-1099-B8EEB5E676CA}"/>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endParaRPr lang="en-VN"/>
            </a:p>
          </p:txBody>
        </p:sp>
        <p:sp>
          <p:nvSpPr>
            <p:cNvPr id="16" name="TextBox 16">
              <a:extLst>
                <a:ext uri="{FF2B5EF4-FFF2-40B4-BE49-F238E27FC236}">
                  <a16:creationId xmlns:a16="http://schemas.microsoft.com/office/drawing/2014/main" id="{8EC843A6-ACF6-6EA9-BD27-DDC43B4D73C7}"/>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7" name="Group 17">
            <a:extLst>
              <a:ext uri="{FF2B5EF4-FFF2-40B4-BE49-F238E27FC236}">
                <a16:creationId xmlns:a16="http://schemas.microsoft.com/office/drawing/2014/main" id="{33962013-8E84-8587-ABE6-16AC3F9683B0}"/>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6A95E10A-AC94-0B4D-34F1-730BC8AAE582}"/>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endParaRPr lang="en-VN"/>
            </a:p>
          </p:txBody>
        </p:sp>
        <p:sp>
          <p:nvSpPr>
            <p:cNvPr id="19" name="TextBox 19">
              <a:extLst>
                <a:ext uri="{FF2B5EF4-FFF2-40B4-BE49-F238E27FC236}">
                  <a16:creationId xmlns:a16="http://schemas.microsoft.com/office/drawing/2014/main" id="{213623EA-626B-04A2-B1BE-D404B217D15F}"/>
                </a:ext>
              </a:extLst>
            </p:cNvPr>
            <p:cNvSpPr txBox="1"/>
            <p:nvPr/>
          </p:nvSpPr>
          <p:spPr>
            <a:xfrm>
              <a:off x="0" y="-47625"/>
              <a:ext cx="3961731" cy="2448417"/>
            </a:xfrm>
            <a:prstGeom prst="rect">
              <a:avLst/>
            </a:prstGeom>
          </p:spPr>
          <p:txBody>
            <a:bodyPr lIns="49849" tIns="49849" rIns="49849" bIns="49849" rtlCol="0" anchor="ctr"/>
            <a:lstStyle/>
            <a:p>
              <a:pPr algn="ctr">
                <a:lnSpc>
                  <a:spcPts val="2659"/>
                </a:lnSpc>
              </a:pPr>
              <a:endParaRPr/>
            </a:p>
          </p:txBody>
        </p:sp>
      </p:grpSp>
      <p:sp>
        <p:nvSpPr>
          <p:cNvPr id="34" name="Freeform 34">
            <a:extLst>
              <a:ext uri="{FF2B5EF4-FFF2-40B4-BE49-F238E27FC236}">
                <a16:creationId xmlns:a16="http://schemas.microsoft.com/office/drawing/2014/main" id="{325FA024-1E0D-6274-B183-3C62F2398D32}"/>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endParaRPr lang="en-VN"/>
          </a:p>
        </p:txBody>
      </p:sp>
      <p:grpSp>
        <p:nvGrpSpPr>
          <p:cNvPr id="35" name="Group 35">
            <a:extLst>
              <a:ext uri="{FF2B5EF4-FFF2-40B4-BE49-F238E27FC236}">
                <a16:creationId xmlns:a16="http://schemas.microsoft.com/office/drawing/2014/main" id="{2147CACE-7042-7B7E-2DE0-549369540C1A}"/>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EBE02DFD-F245-6044-14DA-07617EB74D37}"/>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21C91F9F-943E-BFC2-90C0-F9B34D60CE7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38" name="TextBox 38">
                <a:extLst>
                  <a:ext uri="{FF2B5EF4-FFF2-40B4-BE49-F238E27FC236}">
                    <a16:creationId xmlns:a16="http://schemas.microsoft.com/office/drawing/2014/main" id="{62AC82F9-1ADF-95B3-0EE8-D1239FB200AB}"/>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F87ADD31-E1DD-C899-BF57-677947F072FB}"/>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3EF5D944-9B46-94BC-E193-9845C283B70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1" name="TextBox 41">
                <a:extLst>
                  <a:ext uri="{FF2B5EF4-FFF2-40B4-BE49-F238E27FC236}">
                    <a16:creationId xmlns:a16="http://schemas.microsoft.com/office/drawing/2014/main" id="{C4A66AD9-9E32-6BA2-52E2-80C75D18900B}"/>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6C56D6DD-4252-6ECD-5F55-F31AB90A72D4}"/>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64139D3C-0D3A-B0E9-7533-2A0D1CDAAA8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4" name="TextBox 44">
                <a:extLst>
                  <a:ext uri="{FF2B5EF4-FFF2-40B4-BE49-F238E27FC236}">
                    <a16:creationId xmlns:a16="http://schemas.microsoft.com/office/drawing/2014/main" id="{E205D4AD-9F4D-2413-23FA-D340E3A91DE8}"/>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97D05A0E-9FC7-B5E5-F6ED-189045F02740}"/>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5BB1E89D-9B92-BAD5-334C-9475301CD61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7" name="TextBox 47">
                <a:extLst>
                  <a:ext uri="{FF2B5EF4-FFF2-40B4-BE49-F238E27FC236}">
                    <a16:creationId xmlns:a16="http://schemas.microsoft.com/office/drawing/2014/main" id="{D7C239FE-75F2-3F67-666C-607A9EE3195A}"/>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8" name="Group 48">
              <a:extLst>
                <a:ext uri="{FF2B5EF4-FFF2-40B4-BE49-F238E27FC236}">
                  <a16:creationId xmlns:a16="http://schemas.microsoft.com/office/drawing/2014/main" id="{D2956506-DBEE-4E80-D572-6E860A79A64E}"/>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2224EED5-138E-94E7-B27F-63E9D5147C9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0" name="TextBox 50">
                <a:extLst>
                  <a:ext uri="{FF2B5EF4-FFF2-40B4-BE49-F238E27FC236}">
                    <a16:creationId xmlns:a16="http://schemas.microsoft.com/office/drawing/2014/main" id="{509872BB-B0DD-1A8A-029D-9C01A9C75E6B}"/>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51" name="Freeform 51">
            <a:extLst>
              <a:ext uri="{FF2B5EF4-FFF2-40B4-BE49-F238E27FC236}">
                <a16:creationId xmlns:a16="http://schemas.microsoft.com/office/drawing/2014/main" id="{00EFEEBF-CF4C-147B-8EC2-6D43432E3D2C}"/>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endParaRPr lang="en-VN"/>
          </a:p>
        </p:txBody>
      </p:sp>
      <p:grpSp>
        <p:nvGrpSpPr>
          <p:cNvPr id="52" name="Group 52">
            <a:extLst>
              <a:ext uri="{FF2B5EF4-FFF2-40B4-BE49-F238E27FC236}">
                <a16:creationId xmlns:a16="http://schemas.microsoft.com/office/drawing/2014/main" id="{6BA76535-1F3B-7A0F-A7FD-EA112BAEEE71}"/>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4F8E430E-7B8B-347F-0B72-F8D3DE60B7FB}"/>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719B7541-A77A-2D82-FE66-C78E6592D66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5" name="TextBox 55">
                <a:extLst>
                  <a:ext uri="{FF2B5EF4-FFF2-40B4-BE49-F238E27FC236}">
                    <a16:creationId xmlns:a16="http://schemas.microsoft.com/office/drawing/2014/main" id="{6BC147E7-73E4-28D8-F647-54EFF2B8B139}"/>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6" name="Group 56">
              <a:extLst>
                <a:ext uri="{FF2B5EF4-FFF2-40B4-BE49-F238E27FC236}">
                  <a16:creationId xmlns:a16="http://schemas.microsoft.com/office/drawing/2014/main" id="{D2C25862-8FD9-DE4D-99BF-421729E9DD6E}"/>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BD45036D-84D3-33E1-4F61-61BC3699652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8" name="TextBox 58">
                <a:extLst>
                  <a:ext uri="{FF2B5EF4-FFF2-40B4-BE49-F238E27FC236}">
                    <a16:creationId xmlns:a16="http://schemas.microsoft.com/office/drawing/2014/main" id="{E424E99E-A281-68BE-4F6F-F375D237F791}"/>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9" name="Group 59">
              <a:extLst>
                <a:ext uri="{FF2B5EF4-FFF2-40B4-BE49-F238E27FC236}">
                  <a16:creationId xmlns:a16="http://schemas.microsoft.com/office/drawing/2014/main" id="{4C198ECF-6988-9C4B-79A0-8025F1E34CD2}"/>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84DF93C9-B071-B384-BB16-46C8320D81E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1" name="TextBox 61">
                <a:extLst>
                  <a:ext uri="{FF2B5EF4-FFF2-40B4-BE49-F238E27FC236}">
                    <a16:creationId xmlns:a16="http://schemas.microsoft.com/office/drawing/2014/main" id="{EBAC6B97-5569-6B7A-888D-EAC78FBBA822}"/>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2" name="Group 62">
              <a:extLst>
                <a:ext uri="{FF2B5EF4-FFF2-40B4-BE49-F238E27FC236}">
                  <a16:creationId xmlns:a16="http://schemas.microsoft.com/office/drawing/2014/main" id="{FDFE2FB3-B738-8BE4-E1F2-6FCC585240E3}"/>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22A87769-212E-F859-2333-9B97C4DF884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4" name="TextBox 64">
                <a:extLst>
                  <a:ext uri="{FF2B5EF4-FFF2-40B4-BE49-F238E27FC236}">
                    <a16:creationId xmlns:a16="http://schemas.microsoft.com/office/drawing/2014/main" id="{EC63C1B4-81F2-67F4-37FC-B6A1EFC3D8A9}"/>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5" name="Group 65">
              <a:extLst>
                <a:ext uri="{FF2B5EF4-FFF2-40B4-BE49-F238E27FC236}">
                  <a16:creationId xmlns:a16="http://schemas.microsoft.com/office/drawing/2014/main" id="{A367F63C-893F-7B79-C9BD-FF99992269C5}"/>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EDE0C914-F573-8CBB-E5BC-843220E6F0A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7" name="TextBox 67">
                <a:extLst>
                  <a:ext uri="{FF2B5EF4-FFF2-40B4-BE49-F238E27FC236}">
                    <a16:creationId xmlns:a16="http://schemas.microsoft.com/office/drawing/2014/main" id="{8EA1F515-C5EA-5D2D-A628-97685343E0E3}"/>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grpSp>
        <p:nvGrpSpPr>
          <p:cNvPr id="68" name="Group 68">
            <a:extLst>
              <a:ext uri="{FF2B5EF4-FFF2-40B4-BE49-F238E27FC236}">
                <a16:creationId xmlns:a16="http://schemas.microsoft.com/office/drawing/2014/main" id="{AAADE64D-27BC-219F-EB5C-EF830DD430BA}"/>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057502B8-2180-CCFD-2E0E-35327BECAA88}"/>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1B31FB63-D1F7-F7D2-3300-56BE079F6353}"/>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1" name="TextBox 71">
                <a:extLst>
                  <a:ext uri="{FF2B5EF4-FFF2-40B4-BE49-F238E27FC236}">
                    <a16:creationId xmlns:a16="http://schemas.microsoft.com/office/drawing/2014/main" id="{C589968F-001E-0D9E-9CC5-3105E812B705}"/>
                  </a:ext>
                </a:extLst>
              </p:cNvPr>
              <p:cNvSpPr txBox="1"/>
              <p:nvPr/>
            </p:nvSpPr>
            <p:spPr>
              <a:xfrm>
                <a:off x="0" y="-47625"/>
                <a:ext cx="458420" cy="126378"/>
              </a:xfrm>
              <a:prstGeom prst="rect">
                <a:avLst/>
              </a:prstGeom>
            </p:spPr>
            <p:txBody>
              <a:bodyPr lIns="49849" tIns="49849" rIns="49849" bIns="49849" rtlCol="0" anchor="ctr"/>
              <a:lstStyle/>
              <a:p>
                <a:pPr algn="ctr">
                  <a:lnSpc>
                    <a:spcPts val="2659"/>
                  </a:lnSpc>
                </a:pPr>
                <a:endParaRPr/>
              </a:p>
            </p:txBody>
          </p:sp>
        </p:grpSp>
        <p:grpSp>
          <p:nvGrpSpPr>
            <p:cNvPr id="72" name="Group 72">
              <a:extLst>
                <a:ext uri="{FF2B5EF4-FFF2-40B4-BE49-F238E27FC236}">
                  <a16:creationId xmlns:a16="http://schemas.microsoft.com/office/drawing/2014/main" id="{8025C293-D88C-440E-25E9-8B4366559914}"/>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8CFFA9CC-2F67-CF9E-4F53-D842A699B8CC}"/>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4" name="TextBox 74">
                <a:extLst>
                  <a:ext uri="{FF2B5EF4-FFF2-40B4-BE49-F238E27FC236}">
                    <a16:creationId xmlns:a16="http://schemas.microsoft.com/office/drawing/2014/main" id="{990E6981-2919-C622-321F-14B3AE1A1CFA}"/>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5" name="Group 75">
              <a:extLst>
                <a:ext uri="{FF2B5EF4-FFF2-40B4-BE49-F238E27FC236}">
                  <a16:creationId xmlns:a16="http://schemas.microsoft.com/office/drawing/2014/main" id="{DDB52B9D-C40E-1BA8-5C69-AC9C6B144165}"/>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678B552B-1859-8D31-6BEF-04A17EEF616F}"/>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7" name="TextBox 77">
                <a:extLst>
                  <a:ext uri="{FF2B5EF4-FFF2-40B4-BE49-F238E27FC236}">
                    <a16:creationId xmlns:a16="http://schemas.microsoft.com/office/drawing/2014/main" id="{461A1B8C-29A9-B078-EE99-FAF82961FCD2}"/>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8" name="Group 78">
              <a:extLst>
                <a:ext uri="{FF2B5EF4-FFF2-40B4-BE49-F238E27FC236}">
                  <a16:creationId xmlns:a16="http://schemas.microsoft.com/office/drawing/2014/main" id="{1F5F86EE-8CE1-1776-7CF5-0997BA72748F}"/>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4C1493FA-31C1-330A-A520-C641664D4F0B}"/>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0" name="TextBox 80">
                <a:extLst>
                  <a:ext uri="{FF2B5EF4-FFF2-40B4-BE49-F238E27FC236}">
                    <a16:creationId xmlns:a16="http://schemas.microsoft.com/office/drawing/2014/main" id="{37F34AE1-4C7F-473B-DB87-BAB30A7679CC}"/>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81" name="Group 81">
              <a:extLst>
                <a:ext uri="{FF2B5EF4-FFF2-40B4-BE49-F238E27FC236}">
                  <a16:creationId xmlns:a16="http://schemas.microsoft.com/office/drawing/2014/main" id="{A54D75AF-7A81-31A7-42BC-67EAF037B1BC}"/>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FD0DDFB3-A40F-B980-D639-A60A066B8DD2}"/>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3" name="TextBox 83">
                <a:extLst>
                  <a:ext uri="{FF2B5EF4-FFF2-40B4-BE49-F238E27FC236}">
                    <a16:creationId xmlns:a16="http://schemas.microsoft.com/office/drawing/2014/main" id="{E42879BD-1B44-D6EE-2990-2414B5D347AE}"/>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sp>
        <p:nvSpPr>
          <p:cNvPr id="84" name="Freeform 84">
            <a:extLst>
              <a:ext uri="{FF2B5EF4-FFF2-40B4-BE49-F238E27FC236}">
                <a16:creationId xmlns:a16="http://schemas.microsoft.com/office/drawing/2014/main" id="{D5B603C5-55EF-5DF8-B681-A5279E6B97A8}"/>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98" name="TextBox 97">
            <a:extLst>
              <a:ext uri="{FF2B5EF4-FFF2-40B4-BE49-F238E27FC236}">
                <a16:creationId xmlns:a16="http://schemas.microsoft.com/office/drawing/2014/main" id="{0B042FEB-1E0D-F7B2-077B-B6177713BEBB}"/>
              </a:ext>
            </a:extLst>
          </p:cNvPr>
          <p:cNvSpPr txBox="1"/>
          <p:nvPr/>
        </p:nvSpPr>
        <p:spPr>
          <a:xfrm>
            <a:off x="1670655" y="1434092"/>
            <a:ext cx="15727454" cy="4897366"/>
          </a:xfrm>
          <a:prstGeom prst="rect">
            <a:avLst/>
          </a:prstGeom>
          <a:noFill/>
        </p:spPr>
        <p:txBody>
          <a:bodyPr wrap="square">
            <a:spAutoFit/>
          </a:bodyPr>
          <a:lstStyle/>
          <a:p>
            <a:pPr algn="just">
              <a:lnSpc>
                <a:spcPct val="150000"/>
              </a:lnSpc>
              <a:spcBef>
                <a:spcPts val="600"/>
              </a:spcBef>
              <a:spcAft>
                <a:spcPts val="600"/>
              </a:spcAft>
            </a:pPr>
            <a:r>
              <a:rPr lang="vi-VN" sz="5000" b="1">
                <a:latin typeface="American Typewriter" panose="02090604020004020304" pitchFamily="18" charset="77"/>
              </a:rPr>
              <a:t>✍️ Bài tập áp dụng: </a:t>
            </a:r>
            <a:r>
              <a:rPr lang="vi-VN" sz="5000" i="1">
                <a:latin typeface="American Typewriter" panose="02090604020004020304" pitchFamily="18" charset="77"/>
              </a:rPr>
              <a:t>Chuyển những câu sau đây sang tiếng Anh. Chú ý cách dùng thì.</a:t>
            </a:r>
            <a:endParaRPr lang="vi-VN" sz="5000">
              <a:latin typeface="American Typewriter" panose="02090604020004020304" pitchFamily="18" charset="77"/>
            </a:endParaRPr>
          </a:p>
          <a:p>
            <a:pPr algn="just">
              <a:lnSpc>
                <a:spcPct val="150000"/>
              </a:lnSpc>
              <a:spcBef>
                <a:spcPts val="600"/>
              </a:spcBef>
              <a:spcAft>
                <a:spcPts val="600"/>
              </a:spcAft>
            </a:pPr>
            <a:r>
              <a:rPr lang="vi-VN" sz="5000" b="1">
                <a:latin typeface="American Typewriter" panose="02090604020004020304" pitchFamily="18" charset="77"/>
              </a:rPr>
              <a:t>5. </a:t>
            </a:r>
            <a:r>
              <a:rPr lang="vi-VN" sz="5000" b="1">
                <a:solidFill>
                  <a:srgbClr val="00B0F0"/>
                </a:solidFill>
                <a:latin typeface="American Typewriter" panose="02090604020004020304" pitchFamily="18" charset="77"/>
              </a:rPr>
              <a:t>Tôi</a:t>
            </a:r>
            <a:r>
              <a:rPr lang="vi-VN" sz="5000" b="1">
                <a:latin typeface="American Typewriter" panose="02090604020004020304" pitchFamily="18" charset="77"/>
              </a:rPr>
              <a:t> </a:t>
            </a:r>
            <a:r>
              <a:rPr lang="vi-VN" sz="5000" b="1">
                <a:solidFill>
                  <a:schemeClr val="accent6"/>
                </a:solidFill>
                <a:latin typeface="American Typewriter" panose="02090604020004020304" pitchFamily="18" charset="77"/>
              </a:rPr>
              <a:t>sẽ thành công </a:t>
            </a:r>
            <a:r>
              <a:rPr lang="vi-VN" sz="5000" b="1">
                <a:solidFill>
                  <a:schemeClr val="accent3"/>
                </a:solidFill>
                <a:latin typeface="American Typewriter" panose="02090604020004020304" pitchFamily="18" charset="77"/>
              </a:rPr>
              <a:t>trong kỳ thi VSTEP</a:t>
            </a:r>
            <a:r>
              <a:rPr lang="vi-VN" sz="5000" b="1">
                <a:latin typeface="American Typewriter" panose="02090604020004020304" pitchFamily="18" charset="77"/>
              </a:rPr>
              <a:t>.</a:t>
            </a:r>
          </a:p>
          <a:p>
            <a:pPr algn="just">
              <a:lnSpc>
                <a:spcPct val="150000"/>
              </a:lnSpc>
              <a:spcBef>
                <a:spcPts val="600"/>
              </a:spcBef>
              <a:spcAft>
                <a:spcPts val="600"/>
              </a:spcAft>
            </a:pPr>
            <a:r>
              <a:rPr lang="vi-VN" sz="5000" b="1">
                <a:latin typeface="American Typewriter" panose="02090604020004020304" pitchFamily="18" charset="77"/>
              </a:rPr>
              <a:t>→ </a:t>
            </a:r>
            <a:r>
              <a:rPr lang="vi-VN" sz="5000" b="1">
                <a:solidFill>
                  <a:srgbClr val="00B0F0"/>
                </a:solidFill>
                <a:latin typeface="American Typewriter" panose="02090604020004020304" pitchFamily="18" charset="77"/>
              </a:rPr>
              <a:t>I</a:t>
            </a:r>
            <a:r>
              <a:rPr lang="vi-VN" sz="5000" b="1">
                <a:latin typeface="American Typewriter" panose="02090604020004020304" pitchFamily="18" charset="77"/>
              </a:rPr>
              <a:t> </a:t>
            </a:r>
            <a:r>
              <a:rPr lang="vi-VN" sz="5000" b="1">
                <a:solidFill>
                  <a:schemeClr val="accent6"/>
                </a:solidFill>
                <a:latin typeface="American Typewriter" panose="02090604020004020304" pitchFamily="18" charset="77"/>
              </a:rPr>
              <a:t>will be successful </a:t>
            </a:r>
            <a:r>
              <a:rPr lang="vi-VN" sz="5000" b="1">
                <a:solidFill>
                  <a:schemeClr val="accent3"/>
                </a:solidFill>
                <a:latin typeface="American Typewriter" panose="02090604020004020304" pitchFamily="18" charset="77"/>
              </a:rPr>
              <a:t>in the VSTEP exam</a:t>
            </a:r>
            <a:r>
              <a:rPr lang="vi-VN" sz="5000" b="1">
                <a:latin typeface="American Typewriter" panose="02090604020004020304" pitchFamily="18" charset="77"/>
              </a:rPr>
              <a:t>.</a:t>
            </a:r>
          </a:p>
        </p:txBody>
      </p:sp>
    </p:spTree>
    <p:extLst>
      <p:ext uri="{BB962C8B-B14F-4D97-AF65-F5344CB8AC3E}">
        <p14:creationId xmlns:p14="http://schemas.microsoft.com/office/powerpoint/2010/main" val="3824194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98BFB8">
            <a:alpha val="19946"/>
          </a:srgbClr>
        </a:solidFill>
        <a:effectLst/>
      </p:bgPr>
    </p:bg>
    <p:spTree>
      <p:nvGrpSpPr>
        <p:cNvPr id="1" name="">
          <a:extLst>
            <a:ext uri="{FF2B5EF4-FFF2-40B4-BE49-F238E27FC236}">
              <a16:creationId xmlns:a16="http://schemas.microsoft.com/office/drawing/2014/main" id="{F1E4C98F-BB31-A8B5-1D45-532E4C5373B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C8D8740-99C2-3754-7A4A-1680D869D804}"/>
              </a:ext>
            </a:extLst>
          </p:cNvPr>
          <p:cNvGrpSpPr/>
          <p:nvPr/>
        </p:nvGrpSpPr>
        <p:grpSpPr>
          <a:xfrm>
            <a:off x="-372997" y="8146417"/>
            <a:ext cx="21571817" cy="5782245"/>
            <a:chOff x="0" y="0"/>
            <a:chExt cx="5681466" cy="1522896"/>
          </a:xfrm>
        </p:grpSpPr>
        <p:sp>
          <p:nvSpPr>
            <p:cNvPr id="3" name="Freeform 3">
              <a:extLst>
                <a:ext uri="{FF2B5EF4-FFF2-40B4-BE49-F238E27FC236}">
                  <a16:creationId xmlns:a16="http://schemas.microsoft.com/office/drawing/2014/main" id="{40C9316C-5B62-0596-18E2-5AD7D8176920}"/>
                </a:ext>
              </a:extLst>
            </p:cNvPr>
            <p:cNvSpPr/>
            <p:nvPr/>
          </p:nvSpPr>
          <p:spPr>
            <a:xfrm>
              <a:off x="0" y="0"/>
              <a:ext cx="5681466" cy="1522896"/>
            </a:xfrm>
            <a:custGeom>
              <a:avLst/>
              <a:gdLst/>
              <a:ahLst/>
              <a:cxnLst/>
              <a:rect l="l" t="t" r="r" b="b"/>
              <a:pathLst>
                <a:path w="5681466" h="1522896">
                  <a:moveTo>
                    <a:pt x="0" y="0"/>
                  </a:moveTo>
                  <a:lnTo>
                    <a:pt x="5681466" y="0"/>
                  </a:lnTo>
                  <a:lnTo>
                    <a:pt x="5681466" y="1522896"/>
                  </a:lnTo>
                  <a:lnTo>
                    <a:pt x="0" y="1522896"/>
                  </a:lnTo>
                  <a:close/>
                </a:path>
              </a:pathLst>
            </a:custGeom>
            <a:solidFill>
              <a:srgbClr val="C75D63"/>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DCACC263-4D96-31EC-893D-20C2287E0B2F}"/>
                </a:ext>
              </a:extLst>
            </p:cNvPr>
            <p:cNvSpPr txBox="1"/>
            <p:nvPr/>
          </p:nvSpPr>
          <p:spPr>
            <a:xfrm>
              <a:off x="0" y="-57150"/>
              <a:ext cx="5681466" cy="1580046"/>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 name="TextBox 6">
            <a:extLst>
              <a:ext uri="{FF2B5EF4-FFF2-40B4-BE49-F238E27FC236}">
                <a16:creationId xmlns:a16="http://schemas.microsoft.com/office/drawing/2014/main" id="{3F83FC7A-4C2E-2299-5472-0C12EDAE39D2}"/>
              </a:ext>
            </a:extLst>
          </p:cNvPr>
          <p:cNvSpPr txBox="1"/>
          <p:nvPr/>
        </p:nvSpPr>
        <p:spPr>
          <a:xfrm>
            <a:off x="5715000" y="2588634"/>
            <a:ext cx="11811000" cy="3077766"/>
          </a:xfrm>
          <a:prstGeom prst="rect">
            <a:avLst/>
          </a:prstGeom>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0" b="1" i="0" u="none" strike="noStrike" kern="1200" cap="none" spc="0" normalizeH="0" baseline="0" noProof="0">
                <a:ln>
                  <a:noFill/>
                </a:ln>
                <a:solidFill>
                  <a:srgbClr val="4BACC6"/>
                </a:solidFill>
                <a:effectLst/>
                <a:uLnTx/>
                <a:uFillTx/>
                <a:latin typeface="American Typewriter" panose="02090604020004020304" pitchFamily="18" charset="77"/>
                <a:ea typeface="Frutiger Condensed"/>
                <a:cs typeface="Frutiger Condensed"/>
                <a:sym typeface="Frutiger Condensed"/>
              </a:rPr>
              <a:t>ĐỘNG TỪ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000" b="1">
                <a:solidFill>
                  <a:srgbClr val="4BACC6"/>
                </a:solidFill>
                <a:latin typeface="American Typewriter" panose="02090604020004020304" pitchFamily="18" charset="77"/>
                <a:ea typeface="Frutiger Condensed"/>
                <a:cs typeface="Frutiger Condensed"/>
                <a:sym typeface="Frutiger Condensed"/>
              </a:rPr>
              <a:t>KHIẾM KHUYẾT</a:t>
            </a:r>
            <a:endParaRPr kumimoji="0" lang="en-US" sz="10000" b="1" i="0" u="none" strike="noStrike" kern="1200" cap="none" spc="0" normalizeH="0" baseline="0" noProof="0">
              <a:ln>
                <a:noFill/>
              </a:ln>
              <a:solidFill>
                <a:srgbClr val="4BACC6"/>
              </a:solidFill>
              <a:effectLst/>
              <a:uLnTx/>
              <a:uFillTx/>
              <a:latin typeface="American Typewriter" panose="02090604020004020304" pitchFamily="18" charset="77"/>
              <a:ea typeface="Frutiger Condensed"/>
              <a:cs typeface="Frutiger Condensed"/>
              <a:sym typeface="Frutiger Condensed"/>
            </a:endParaRPr>
          </a:p>
        </p:txBody>
      </p:sp>
      <p:sp>
        <p:nvSpPr>
          <p:cNvPr id="8" name="Freeform 6">
            <a:extLst>
              <a:ext uri="{FF2B5EF4-FFF2-40B4-BE49-F238E27FC236}">
                <a16:creationId xmlns:a16="http://schemas.microsoft.com/office/drawing/2014/main" id="{FFE119FA-A34F-ED4F-AB0D-69E65AA333CE}"/>
              </a:ext>
            </a:extLst>
          </p:cNvPr>
          <p:cNvSpPr/>
          <p:nvPr/>
        </p:nvSpPr>
        <p:spPr>
          <a:xfrm>
            <a:off x="533400" y="2588634"/>
            <a:ext cx="5551407" cy="7818883"/>
          </a:xfrm>
          <a:custGeom>
            <a:avLst/>
            <a:gdLst/>
            <a:ahLst/>
            <a:cxnLst/>
            <a:rect l="l" t="t" r="r" b="b"/>
            <a:pathLst>
              <a:path w="5551407" h="7818883">
                <a:moveTo>
                  <a:pt x="0" y="0"/>
                </a:moveTo>
                <a:lnTo>
                  <a:pt x="5551407" y="0"/>
                </a:lnTo>
                <a:lnTo>
                  <a:pt x="5551407" y="7818883"/>
                </a:lnTo>
                <a:lnTo>
                  <a:pt x="0" y="7818883"/>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268697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CD684-9D1A-0354-C926-F1A0418C587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A490E49-E50B-66F2-B980-6F0F551AF56D}"/>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9932C5C5-D055-8F5B-86C6-38B419E216A3}"/>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A2569C34-4B94-0B67-3D26-EC02FF58E041}"/>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 name="Group 5">
            <a:extLst>
              <a:ext uri="{FF2B5EF4-FFF2-40B4-BE49-F238E27FC236}">
                <a16:creationId xmlns:a16="http://schemas.microsoft.com/office/drawing/2014/main" id="{78751E26-8BD5-F760-DABD-C42E48FD2965}"/>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37BA03E6-9BA5-360E-BEDB-0D9677E93438}"/>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D9BC6654-41C7-931D-3DC8-949004BF5838}"/>
                </a:ext>
              </a:extLst>
            </p:cNvPr>
            <p:cNvSpPr txBox="1"/>
            <p:nvPr/>
          </p:nvSpPr>
          <p:spPr>
            <a:xfrm>
              <a:off x="0" y="-47625"/>
              <a:ext cx="5454346" cy="2751565"/>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65EEBAFC-7D09-448F-2810-58FDEC2545FF}"/>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B4A71A1D-AE29-47F6-C457-79164811ECD1}"/>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BD0268A8-1507-DABE-F424-1A34A391BB0F}"/>
                </a:ext>
              </a:extLst>
            </p:cNvPr>
            <p:cNvSpPr txBox="1"/>
            <p:nvPr/>
          </p:nvSpPr>
          <p:spPr>
            <a:xfrm>
              <a:off x="0" y="-47625"/>
              <a:ext cx="5429786" cy="2704410"/>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68FEA804-ACA6-5109-93A8-635A361E6C67}"/>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AE5136C4-A231-8823-FE37-511FEA1435AE}"/>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AF371844-8E04-8028-1DA3-6A2EAD8F8112}"/>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B7AEB9E6-35D8-EDB9-5840-8E02CB32C9B0}"/>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7E2C9B29-729A-30DC-951B-B408CDBDE898}"/>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8420F3B7-EDAC-A4ED-3471-15DAFB6855A3}"/>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9AB7CAC5-903A-8207-B8E3-4D67C3BCB8DE}"/>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990D1033-EBCC-52FB-F4A2-E1C29A4535C5}"/>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B9154E63-46DB-9AE2-53A6-D987D4441BCD}"/>
                </a:ext>
              </a:extLst>
            </p:cNvPr>
            <p:cNvSpPr txBox="1"/>
            <p:nvPr/>
          </p:nvSpPr>
          <p:spPr>
            <a:xfrm>
              <a:off x="0" y="-47625"/>
              <a:ext cx="3961731" cy="2448417"/>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4" name="Freeform 34">
            <a:extLst>
              <a:ext uri="{FF2B5EF4-FFF2-40B4-BE49-F238E27FC236}">
                <a16:creationId xmlns:a16="http://schemas.microsoft.com/office/drawing/2014/main" id="{4E19282D-BCDA-0AB2-F8F2-EA45E848F7D9}"/>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5" name="Group 35">
            <a:extLst>
              <a:ext uri="{FF2B5EF4-FFF2-40B4-BE49-F238E27FC236}">
                <a16:creationId xmlns:a16="http://schemas.microsoft.com/office/drawing/2014/main" id="{65A605BC-B679-9567-609C-C663B1FDFA2E}"/>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9DA6743C-AAEC-A9FD-1A9E-F63C5FCD0660}"/>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0758067D-D0C6-F928-3753-F86270ADC7E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Box 38">
                <a:extLst>
                  <a:ext uri="{FF2B5EF4-FFF2-40B4-BE49-F238E27FC236}">
                    <a16:creationId xmlns:a16="http://schemas.microsoft.com/office/drawing/2014/main" id="{14AEA647-634F-3C0A-9422-C2536705AE3A}"/>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9" name="Group 39">
              <a:extLst>
                <a:ext uri="{FF2B5EF4-FFF2-40B4-BE49-F238E27FC236}">
                  <a16:creationId xmlns:a16="http://schemas.microsoft.com/office/drawing/2014/main" id="{154BE760-571E-C6BA-959A-C09CA93D8814}"/>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DAF80408-8084-D16A-7003-4F2502207AD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Box 41">
                <a:extLst>
                  <a:ext uri="{FF2B5EF4-FFF2-40B4-BE49-F238E27FC236}">
                    <a16:creationId xmlns:a16="http://schemas.microsoft.com/office/drawing/2014/main" id="{FEE4E9F7-F3D2-B3AC-55D0-399BC3928535}"/>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2" name="Group 42">
              <a:extLst>
                <a:ext uri="{FF2B5EF4-FFF2-40B4-BE49-F238E27FC236}">
                  <a16:creationId xmlns:a16="http://schemas.microsoft.com/office/drawing/2014/main" id="{0DAE9EB9-5FC8-9092-4A8C-1C70B0B86A7C}"/>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6D274117-F1CC-0D0A-E9CF-68C6080F4FF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Box 44">
                <a:extLst>
                  <a:ext uri="{FF2B5EF4-FFF2-40B4-BE49-F238E27FC236}">
                    <a16:creationId xmlns:a16="http://schemas.microsoft.com/office/drawing/2014/main" id="{7B61F2D3-F02E-403B-E372-A7FD0C5E60A0}"/>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5" name="Group 45">
              <a:extLst>
                <a:ext uri="{FF2B5EF4-FFF2-40B4-BE49-F238E27FC236}">
                  <a16:creationId xmlns:a16="http://schemas.microsoft.com/office/drawing/2014/main" id="{9A086E99-A65A-B333-6114-1B41864594A6}"/>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31C91032-4A6C-DF23-E7B7-C3D288B5C49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Box 47">
                <a:extLst>
                  <a:ext uri="{FF2B5EF4-FFF2-40B4-BE49-F238E27FC236}">
                    <a16:creationId xmlns:a16="http://schemas.microsoft.com/office/drawing/2014/main" id="{5D6B128B-11EE-C0FF-DC8E-CE9AE0D5013D}"/>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8" name="Group 48">
              <a:extLst>
                <a:ext uri="{FF2B5EF4-FFF2-40B4-BE49-F238E27FC236}">
                  <a16:creationId xmlns:a16="http://schemas.microsoft.com/office/drawing/2014/main" id="{63A07E96-BC17-DEE2-7DE1-D1C5A9063F02}"/>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3A5C4BBF-FF0D-11E6-E2ED-56A6F69391D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Box 50">
                <a:extLst>
                  <a:ext uri="{FF2B5EF4-FFF2-40B4-BE49-F238E27FC236}">
                    <a16:creationId xmlns:a16="http://schemas.microsoft.com/office/drawing/2014/main" id="{D5DB8534-97D5-57C2-2740-2612067B7AFA}"/>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51" name="Freeform 51">
            <a:extLst>
              <a:ext uri="{FF2B5EF4-FFF2-40B4-BE49-F238E27FC236}">
                <a16:creationId xmlns:a16="http://schemas.microsoft.com/office/drawing/2014/main" id="{D2A26D8F-6AA0-E96C-A2FB-BE87A4B82C8B}"/>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2" name="Group 52">
            <a:extLst>
              <a:ext uri="{FF2B5EF4-FFF2-40B4-BE49-F238E27FC236}">
                <a16:creationId xmlns:a16="http://schemas.microsoft.com/office/drawing/2014/main" id="{9B0557EC-B870-E4F2-F046-FF927D6E3E82}"/>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0260CF14-2585-4A5A-FB0A-AB7F125CE28E}"/>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1CBC21A5-4EC8-A48D-CEB8-C6B4C78F0DF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CA2E9C6E-8BED-1408-4123-F1C02BBEAA38}"/>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C528C8A7-E1E9-6F63-286C-FFBEFF303EB7}"/>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BA8A1E80-4510-9308-C237-EB794A6B851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76C48960-0B03-6815-325B-36B50CF65588}"/>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73AF6E27-71D6-1DBA-1B52-7D901332E06D}"/>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CF0BE13E-49BA-F467-845A-5EA0D6D12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392FACC1-5FF4-A031-0FA4-8F72F55BB2BB}"/>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8E864054-FBC1-047E-42EF-1CE0B9A0A351}"/>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E2834D3A-723E-2CBB-0E79-E27CE099080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B00BDDCB-F7FB-D63D-DC2D-46186A1DCCC4}"/>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5" name="Group 65">
              <a:extLst>
                <a:ext uri="{FF2B5EF4-FFF2-40B4-BE49-F238E27FC236}">
                  <a16:creationId xmlns:a16="http://schemas.microsoft.com/office/drawing/2014/main" id="{B863B988-25CC-D67D-92C2-9E36C71D6B1B}"/>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E36284BA-36EE-8F92-AF21-5967BEAE2BC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Box 67">
                <a:extLst>
                  <a:ext uri="{FF2B5EF4-FFF2-40B4-BE49-F238E27FC236}">
                    <a16:creationId xmlns:a16="http://schemas.microsoft.com/office/drawing/2014/main" id="{300187FF-DAC3-11A7-3EC5-770A073953B6}"/>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68" name="Group 68">
            <a:extLst>
              <a:ext uri="{FF2B5EF4-FFF2-40B4-BE49-F238E27FC236}">
                <a16:creationId xmlns:a16="http://schemas.microsoft.com/office/drawing/2014/main" id="{E5F11501-79A2-2487-15D1-6F7CEEE2DE82}"/>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20CFEFD9-B450-5BA7-AF5C-2E88E989401B}"/>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E16AAFDD-5E3D-1107-95B2-7008A6CD08AD}"/>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Box 71">
                <a:extLst>
                  <a:ext uri="{FF2B5EF4-FFF2-40B4-BE49-F238E27FC236}">
                    <a16:creationId xmlns:a16="http://schemas.microsoft.com/office/drawing/2014/main" id="{362C9570-709E-3640-2F96-574FD19E6C10}"/>
                  </a:ext>
                </a:extLst>
              </p:cNvPr>
              <p:cNvSpPr txBox="1"/>
              <p:nvPr/>
            </p:nvSpPr>
            <p:spPr>
              <a:xfrm>
                <a:off x="0" y="-47625"/>
                <a:ext cx="458420"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2" name="Group 72">
              <a:extLst>
                <a:ext uri="{FF2B5EF4-FFF2-40B4-BE49-F238E27FC236}">
                  <a16:creationId xmlns:a16="http://schemas.microsoft.com/office/drawing/2014/main" id="{8E4FA6A5-7860-6750-2DDC-D47DAFDD63A7}"/>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CE47E753-DCA4-64F8-8C61-5DB301C519FF}"/>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TextBox 74">
                <a:extLst>
                  <a:ext uri="{FF2B5EF4-FFF2-40B4-BE49-F238E27FC236}">
                    <a16:creationId xmlns:a16="http://schemas.microsoft.com/office/drawing/2014/main" id="{0AB77B13-425C-EAF3-4108-AB497EEFD1EF}"/>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5" name="Group 75">
              <a:extLst>
                <a:ext uri="{FF2B5EF4-FFF2-40B4-BE49-F238E27FC236}">
                  <a16:creationId xmlns:a16="http://schemas.microsoft.com/office/drawing/2014/main" id="{BC513AB0-ACD4-25EB-F515-5120F4595030}"/>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2C26F7C8-0716-0574-B606-61C6A4BA523F}"/>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7" name="TextBox 77">
                <a:extLst>
                  <a:ext uri="{FF2B5EF4-FFF2-40B4-BE49-F238E27FC236}">
                    <a16:creationId xmlns:a16="http://schemas.microsoft.com/office/drawing/2014/main" id="{730EF886-D8D3-731F-7E5A-95E1780D7668}"/>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8" name="Group 78">
              <a:extLst>
                <a:ext uri="{FF2B5EF4-FFF2-40B4-BE49-F238E27FC236}">
                  <a16:creationId xmlns:a16="http://schemas.microsoft.com/office/drawing/2014/main" id="{2DFB3CFA-FC57-9F29-8FA9-AAC7D00F1A8A}"/>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E9AD1EC3-AFA8-9B8F-5362-A809B576C6F7}"/>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Box 80">
                <a:extLst>
                  <a:ext uri="{FF2B5EF4-FFF2-40B4-BE49-F238E27FC236}">
                    <a16:creationId xmlns:a16="http://schemas.microsoft.com/office/drawing/2014/main" id="{307023BA-5E1E-1F99-C8C6-50AF0C0EFBD8}"/>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1" name="Group 81">
              <a:extLst>
                <a:ext uri="{FF2B5EF4-FFF2-40B4-BE49-F238E27FC236}">
                  <a16:creationId xmlns:a16="http://schemas.microsoft.com/office/drawing/2014/main" id="{DC00E80B-B8FF-DA4B-78D4-6FD58DFFE67B}"/>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D6288F0B-D141-CCBA-9240-3F276F1D6021}"/>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3" name="TextBox 83">
                <a:extLst>
                  <a:ext uri="{FF2B5EF4-FFF2-40B4-BE49-F238E27FC236}">
                    <a16:creationId xmlns:a16="http://schemas.microsoft.com/office/drawing/2014/main" id="{BB5ED7D2-1B3C-22CE-B78E-EB95F6E4ABB7}"/>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84" name="Freeform 84">
            <a:extLst>
              <a:ext uri="{FF2B5EF4-FFF2-40B4-BE49-F238E27FC236}">
                <a16:creationId xmlns:a16="http://schemas.microsoft.com/office/drawing/2014/main" id="{3701B672-31F6-FE3E-251D-C392089151D5}"/>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9B196AEE-7F00-846D-F384-9D75F26EA662}"/>
              </a:ext>
            </a:extLst>
          </p:cNvPr>
          <p:cNvSpPr txBox="1"/>
          <p:nvPr/>
        </p:nvSpPr>
        <p:spPr>
          <a:xfrm>
            <a:off x="1670655" y="1597031"/>
            <a:ext cx="15727454" cy="6892015"/>
          </a:xfrm>
          <a:prstGeom prst="rect">
            <a:avLst/>
          </a:prstGeom>
          <a:noFill/>
        </p:spPr>
        <p:txBody>
          <a:bodyPr wrap="square">
            <a:spAutoFit/>
          </a:bodyPr>
          <a:lstStyle/>
          <a:p>
            <a:pPr algn="ctr">
              <a:lnSpc>
                <a:spcPct val="150000"/>
              </a:lnSpc>
            </a:pPr>
            <a:r>
              <a:rPr lang="vi-VN" sz="5000" b="1">
                <a:solidFill>
                  <a:schemeClr val="accent2"/>
                </a:solidFill>
                <a:latin typeface="American Typewriter" panose="02090604020004020304" pitchFamily="18" charset="77"/>
              </a:rPr>
              <a:t>LƯU Ý VỀ ĐỘNG TỪ KHIẾM KHUYẾT</a:t>
            </a:r>
          </a:p>
          <a:p>
            <a:pPr algn="just">
              <a:lnSpc>
                <a:spcPct val="150000"/>
              </a:lnSpc>
            </a:pPr>
            <a:r>
              <a:rPr lang="vi-VN" sz="5000" b="1">
                <a:latin typeface="American Typewriter" panose="02090604020004020304" pitchFamily="18" charset="77"/>
              </a:rPr>
              <a:t>1. Động từ khiếm khuyết </a:t>
            </a:r>
            <a:r>
              <a:rPr lang="vi-VN" sz="5000" b="1">
                <a:solidFill>
                  <a:srgbClr val="FF0000"/>
                </a:solidFill>
                <a:latin typeface="American Typewriter" panose="02090604020004020304" pitchFamily="18" charset="77"/>
              </a:rPr>
              <a:t>không chia theo thì</a:t>
            </a:r>
            <a:r>
              <a:rPr lang="vi-VN" sz="5000" b="1">
                <a:latin typeface="American Typewriter" panose="02090604020004020304" pitchFamily="18" charset="77"/>
              </a:rPr>
              <a:t>.</a:t>
            </a:r>
          </a:p>
          <a:p>
            <a:pPr algn="just">
              <a:lnSpc>
                <a:spcPct val="150000"/>
              </a:lnSpc>
            </a:pPr>
            <a:r>
              <a:rPr lang="vi-VN" sz="5000">
                <a:latin typeface="American Typewriter" panose="02090604020004020304" pitchFamily="18" charset="77"/>
              </a:rPr>
              <a:t>– Một số dạng thay đổi hình thức để diễn đạt ý quá khứ hoặc mức độ: </a:t>
            </a:r>
            <a:r>
              <a:rPr lang="vi-VN" sz="5000">
                <a:solidFill>
                  <a:srgbClr val="0070C0"/>
                </a:solidFill>
                <a:latin typeface="American Typewriter" panose="02090604020004020304" pitchFamily="18" charset="77"/>
              </a:rPr>
              <a:t>can → could</a:t>
            </a:r>
            <a:r>
              <a:rPr lang="vi-VN" sz="5000">
                <a:latin typeface="American Typewriter" panose="02090604020004020304" pitchFamily="18" charset="77"/>
              </a:rPr>
              <a:t>, </a:t>
            </a:r>
            <a:r>
              <a:rPr lang="vi-VN" sz="5000">
                <a:solidFill>
                  <a:srgbClr val="0070C0"/>
                </a:solidFill>
                <a:latin typeface="American Typewriter" panose="02090604020004020304" pitchFamily="18" charset="77"/>
              </a:rPr>
              <a:t>may → might</a:t>
            </a:r>
            <a:r>
              <a:rPr lang="vi-VN" sz="5000">
                <a:latin typeface="American Typewriter" panose="02090604020004020304" pitchFamily="18" charset="77"/>
              </a:rPr>
              <a:t>.</a:t>
            </a:r>
          </a:p>
          <a:p>
            <a:pPr algn="just">
              <a:lnSpc>
                <a:spcPct val="150000"/>
              </a:lnSpc>
            </a:pPr>
            <a:r>
              <a:rPr lang="vi-VN" sz="5000">
                <a:latin typeface="American Typewriter" panose="02090604020004020304" pitchFamily="18" charset="77"/>
              </a:rPr>
              <a:t>– </a:t>
            </a:r>
            <a:r>
              <a:rPr lang="vi-VN" sz="5000" b="1">
                <a:solidFill>
                  <a:schemeClr val="accent6"/>
                </a:solidFill>
                <a:latin typeface="American Typewriter" panose="02090604020004020304" pitchFamily="18" charset="77"/>
              </a:rPr>
              <a:t>have to </a:t>
            </a:r>
            <a:r>
              <a:rPr lang="vi-VN" sz="5000">
                <a:latin typeface="American Typewriter" panose="02090604020004020304" pitchFamily="18" charset="77"/>
              </a:rPr>
              <a:t>không phải ĐTKK thuần, nên có thể chia theo thì: </a:t>
            </a:r>
            <a:r>
              <a:rPr lang="vi-VN" sz="5000">
                <a:solidFill>
                  <a:srgbClr val="0070C0"/>
                </a:solidFill>
                <a:latin typeface="American Typewriter" panose="02090604020004020304" pitchFamily="18" charset="77"/>
              </a:rPr>
              <a:t>have/has to → had to</a:t>
            </a:r>
            <a:r>
              <a:rPr lang="vi-VN" sz="5000">
                <a:latin typeface="American Typewriter" panose="02090604020004020304" pitchFamily="18" charset="77"/>
              </a:rPr>
              <a:t>.</a:t>
            </a:r>
          </a:p>
        </p:txBody>
      </p:sp>
    </p:spTree>
    <p:extLst>
      <p:ext uri="{BB962C8B-B14F-4D97-AF65-F5344CB8AC3E}">
        <p14:creationId xmlns:p14="http://schemas.microsoft.com/office/powerpoint/2010/main" val="2710958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B5CEB-A712-8D80-6425-E4BE92B1A9C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0A161A8-FDB5-AA98-C278-D75BE581D8B9}"/>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66D555B0-CE8E-CAA9-BCF7-F4A88670CB64}"/>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F7F92257-F27B-4C45-EDD5-7D1D904A2FCC}"/>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 name="Group 5">
            <a:extLst>
              <a:ext uri="{FF2B5EF4-FFF2-40B4-BE49-F238E27FC236}">
                <a16:creationId xmlns:a16="http://schemas.microsoft.com/office/drawing/2014/main" id="{7BC8B548-C606-DD00-7115-5D4C9CF3BD8E}"/>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38C2FB8A-2BB3-0268-4C35-D0BCCFF70AF4}"/>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56EC3633-7432-19E9-70F3-541E496081B9}"/>
                </a:ext>
              </a:extLst>
            </p:cNvPr>
            <p:cNvSpPr txBox="1"/>
            <p:nvPr/>
          </p:nvSpPr>
          <p:spPr>
            <a:xfrm>
              <a:off x="0" y="-47625"/>
              <a:ext cx="5454346" cy="2751565"/>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588F7FC9-2F72-1671-1C98-EDF41D35DC58}"/>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32BCF233-792F-2A68-20A7-563DAB4BC8AB}"/>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E395AE62-5C8C-325B-1E1B-4E019B788628}"/>
                </a:ext>
              </a:extLst>
            </p:cNvPr>
            <p:cNvSpPr txBox="1"/>
            <p:nvPr/>
          </p:nvSpPr>
          <p:spPr>
            <a:xfrm>
              <a:off x="0" y="-47625"/>
              <a:ext cx="5429786" cy="2704410"/>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33BFCDCE-359A-8325-F590-3BA18ACC0AB5}"/>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4C6CC20E-2DEB-442F-ABD9-3D511A09CA9B}"/>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8F52E89B-4AFD-C601-4C62-317C6D80F327}"/>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B127E2FD-5F6A-2934-2955-D0548975E01E}"/>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5493418C-EE67-5495-D2CC-D2AAC9C17FA5}"/>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54D1A25F-EC8D-B12F-4425-67136520AEEE}"/>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6B57F193-C636-95E6-761F-D17DA3E69D5B}"/>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604029F9-1F3D-F205-55D3-E683E1C92552}"/>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19224557-E5CF-019A-5E23-D1713AAB3766}"/>
                </a:ext>
              </a:extLst>
            </p:cNvPr>
            <p:cNvSpPr txBox="1"/>
            <p:nvPr/>
          </p:nvSpPr>
          <p:spPr>
            <a:xfrm>
              <a:off x="0" y="-47625"/>
              <a:ext cx="3961731" cy="2448417"/>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4" name="Freeform 34">
            <a:extLst>
              <a:ext uri="{FF2B5EF4-FFF2-40B4-BE49-F238E27FC236}">
                <a16:creationId xmlns:a16="http://schemas.microsoft.com/office/drawing/2014/main" id="{95B21487-3E48-F2B5-B083-BF0D36AB4065}"/>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5" name="Group 35">
            <a:extLst>
              <a:ext uri="{FF2B5EF4-FFF2-40B4-BE49-F238E27FC236}">
                <a16:creationId xmlns:a16="http://schemas.microsoft.com/office/drawing/2014/main" id="{BE6B4503-E9EA-7B92-DBFF-113AC2B869BF}"/>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45ADCEDB-E245-E638-21BD-2C9980B5E5B7}"/>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0FDCB7FE-BAC7-2FC8-D7B8-002E51F2802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Box 38">
                <a:extLst>
                  <a:ext uri="{FF2B5EF4-FFF2-40B4-BE49-F238E27FC236}">
                    <a16:creationId xmlns:a16="http://schemas.microsoft.com/office/drawing/2014/main" id="{BF845DE9-5D88-06D8-4881-D3D0E641A995}"/>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9" name="Group 39">
              <a:extLst>
                <a:ext uri="{FF2B5EF4-FFF2-40B4-BE49-F238E27FC236}">
                  <a16:creationId xmlns:a16="http://schemas.microsoft.com/office/drawing/2014/main" id="{B3919222-CB3D-ACA0-D3B0-0D7DE2AC0D77}"/>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23DE7909-A47F-D395-959C-E682C9121FB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Box 41">
                <a:extLst>
                  <a:ext uri="{FF2B5EF4-FFF2-40B4-BE49-F238E27FC236}">
                    <a16:creationId xmlns:a16="http://schemas.microsoft.com/office/drawing/2014/main" id="{7FBA4C3E-8B7E-F4F6-1CA7-A164EAD174CC}"/>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2" name="Group 42">
              <a:extLst>
                <a:ext uri="{FF2B5EF4-FFF2-40B4-BE49-F238E27FC236}">
                  <a16:creationId xmlns:a16="http://schemas.microsoft.com/office/drawing/2014/main" id="{F56C475A-ED47-083B-A6AD-9736A55A70D2}"/>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14611950-DB15-A165-7DF8-80E92433C76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Box 44">
                <a:extLst>
                  <a:ext uri="{FF2B5EF4-FFF2-40B4-BE49-F238E27FC236}">
                    <a16:creationId xmlns:a16="http://schemas.microsoft.com/office/drawing/2014/main" id="{93AF4424-6C90-DC2A-0065-D6D9EAF9E390}"/>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5" name="Group 45">
              <a:extLst>
                <a:ext uri="{FF2B5EF4-FFF2-40B4-BE49-F238E27FC236}">
                  <a16:creationId xmlns:a16="http://schemas.microsoft.com/office/drawing/2014/main" id="{6ABE7FA8-57E4-3244-49C7-A2C4E572FAC2}"/>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ED9FD1B9-5E23-7288-3A83-46FF37A289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Box 47">
                <a:extLst>
                  <a:ext uri="{FF2B5EF4-FFF2-40B4-BE49-F238E27FC236}">
                    <a16:creationId xmlns:a16="http://schemas.microsoft.com/office/drawing/2014/main" id="{B4C7B70B-C954-EA48-6494-11B534BDEFC9}"/>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8" name="Group 48">
              <a:extLst>
                <a:ext uri="{FF2B5EF4-FFF2-40B4-BE49-F238E27FC236}">
                  <a16:creationId xmlns:a16="http://schemas.microsoft.com/office/drawing/2014/main" id="{09F0B030-B548-F799-FE45-4F776C8E7EB2}"/>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7C2E661C-7B4D-F79B-DED5-96B6B29934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Box 50">
                <a:extLst>
                  <a:ext uri="{FF2B5EF4-FFF2-40B4-BE49-F238E27FC236}">
                    <a16:creationId xmlns:a16="http://schemas.microsoft.com/office/drawing/2014/main" id="{45E5AB0C-4C8A-12F8-5360-17705881B853}"/>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51" name="Freeform 51">
            <a:extLst>
              <a:ext uri="{FF2B5EF4-FFF2-40B4-BE49-F238E27FC236}">
                <a16:creationId xmlns:a16="http://schemas.microsoft.com/office/drawing/2014/main" id="{88583031-705D-7D4C-2764-7747D31B122A}"/>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2" name="Group 52">
            <a:extLst>
              <a:ext uri="{FF2B5EF4-FFF2-40B4-BE49-F238E27FC236}">
                <a16:creationId xmlns:a16="http://schemas.microsoft.com/office/drawing/2014/main" id="{50B1BAA1-A113-5E1E-ACF1-22B75DA35E1C}"/>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78F21E72-F9B9-3A0B-5E01-E13CEC0A331E}"/>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D60CDE1B-F6DC-A7B1-C282-D952C9FE16C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5245AEC4-50A9-76C0-6398-59887460F3EB}"/>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E5CC40C0-7465-7A17-0D49-15ECFDCB5A22}"/>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7D36B79B-DB21-415C-6C88-254939CB527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689E36F5-3324-FBDC-A6F4-24322C4A94E8}"/>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54FBAD7C-5957-A39D-B4D5-A11318B30138}"/>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78848028-F6A8-7C91-133E-25BF1B01855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9F29FAF8-6CBB-8D23-E9B3-55D077FAE3E7}"/>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BA4062D4-6B8D-430E-C548-AB0B8FCA0A09}"/>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00AA70EB-131F-8C0C-4CCB-6DAFD16272D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4B027CA5-1349-DFCF-DF82-6DF61E2F9478}"/>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5" name="Group 65">
              <a:extLst>
                <a:ext uri="{FF2B5EF4-FFF2-40B4-BE49-F238E27FC236}">
                  <a16:creationId xmlns:a16="http://schemas.microsoft.com/office/drawing/2014/main" id="{A672D9FF-8557-D461-2D37-27673C3BE78E}"/>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6099F2BC-0401-EEC8-DF62-7BC15CC41D1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Box 67">
                <a:extLst>
                  <a:ext uri="{FF2B5EF4-FFF2-40B4-BE49-F238E27FC236}">
                    <a16:creationId xmlns:a16="http://schemas.microsoft.com/office/drawing/2014/main" id="{64407739-0569-9590-ABFD-12172BA50735}"/>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68" name="Group 68">
            <a:extLst>
              <a:ext uri="{FF2B5EF4-FFF2-40B4-BE49-F238E27FC236}">
                <a16:creationId xmlns:a16="http://schemas.microsoft.com/office/drawing/2014/main" id="{630FDDF5-7F6E-9607-5A55-ECA9BFE17D09}"/>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6AE31FED-A83C-0CCE-C9CA-2D63F4285234}"/>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41CB7172-D446-0ECF-05BB-C7218730AA41}"/>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Box 71">
                <a:extLst>
                  <a:ext uri="{FF2B5EF4-FFF2-40B4-BE49-F238E27FC236}">
                    <a16:creationId xmlns:a16="http://schemas.microsoft.com/office/drawing/2014/main" id="{698B8CD9-6D70-9B2D-6023-12137650F7DC}"/>
                  </a:ext>
                </a:extLst>
              </p:cNvPr>
              <p:cNvSpPr txBox="1"/>
              <p:nvPr/>
            </p:nvSpPr>
            <p:spPr>
              <a:xfrm>
                <a:off x="0" y="-47625"/>
                <a:ext cx="458420"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2" name="Group 72">
              <a:extLst>
                <a:ext uri="{FF2B5EF4-FFF2-40B4-BE49-F238E27FC236}">
                  <a16:creationId xmlns:a16="http://schemas.microsoft.com/office/drawing/2014/main" id="{BE2F9141-A5C5-BBB5-02AF-CA1CAD249EB3}"/>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44B8F4D5-D1DF-B162-C2C9-3E9A4856B336}"/>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TextBox 74">
                <a:extLst>
                  <a:ext uri="{FF2B5EF4-FFF2-40B4-BE49-F238E27FC236}">
                    <a16:creationId xmlns:a16="http://schemas.microsoft.com/office/drawing/2014/main" id="{0AD6E4BD-AEFB-4AAB-7A55-4C7E5786CDAE}"/>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5" name="Group 75">
              <a:extLst>
                <a:ext uri="{FF2B5EF4-FFF2-40B4-BE49-F238E27FC236}">
                  <a16:creationId xmlns:a16="http://schemas.microsoft.com/office/drawing/2014/main" id="{460E6E5F-26A5-F072-D729-A942230A9D3E}"/>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21E4C79B-7EC0-2551-B11D-95283915546A}"/>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7" name="TextBox 77">
                <a:extLst>
                  <a:ext uri="{FF2B5EF4-FFF2-40B4-BE49-F238E27FC236}">
                    <a16:creationId xmlns:a16="http://schemas.microsoft.com/office/drawing/2014/main" id="{EDCF3028-063E-9792-07BE-6CFCE3D69409}"/>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8" name="Group 78">
              <a:extLst>
                <a:ext uri="{FF2B5EF4-FFF2-40B4-BE49-F238E27FC236}">
                  <a16:creationId xmlns:a16="http://schemas.microsoft.com/office/drawing/2014/main" id="{5985ED4C-F4CF-4B04-6C48-00BFFFE8D243}"/>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6344BAEE-6DB5-152B-DAA2-E25368660472}"/>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Box 80">
                <a:extLst>
                  <a:ext uri="{FF2B5EF4-FFF2-40B4-BE49-F238E27FC236}">
                    <a16:creationId xmlns:a16="http://schemas.microsoft.com/office/drawing/2014/main" id="{5C33DE3E-8651-E78E-2642-B391AD8A5BA7}"/>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1" name="Group 81">
              <a:extLst>
                <a:ext uri="{FF2B5EF4-FFF2-40B4-BE49-F238E27FC236}">
                  <a16:creationId xmlns:a16="http://schemas.microsoft.com/office/drawing/2014/main" id="{6394D34E-C94A-632E-32D2-BCFA2BBD5A32}"/>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06664AA7-FF87-A785-2C20-C87A9183E7D6}"/>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3" name="TextBox 83">
                <a:extLst>
                  <a:ext uri="{FF2B5EF4-FFF2-40B4-BE49-F238E27FC236}">
                    <a16:creationId xmlns:a16="http://schemas.microsoft.com/office/drawing/2014/main" id="{77C9EB6E-9736-7D98-4656-F975F3D27EFE}"/>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84" name="Freeform 84">
            <a:extLst>
              <a:ext uri="{FF2B5EF4-FFF2-40B4-BE49-F238E27FC236}">
                <a16:creationId xmlns:a16="http://schemas.microsoft.com/office/drawing/2014/main" id="{1E3B14AB-C5F6-6FAA-79AB-DD4AD0236AD8}"/>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6EFE9368-6F40-26DD-6675-F41ADEFDEB72}"/>
              </a:ext>
            </a:extLst>
          </p:cNvPr>
          <p:cNvSpPr txBox="1"/>
          <p:nvPr/>
        </p:nvSpPr>
        <p:spPr>
          <a:xfrm>
            <a:off x="1670655" y="1597031"/>
            <a:ext cx="15727454" cy="5743752"/>
          </a:xfrm>
          <a:prstGeom prst="rect">
            <a:avLst/>
          </a:prstGeom>
          <a:noFill/>
        </p:spPr>
        <p:txBody>
          <a:bodyPr wrap="square">
            <a:spAutoFit/>
          </a:bodyPr>
          <a:lstStyle/>
          <a:p>
            <a:pPr algn="ctr">
              <a:lnSpc>
                <a:spcPct val="150000"/>
              </a:lnSpc>
            </a:pPr>
            <a:r>
              <a:rPr lang="vi-VN" sz="5000" b="1">
                <a:solidFill>
                  <a:schemeClr val="accent2"/>
                </a:solidFill>
                <a:latin typeface="American Typewriter" panose="02090604020004020304" pitchFamily="18" charset="77"/>
              </a:rPr>
              <a:t>LƯU Ý VỀ ĐỘNG TỪ KHIẾM KHUYẾT</a:t>
            </a:r>
          </a:p>
          <a:p>
            <a:pPr algn="just">
              <a:lnSpc>
                <a:spcPct val="150000"/>
              </a:lnSpc>
            </a:pPr>
            <a:r>
              <a:rPr lang="vi-VN" sz="5000" b="1">
                <a:latin typeface="American Typewriter" panose="02090604020004020304" pitchFamily="18" charset="77"/>
              </a:rPr>
              <a:t>2. Động từ khiếm khuyết </a:t>
            </a:r>
            <a:r>
              <a:rPr lang="vi-VN" sz="5000" b="1">
                <a:solidFill>
                  <a:srgbClr val="FF0000"/>
                </a:solidFill>
                <a:latin typeface="American Typewriter" panose="02090604020004020304" pitchFamily="18" charset="77"/>
              </a:rPr>
              <a:t>không chia theo chủ ngữ</a:t>
            </a:r>
            <a:r>
              <a:rPr lang="vi-VN" sz="5000" b="1">
                <a:latin typeface="American Typewriter" panose="02090604020004020304" pitchFamily="18" charset="77"/>
              </a:rPr>
              <a:t>.</a:t>
            </a:r>
          </a:p>
          <a:p>
            <a:pPr algn="just">
              <a:lnSpc>
                <a:spcPct val="150000"/>
              </a:lnSpc>
            </a:pPr>
            <a:r>
              <a:rPr lang="vi-VN" sz="5000">
                <a:latin typeface="American Typewriter" panose="02090604020004020304" pitchFamily="18" charset="77"/>
              </a:rPr>
              <a:t>– Không thêm </a:t>
            </a:r>
            <a:r>
              <a:rPr lang="vi-VN" sz="5000" b="1">
                <a:solidFill>
                  <a:schemeClr val="accent6"/>
                </a:solidFill>
                <a:latin typeface="American Typewriter" panose="02090604020004020304" pitchFamily="18" charset="77"/>
              </a:rPr>
              <a:t>-s/-es </a:t>
            </a:r>
            <a:r>
              <a:rPr lang="vi-VN" sz="5000">
                <a:latin typeface="American Typewriter" panose="02090604020004020304" pitchFamily="18" charset="77"/>
              </a:rPr>
              <a:t>ở ngôi thứ ba số ít.</a:t>
            </a:r>
          </a:p>
          <a:p>
            <a:pPr algn="just">
              <a:lnSpc>
                <a:spcPct val="150000"/>
              </a:lnSpc>
            </a:pPr>
            <a:r>
              <a:rPr lang="vi-VN" sz="5000">
                <a:latin typeface="American Typewriter" panose="02090604020004020304" pitchFamily="18" charset="77"/>
              </a:rPr>
              <a:t>– </a:t>
            </a:r>
            <a:r>
              <a:rPr lang="vi-VN" sz="5000" b="1">
                <a:solidFill>
                  <a:schemeClr val="accent6"/>
                </a:solidFill>
                <a:latin typeface="American Typewriter" panose="02090604020004020304" pitchFamily="18" charset="77"/>
              </a:rPr>
              <a:t>have to </a:t>
            </a:r>
            <a:r>
              <a:rPr lang="vi-VN" sz="5000">
                <a:latin typeface="American Typewriter" panose="02090604020004020304" pitchFamily="18" charset="77"/>
              </a:rPr>
              <a:t>là ngoại lệ: </a:t>
            </a:r>
            <a:r>
              <a:rPr lang="vi-VN" sz="5000">
                <a:solidFill>
                  <a:srgbClr val="0070C0"/>
                </a:solidFill>
                <a:latin typeface="American Typewriter" panose="02090604020004020304" pitchFamily="18" charset="77"/>
              </a:rPr>
              <a:t>have to → has to</a:t>
            </a:r>
            <a:r>
              <a:rPr lang="vi-VN" sz="5000">
                <a:latin typeface="American Typewriter" panose="02090604020004020304" pitchFamily="18" charset="77"/>
              </a:rPr>
              <a:t>.</a:t>
            </a:r>
          </a:p>
        </p:txBody>
      </p:sp>
    </p:spTree>
    <p:extLst>
      <p:ext uri="{BB962C8B-B14F-4D97-AF65-F5344CB8AC3E}">
        <p14:creationId xmlns:p14="http://schemas.microsoft.com/office/powerpoint/2010/main" val="3089092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D9111-ECF6-9C8B-3F93-925249B768A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92513B1-BC9C-9793-89E2-3F00F4AB71F4}"/>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3ECF46BD-959E-95AC-AF51-8B10F7394118}"/>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D0EC59D7-5742-D7F2-9126-18FEC3DAC352}"/>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 name="Group 5">
            <a:extLst>
              <a:ext uri="{FF2B5EF4-FFF2-40B4-BE49-F238E27FC236}">
                <a16:creationId xmlns:a16="http://schemas.microsoft.com/office/drawing/2014/main" id="{E947A415-ACEC-3F38-2C10-134471A29443}"/>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3565F215-C193-BBFF-894E-E0254E12DBD4}"/>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D4AF0C13-33DE-D469-9625-7B4D928803A8}"/>
                </a:ext>
              </a:extLst>
            </p:cNvPr>
            <p:cNvSpPr txBox="1"/>
            <p:nvPr/>
          </p:nvSpPr>
          <p:spPr>
            <a:xfrm>
              <a:off x="0" y="-47625"/>
              <a:ext cx="5454346" cy="2751565"/>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FEF7EA70-3214-F80E-D599-764916B95C5D}"/>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B84D9A5E-BFBB-377C-8568-4F68D43F5A6E}"/>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E04AA224-6FA7-2108-B955-D540737F91D1}"/>
                </a:ext>
              </a:extLst>
            </p:cNvPr>
            <p:cNvSpPr txBox="1"/>
            <p:nvPr/>
          </p:nvSpPr>
          <p:spPr>
            <a:xfrm>
              <a:off x="0" y="-47625"/>
              <a:ext cx="5429786" cy="2704410"/>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C8343C45-74BB-A13B-9EE5-96D797A39D5D}"/>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F0E4CEC4-7CBC-3730-2CAA-BCBB6EDFB26D}"/>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6707724D-1198-F752-C765-934BFDAF8B2F}"/>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859D69F1-BD3B-4586-021C-CE378CA6B4B4}"/>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AF10CD58-3222-3DD3-98E0-A5DFD37A5FC7}"/>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6A489E97-3EB4-1B6A-1CAC-189077CC2675}"/>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90C3BBEE-63A0-B90B-189C-26F2DB736B39}"/>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EDE92C4E-CA3E-4A19-4A0C-D1F9DD42614B}"/>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FFD76A47-6543-8FC9-0B87-2F151D24CAC2}"/>
                </a:ext>
              </a:extLst>
            </p:cNvPr>
            <p:cNvSpPr txBox="1"/>
            <p:nvPr/>
          </p:nvSpPr>
          <p:spPr>
            <a:xfrm>
              <a:off x="0" y="-47625"/>
              <a:ext cx="3961731" cy="2448417"/>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4" name="Freeform 34">
            <a:extLst>
              <a:ext uri="{FF2B5EF4-FFF2-40B4-BE49-F238E27FC236}">
                <a16:creationId xmlns:a16="http://schemas.microsoft.com/office/drawing/2014/main" id="{6697EAC3-3F20-848F-7EB8-57ECA638509B}"/>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5" name="Group 35">
            <a:extLst>
              <a:ext uri="{FF2B5EF4-FFF2-40B4-BE49-F238E27FC236}">
                <a16:creationId xmlns:a16="http://schemas.microsoft.com/office/drawing/2014/main" id="{C4EAD0EF-BCBC-EB19-111F-85CE77B9A801}"/>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F4F28170-3F21-C528-DD3F-FE2F9C844C91}"/>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A16CF3E3-E902-5D6A-AACC-4755E66F1FF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Box 38">
                <a:extLst>
                  <a:ext uri="{FF2B5EF4-FFF2-40B4-BE49-F238E27FC236}">
                    <a16:creationId xmlns:a16="http://schemas.microsoft.com/office/drawing/2014/main" id="{18B0AE34-C73E-8417-0034-9847218DF86F}"/>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9" name="Group 39">
              <a:extLst>
                <a:ext uri="{FF2B5EF4-FFF2-40B4-BE49-F238E27FC236}">
                  <a16:creationId xmlns:a16="http://schemas.microsoft.com/office/drawing/2014/main" id="{332844AE-5351-3C59-7A1B-46E859C0D68C}"/>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578EEE25-D004-08E8-9614-E0D8346B68C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Box 41">
                <a:extLst>
                  <a:ext uri="{FF2B5EF4-FFF2-40B4-BE49-F238E27FC236}">
                    <a16:creationId xmlns:a16="http://schemas.microsoft.com/office/drawing/2014/main" id="{5E0F5BF5-A711-8271-A4DB-BF0A1BA9F402}"/>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2" name="Group 42">
              <a:extLst>
                <a:ext uri="{FF2B5EF4-FFF2-40B4-BE49-F238E27FC236}">
                  <a16:creationId xmlns:a16="http://schemas.microsoft.com/office/drawing/2014/main" id="{71B9E497-17D2-BDCA-5B80-CC7EC52966A2}"/>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FC1AB5B7-82C8-510A-395B-38ECE8F7E9A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Box 44">
                <a:extLst>
                  <a:ext uri="{FF2B5EF4-FFF2-40B4-BE49-F238E27FC236}">
                    <a16:creationId xmlns:a16="http://schemas.microsoft.com/office/drawing/2014/main" id="{C561F65F-687E-22D6-AAC7-D29183AC5C4F}"/>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5" name="Group 45">
              <a:extLst>
                <a:ext uri="{FF2B5EF4-FFF2-40B4-BE49-F238E27FC236}">
                  <a16:creationId xmlns:a16="http://schemas.microsoft.com/office/drawing/2014/main" id="{A99F0AF3-FD74-2C42-EF84-3F79BA905B2C}"/>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ADEC8AFE-A739-5AD3-D7D3-EC5401B3C99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Box 47">
                <a:extLst>
                  <a:ext uri="{FF2B5EF4-FFF2-40B4-BE49-F238E27FC236}">
                    <a16:creationId xmlns:a16="http://schemas.microsoft.com/office/drawing/2014/main" id="{413503F9-76B3-E6E6-BD90-1938CF5BC3F5}"/>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8" name="Group 48">
              <a:extLst>
                <a:ext uri="{FF2B5EF4-FFF2-40B4-BE49-F238E27FC236}">
                  <a16:creationId xmlns:a16="http://schemas.microsoft.com/office/drawing/2014/main" id="{AD25E4E7-319D-29A0-BC82-617399BF40CC}"/>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84921507-3D75-9BE4-D8FA-4AEF6D50FBE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Box 50">
                <a:extLst>
                  <a:ext uri="{FF2B5EF4-FFF2-40B4-BE49-F238E27FC236}">
                    <a16:creationId xmlns:a16="http://schemas.microsoft.com/office/drawing/2014/main" id="{2A3D48DB-F402-C8AA-A810-1B7D17E9706F}"/>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51" name="Freeform 51">
            <a:extLst>
              <a:ext uri="{FF2B5EF4-FFF2-40B4-BE49-F238E27FC236}">
                <a16:creationId xmlns:a16="http://schemas.microsoft.com/office/drawing/2014/main" id="{5B4047F7-EBB5-9BE6-A90E-B4AA6968403B}"/>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2" name="Group 52">
            <a:extLst>
              <a:ext uri="{FF2B5EF4-FFF2-40B4-BE49-F238E27FC236}">
                <a16:creationId xmlns:a16="http://schemas.microsoft.com/office/drawing/2014/main" id="{239D8C86-2784-A3CA-784A-D8D6C8133B4C}"/>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0CA10F06-1996-C3E6-6AA0-DDBB261C32B5}"/>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D790FA48-812E-500F-A8C6-6BA2996B3BC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ABE8C4E5-9B6B-1B31-484E-F639EDD9DA33}"/>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178C822A-8FBE-12D7-C0FB-3C276D9B0A1E}"/>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50A27E54-5B87-A4E1-74BC-FE4B750B460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5682B03F-1563-4BCD-4863-3872EBADB7F8}"/>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99E19817-0DF4-8BAB-DFA6-E90E1C7CEFF1}"/>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1D374F6F-76F9-4465-29F7-896FDE098DB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A627EE39-669B-F310-C343-9EBE05ABC84E}"/>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4D6B32CC-58FA-A5A1-2847-DD119AC3E6DD}"/>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48E17A4A-AEC4-1674-6941-F7B72BD4C9A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B4FBBE5A-D4A4-9E26-AE80-9F444F36F701}"/>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5" name="Group 65">
              <a:extLst>
                <a:ext uri="{FF2B5EF4-FFF2-40B4-BE49-F238E27FC236}">
                  <a16:creationId xmlns:a16="http://schemas.microsoft.com/office/drawing/2014/main" id="{CEDD8FEA-952D-7C30-7CED-F42D83559CB0}"/>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B79FD43D-C2E5-D72C-4F31-0631EC5B057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Box 67">
                <a:extLst>
                  <a:ext uri="{FF2B5EF4-FFF2-40B4-BE49-F238E27FC236}">
                    <a16:creationId xmlns:a16="http://schemas.microsoft.com/office/drawing/2014/main" id="{7A139571-D1C7-70AD-1A14-473A97F86E7B}"/>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68" name="Group 68">
            <a:extLst>
              <a:ext uri="{FF2B5EF4-FFF2-40B4-BE49-F238E27FC236}">
                <a16:creationId xmlns:a16="http://schemas.microsoft.com/office/drawing/2014/main" id="{D8D23688-7264-20DF-41F1-724E9893B9A9}"/>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CF5429A8-04B8-768D-5E5A-94153F674EBA}"/>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83024AD3-DE6D-D7F7-36D0-73ED043F1D66}"/>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Box 71">
                <a:extLst>
                  <a:ext uri="{FF2B5EF4-FFF2-40B4-BE49-F238E27FC236}">
                    <a16:creationId xmlns:a16="http://schemas.microsoft.com/office/drawing/2014/main" id="{2F5D1522-5939-7C2A-41B2-01F8E57155E6}"/>
                  </a:ext>
                </a:extLst>
              </p:cNvPr>
              <p:cNvSpPr txBox="1"/>
              <p:nvPr/>
            </p:nvSpPr>
            <p:spPr>
              <a:xfrm>
                <a:off x="0" y="-47625"/>
                <a:ext cx="458420"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2" name="Group 72">
              <a:extLst>
                <a:ext uri="{FF2B5EF4-FFF2-40B4-BE49-F238E27FC236}">
                  <a16:creationId xmlns:a16="http://schemas.microsoft.com/office/drawing/2014/main" id="{96C2F09D-3E90-A6B8-7AB5-450B13FCC2DE}"/>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654AD7BD-3B36-D65D-7F34-5B6AC6B00999}"/>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TextBox 74">
                <a:extLst>
                  <a:ext uri="{FF2B5EF4-FFF2-40B4-BE49-F238E27FC236}">
                    <a16:creationId xmlns:a16="http://schemas.microsoft.com/office/drawing/2014/main" id="{2A2E5B89-A6AA-4224-B26D-4D8CF8C22842}"/>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5" name="Group 75">
              <a:extLst>
                <a:ext uri="{FF2B5EF4-FFF2-40B4-BE49-F238E27FC236}">
                  <a16:creationId xmlns:a16="http://schemas.microsoft.com/office/drawing/2014/main" id="{85212D9D-F0F4-158D-56E7-A93592152F0C}"/>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F941B943-595C-A724-CFAB-C3B4EE5965D7}"/>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7" name="TextBox 77">
                <a:extLst>
                  <a:ext uri="{FF2B5EF4-FFF2-40B4-BE49-F238E27FC236}">
                    <a16:creationId xmlns:a16="http://schemas.microsoft.com/office/drawing/2014/main" id="{B6FD0B16-6A30-FED6-2948-B5FF672ACE7C}"/>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8" name="Group 78">
              <a:extLst>
                <a:ext uri="{FF2B5EF4-FFF2-40B4-BE49-F238E27FC236}">
                  <a16:creationId xmlns:a16="http://schemas.microsoft.com/office/drawing/2014/main" id="{25B8F775-9642-BB43-8E5C-35CC3A687532}"/>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C19AF5ED-08D8-DF15-F7F5-A271F6BE4EFC}"/>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Box 80">
                <a:extLst>
                  <a:ext uri="{FF2B5EF4-FFF2-40B4-BE49-F238E27FC236}">
                    <a16:creationId xmlns:a16="http://schemas.microsoft.com/office/drawing/2014/main" id="{CDAF0D8E-4A0D-FB6B-E102-C5A86F4D5604}"/>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1" name="Group 81">
              <a:extLst>
                <a:ext uri="{FF2B5EF4-FFF2-40B4-BE49-F238E27FC236}">
                  <a16:creationId xmlns:a16="http://schemas.microsoft.com/office/drawing/2014/main" id="{6282C9BC-8409-1A01-8BE9-3CECEA1D682C}"/>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E5426519-114A-D4BD-AEFA-81D97C6928E0}"/>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3" name="TextBox 83">
                <a:extLst>
                  <a:ext uri="{FF2B5EF4-FFF2-40B4-BE49-F238E27FC236}">
                    <a16:creationId xmlns:a16="http://schemas.microsoft.com/office/drawing/2014/main" id="{CF8F06BA-DB17-0457-C6E9-471239F1F800}"/>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84" name="Freeform 84">
            <a:extLst>
              <a:ext uri="{FF2B5EF4-FFF2-40B4-BE49-F238E27FC236}">
                <a16:creationId xmlns:a16="http://schemas.microsoft.com/office/drawing/2014/main" id="{F07AC33F-9859-835E-B4AE-9D1FA6BC633C}"/>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75A960F0-BC76-1F1F-B19D-7877E35BE989}"/>
              </a:ext>
            </a:extLst>
          </p:cNvPr>
          <p:cNvSpPr txBox="1"/>
          <p:nvPr/>
        </p:nvSpPr>
        <p:spPr>
          <a:xfrm>
            <a:off x="1670655" y="1597031"/>
            <a:ext cx="15727454" cy="4593180"/>
          </a:xfrm>
          <a:prstGeom prst="rect">
            <a:avLst/>
          </a:prstGeom>
          <a:noFill/>
        </p:spPr>
        <p:txBody>
          <a:bodyPr wrap="square">
            <a:spAutoFit/>
          </a:bodyPr>
          <a:lstStyle/>
          <a:p>
            <a:pPr algn="ctr">
              <a:lnSpc>
                <a:spcPct val="150000"/>
              </a:lnSpc>
            </a:pPr>
            <a:r>
              <a:rPr lang="vi-VN" sz="5000" b="1">
                <a:solidFill>
                  <a:schemeClr val="accent2"/>
                </a:solidFill>
                <a:latin typeface="American Typewriter" panose="02090604020004020304" pitchFamily="18" charset="77"/>
              </a:rPr>
              <a:t>LƯU Ý VỀ ĐỘNG TỪ KHIẾM KHUYẾT</a:t>
            </a:r>
          </a:p>
          <a:p>
            <a:pPr algn="just">
              <a:lnSpc>
                <a:spcPct val="150000"/>
              </a:lnSpc>
            </a:pPr>
            <a:r>
              <a:rPr lang="vi-VN" sz="5000" b="1">
                <a:latin typeface="American Typewriter" panose="02090604020004020304" pitchFamily="18" charset="77"/>
              </a:rPr>
              <a:t>3. Sau động từ khiếm khuyết là </a:t>
            </a:r>
            <a:r>
              <a:rPr lang="vi-VN" sz="5000" b="1">
                <a:solidFill>
                  <a:srgbClr val="FF0000"/>
                </a:solidFill>
                <a:latin typeface="American Typewriter" panose="02090604020004020304" pitchFamily="18" charset="77"/>
              </a:rPr>
              <a:t>động từ nguyên mẫu không “to”</a:t>
            </a:r>
            <a:r>
              <a:rPr lang="vi-VN" sz="5000" b="1">
                <a:latin typeface="American Typewriter" panose="02090604020004020304" pitchFamily="18" charset="77"/>
              </a:rPr>
              <a:t>.</a:t>
            </a:r>
          </a:p>
          <a:p>
            <a:pPr algn="just">
              <a:lnSpc>
                <a:spcPct val="150000"/>
              </a:lnSpc>
            </a:pPr>
            <a:r>
              <a:rPr lang="vi-VN" sz="5000" b="1">
                <a:solidFill>
                  <a:schemeClr val="accent4"/>
                </a:solidFill>
                <a:latin typeface="American Typewriter" panose="02090604020004020304" pitchFamily="18" charset="77"/>
              </a:rPr>
              <a:t>LƯU Ý: </a:t>
            </a:r>
            <a:r>
              <a:rPr lang="vi-VN" sz="5000" b="1">
                <a:solidFill>
                  <a:schemeClr val="accent6"/>
                </a:solidFill>
                <a:latin typeface="American Typewriter" panose="02090604020004020304" pitchFamily="18" charset="77"/>
              </a:rPr>
              <a:t>have to</a:t>
            </a:r>
            <a:r>
              <a:rPr lang="vi-VN" sz="5000">
                <a:latin typeface="American Typewriter" panose="02090604020004020304" pitchFamily="18" charset="77"/>
              </a:rPr>
              <a:t>, </a:t>
            </a:r>
            <a:r>
              <a:rPr lang="vi-VN" sz="5000" b="1">
                <a:solidFill>
                  <a:schemeClr val="accent6"/>
                </a:solidFill>
                <a:latin typeface="American Typewriter" panose="02090604020004020304" pitchFamily="18" charset="77"/>
              </a:rPr>
              <a:t>ought to </a:t>
            </a:r>
            <a:r>
              <a:rPr lang="vi-VN" sz="5000">
                <a:latin typeface="American Typewriter" panose="02090604020004020304" pitchFamily="18" charset="77"/>
              </a:rPr>
              <a:t>có sẵn “to” trong từ.</a:t>
            </a:r>
          </a:p>
        </p:txBody>
      </p:sp>
    </p:spTree>
    <p:extLst>
      <p:ext uri="{BB962C8B-B14F-4D97-AF65-F5344CB8AC3E}">
        <p14:creationId xmlns:p14="http://schemas.microsoft.com/office/powerpoint/2010/main" val="1239838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99E19-A8EB-DF39-B916-5983244C24A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7E50F67-33E3-A944-8242-1BE4649871F6}"/>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63469912-879C-F7F1-1AFA-08F9CA4E42AA}"/>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FB4AA5CF-1EB4-B98F-B5EC-36BDBEE2E702}"/>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 name="Group 5">
            <a:extLst>
              <a:ext uri="{FF2B5EF4-FFF2-40B4-BE49-F238E27FC236}">
                <a16:creationId xmlns:a16="http://schemas.microsoft.com/office/drawing/2014/main" id="{6C93489B-E8A0-8D9A-A40B-D48D2D467220}"/>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18B2E1BB-F971-EECC-8452-BD2B8B7302B6}"/>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E38A42C8-E6C5-7C0A-D83F-3989C18FB4AF}"/>
                </a:ext>
              </a:extLst>
            </p:cNvPr>
            <p:cNvSpPr txBox="1"/>
            <p:nvPr/>
          </p:nvSpPr>
          <p:spPr>
            <a:xfrm>
              <a:off x="0" y="-47625"/>
              <a:ext cx="5454346" cy="2751565"/>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30A8224F-1B8B-942B-013B-785AFBB372D1}"/>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E55A4DBA-554F-8C4A-3863-0A87B9593220}"/>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D71F32E3-F37B-DD56-D642-1620E91141A7}"/>
                </a:ext>
              </a:extLst>
            </p:cNvPr>
            <p:cNvSpPr txBox="1"/>
            <p:nvPr/>
          </p:nvSpPr>
          <p:spPr>
            <a:xfrm>
              <a:off x="0" y="-47625"/>
              <a:ext cx="5429786" cy="2704410"/>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D478E216-4D54-9BD4-387B-9E486749C0FB}"/>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9079DB88-E17F-06BF-DE11-10622D18B7CF}"/>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46725130-3021-AAA5-2276-28D1B1B7AED5}"/>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059FA370-131D-415E-B8CD-E0A9B5BD90D3}"/>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63526DAC-7375-622A-9904-961F7A0D5A95}"/>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893C563D-6D6C-5AB7-471D-DE5EEDF8A7B8}"/>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E8EB1899-670F-CBE8-7798-210CB453B653}"/>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2A3CFF68-1332-DC76-A8F9-AE37B084D178}"/>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CB687402-3F4F-63F4-53D6-AC9D88A710E9}"/>
                </a:ext>
              </a:extLst>
            </p:cNvPr>
            <p:cNvSpPr txBox="1"/>
            <p:nvPr/>
          </p:nvSpPr>
          <p:spPr>
            <a:xfrm>
              <a:off x="0" y="-47625"/>
              <a:ext cx="3961731" cy="2448417"/>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4" name="Freeform 34">
            <a:extLst>
              <a:ext uri="{FF2B5EF4-FFF2-40B4-BE49-F238E27FC236}">
                <a16:creationId xmlns:a16="http://schemas.microsoft.com/office/drawing/2014/main" id="{D2AAF45D-C525-326D-386E-BE41CBFE5755}"/>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5" name="Group 35">
            <a:extLst>
              <a:ext uri="{FF2B5EF4-FFF2-40B4-BE49-F238E27FC236}">
                <a16:creationId xmlns:a16="http://schemas.microsoft.com/office/drawing/2014/main" id="{F437578F-0C73-B6E5-4979-82DC6F47C499}"/>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74091AD7-5D1A-BB65-8CA0-4356ECB1A52D}"/>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B437215E-02EE-BF73-7B04-5AD9213FE45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Box 38">
                <a:extLst>
                  <a:ext uri="{FF2B5EF4-FFF2-40B4-BE49-F238E27FC236}">
                    <a16:creationId xmlns:a16="http://schemas.microsoft.com/office/drawing/2014/main" id="{0AFE8EDD-5F16-2EB2-606B-D01014C421C5}"/>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9" name="Group 39">
              <a:extLst>
                <a:ext uri="{FF2B5EF4-FFF2-40B4-BE49-F238E27FC236}">
                  <a16:creationId xmlns:a16="http://schemas.microsoft.com/office/drawing/2014/main" id="{55B73F0B-80B6-0D9A-D62A-38A96EDDEA31}"/>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ADD09183-1C00-0ABF-934C-C8DDE24D91B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Box 41">
                <a:extLst>
                  <a:ext uri="{FF2B5EF4-FFF2-40B4-BE49-F238E27FC236}">
                    <a16:creationId xmlns:a16="http://schemas.microsoft.com/office/drawing/2014/main" id="{0D67A1AD-7E24-CCDC-9B52-4EC0E21E0EDC}"/>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2" name="Group 42">
              <a:extLst>
                <a:ext uri="{FF2B5EF4-FFF2-40B4-BE49-F238E27FC236}">
                  <a16:creationId xmlns:a16="http://schemas.microsoft.com/office/drawing/2014/main" id="{1AD180F8-85B2-BE44-1D75-AAA73D7CE5B5}"/>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9CE45AC5-77F1-13F2-7996-90E9477377B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Box 44">
                <a:extLst>
                  <a:ext uri="{FF2B5EF4-FFF2-40B4-BE49-F238E27FC236}">
                    <a16:creationId xmlns:a16="http://schemas.microsoft.com/office/drawing/2014/main" id="{2BD307BF-1FBF-9311-BF3A-064FF97474B0}"/>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5" name="Group 45">
              <a:extLst>
                <a:ext uri="{FF2B5EF4-FFF2-40B4-BE49-F238E27FC236}">
                  <a16:creationId xmlns:a16="http://schemas.microsoft.com/office/drawing/2014/main" id="{313A61E3-CA22-D935-B1B9-1CE7A4198663}"/>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73FCFB02-0518-2B00-48D1-749E95BD92B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Box 47">
                <a:extLst>
                  <a:ext uri="{FF2B5EF4-FFF2-40B4-BE49-F238E27FC236}">
                    <a16:creationId xmlns:a16="http://schemas.microsoft.com/office/drawing/2014/main" id="{02662295-6D38-48D8-A71F-3B41503B98D1}"/>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8" name="Group 48">
              <a:extLst>
                <a:ext uri="{FF2B5EF4-FFF2-40B4-BE49-F238E27FC236}">
                  <a16:creationId xmlns:a16="http://schemas.microsoft.com/office/drawing/2014/main" id="{D1C1B4AD-3CC2-2797-83EB-C570A22318F4}"/>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2ECB167F-83ED-B08E-5917-28DBDC5EE26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Box 50">
                <a:extLst>
                  <a:ext uri="{FF2B5EF4-FFF2-40B4-BE49-F238E27FC236}">
                    <a16:creationId xmlns:a16="http://schemas.microsoft.com/office/drawing/2014/main" id="{2FB45247-4FF0-E8FE-340D-C90412696BF4}"/>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51" name="Freeform 51">
            <a:extLst>
              <a:ext uri="{FF2B5EF4-FFF2-40B4-BE49-F238E27FC236}">
                <a16:creationId xmlns:a16="http://schemas.microsoft.com/office/drawing/2014/main" id="{95828281-21A6-87C4-6462-4F76BB484474}"/>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2" name="Group 52">
            <a:extLst>
              <a:ext uri="{FF2B5EF4-FFF2-40B4-BE49-F238E27FC236}">
                <a16:creationId xmlns:a16="http://schemas.microsoft.com/office/drawing/2014/main" id="{DDB4D181-95D5-9E98-00B8-95E5F68FC6C7}"/>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9E63F839-7CCB-321A-E3DB-714F1EFE6052}"/>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7F5DAF1B-2C33-4D22-CF78-E8227833B16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45B15191-0094-8E73-0404-B19798341194}"/>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CD2CCCAE-7033-A521-723E-037B28D83FB8}"/>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C5760E92-8EDF-17C1-FDBF-11C25CF7712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ABB29EC1-017B-F0C3-F8AD-DBBFC5111792}"/>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BB3E4F23-DEEE-2382-0ECE-90D4E22C6FC4}"/>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A6522049-7BCC-0366-F696-0523F335859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7FE6BE19-74C4-3B3A-AA2D-BFF803F78720}"/>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6648BFEF-233D-05B9-591D-0A0D8E8097DF}"/>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6B2D5907-F464-812E-B388-78BBFF351CB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FED951D1-66BC-1EA8-E6E5-0F4F36D060F7}"/>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5" name="Group 65">
              <a:extLst>
                <a:ext uri="{FF2B5EF4-FFF2-40B4-BE49-F238E27FC236}">
                  <a16:creationId xmlns:a16="http://schemas.microsoft.com/office/drawing/2014/main" id="{12648DDA-D3D1-8FEA-6468-4DEF1DC198AC}"/>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8C87C46E-9B6E-9E0D-E6FD-749A272C4B5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Box 67">
                <a:extLst>
                  <a:ext uri="{FF2B5EF4-FFF2-40B4-BE49-F238E27FC236}">
                    <a16:creationId xmlns:a16="http://schemas.microsoft.com/office/drawing/2014/main" id="{719EA9BB-9197-FF99-F018-10EA11808C3A}"/>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68" name="Group 68">
            <a:extLst>
              <a:ext uri="{FF2B5EF4-FFF2-40B4-BE49-F238E27FC236}">
                <a16:creationId xmlns:a16="http://schemas.microsoft.com/office/drawing/2014/main" id="{E13CFE14-43E2-8331-2EE3-2E4202B99719}"/>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C747C246-0827-CADC-56A3-33ADA8FBDF1C}"/>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03CE5C11-A13A-D368-3343-DE58D53E43CA}"/>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Box 71">
                <a:extLst>
                  <a:ext uri="{FF2B5EF4-FFF2-40B4-BE49-F238E27FC236}">
                    <a16:creationId xmlns:a16="http://schemas.microsoft.com/office/drawing/2014/main" id="{515C7C6F-C7CA-6180-7183-64AB6C10ABCC}"/>
                  </a:ext>
                </a:extLst>
              </p:cNvPr>
              <p:cNvSpPr txBox="1"/>
              <p:nvPr/>
            </p:nvSpPr>
            <p:spPr>
              <a:xfrm>
                <a:off x="0" y="-47625"/>
                <a:ext cx="458420"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2" name="Group 72">
              <a:extLst>
                <a:ext uri="{FF2B5EF4-FFF2-40B4-BE49-F238E27FC236}">
                  <a16:creationId xmlns:a16="http://schemas.microsoft.com/office/drawing/2014/main" id="{331BD774-4C8D-6625-750B-5B4F2E6FA834}"/>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2B33F4CC-E34B-C9CA-D8CD-0D46A90EAF01}"/>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TextBox 74">
                <a:extLst>
                  <a:ext uri="{FF2B5EF4-FFF2-40B4-BE49-F238E27FC236}">
                    <a16:creationId xmlns:a16="http://schemas.microsoft.com/office/drawing/2014/main" id="{E0F87ACD-1B59-B0CD-5244-A5BA467FD2D3}"/>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5" name="Group 75">
              <a:extLst>
                <a:ext uri="{FF2B5EF4-FFF2-40B4-BE49-F238E27FC236}">
                  <a16:creationId xmlns:a16="http://schemas.microsoft.com/office/drawing/2014/main" id="{5836AB6B-5A37-BAE8-3AB3-D2068D983529}"/>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66FDE787-3019-7E8E-EECA-7A1A442D94B5}"/>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7" name="TextBox 77">
                <a:extLst>
                  <a:ext uri="{FF2B5EF4-FFF2-40B4-BE49-F238E27FC236}">
                    <a16:creationId xmlns:a16="http://schemas.microsoft.com/office/drawing/2014/main" id="{794BB313-DFDC-5379-B476-EE9F7334828C}"/>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8" name="Group 78">
              <a:extLst>
                <a:ext uri="{FF2B5EF4-FFF2-40B4-BE49-F238E27FC236}">
                  <a16:creationId xmlns:a16="http://schemas.microsoft.com/office/drawing/2014/main" id="{737111A6-0A60-F88A-8F24-BAA9E17F25AA}"/>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B3EF1854-7EEB-B305-053D-E3288C79C68C}"/>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Box 80">
                <a:extLst>
                  <a:ext uri="{FF2B5EF4-FFF2-40B4-BE49-F238E27FC236}">
                    <a16:creationId xmlns:a16="http://schemas.microsoft.com/office/drawing/2014/main" id="{93E78248-1770-FC39-577F-A522872F4ADB}"/>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1" name="Group 81">
              <a:extLst>
                <a:ext uri="{FF2B5EF4-FFF2-40B4-BE49-F238E27FC236}">
                  <a16:creationId xmlns:a16="http://schemas.microsoft.com/office/drawing/2014/main" id="{566B0491-CB85-E977-DA48-8FC0816A7C75}"/>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E957489A-B17D-1291-F1C8-AE4327CE6333}"/>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3" name="TextBox 83">
                <a:extLst>
                  <a:ext uri="{FF2B5EF4-FFF2-40B4-BE49-F238E27FC236}">
                    <a16:creationId xmlns:a16="http://schemas.microsoft.com/office/drawing/2014/main" id="{1938EA5F-1433-8A34-8356-074F9513FF55}"/>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84" name="Freeform 84">
            <a:extLst>
              <a:ext uri="{FF2B5EF4-FFF2-40B4-BE49-F238E27FC236}">
                <a16:creationId xmlns:a16="http://schemas.microsoft.com/office/drawing/2014/main" id="{D97DA3CC-B555-558E-7071-D07A0F99319D}"/>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69F2837C-EA50-C3A3-F938-FA7E026D20A9}"/>
              </a:ext>
            </a:extLst>
          </p:cNvPr>
          <p:cNvSpPr txBox="1"/>
          <p:nvPr/>
        </p:nvSpPr>
        <p:spPr>
          <a:xfrm>
            <a:off x="1670655" y="1597031"/>
            <a:ext cx="15727454" cy="4587153"/>
          </a:xfrm>
          <a:prstGeom prst="rect">
            <a:avLst/>
          </a:prstGeom>
          <a:noFill/>
        </p:spPr>
        <p:txBody>
          <a:bodyPr wrap="square">
            <a:spAutoFit/>
          </a:bodyPr>
          <a:lstStyle/>
          <a:p>
            <a:pPr algn="ctr">
              <a:lnSpc>
                <a:spcPct val="150000"/>
              </a:lnSpc>
            </a:pPr>
            <a:r>
              <a:rPr lang="vi-VN" sz="5000" b="1">
                <a:solidFill>
                  <a:schemeClr val="accent2"/>
                </a:solidFill>
                <a:latin typeface="American Typewriter" panose="02090604020004020304" pitchFamily="18" charset="77"/>
              </a:rPr>
              <a:t>LƯU Ý VỀ ĐỘNG TỪ KHIẾM KHUYẾT</a:t>
            </a:r>
          </a:p>
          <a:p>
            <a:pPr algn="just">
              <a:lnSpc>
                <a:spcPct val="150000"/>
              </a:lnSpc>
            </a:pPr>
            <a:r>
              <a:rPr lang="vi-VN" sz="5000" b="1">
                <a:latin typeface="American Typewriter" panose="02090604020004020304" pitchFamily="18" charset="77"/>
              </a:rPr>
              <a:t>4. Động từ khiếm khuyết trong câu phủ định:</a:t>
            </a:r>
          </a:p>
          <a:p>
            <a:pPr algn="just">
              <a:lnSpc>
                <a:spcPct val="150000"/>
              </a:lnSpc>
            </a:pPr>
            <a:r>
              <a:rPr lang="vi-VN" sz="5000">
                <a:latin typeface="American Typewriter" panose="02090604020004020304" pitchFamily="18" charset="77"/>
              </a:rPr>
              <a:t>– ĐTKK + </a:t>
            </a:r>
            <a:r>
              <a:rPr lang="vi-VN" sz="5000" b="1">
                <a:solidFill>
                  <a:srgbClr val="FF0000"/>
                </a:solidFill>
                <a:latin typeface="American Typewriter" panose="02090604020004020304" pitchFamily="18" charset="77"/>
              </a:rPr>
              <a:t>not</a:t>
            </a:r>
            <a:r>
              <a:rPr lang="vi-VN" sz="5000">
                <a:latin typeface="American Typewriter" panose="02090604020004020304" pitchFamily="18" charset="77"/>
              </a:rPr>
              <a:t> (</a:t>
            </a:r>
            <a:r>
              <a:rPr lang="vi-VN" sz="5000" b="1">
                <a:solidFill>
                  <a:schemeClr val="accent6"/>
                </a:solidFill>
                <a:latin typeface="American Typewriter" panose="02090604020004020304" pitchFamily="18" charset="77"/>
              </a:rPr>
              <a:t>cannot</a:t>
            </a:r>
            <a:r>
              <a:rPr lang="vi-VN" sz="5000">
                <a:latin typeface="American Typewriter" panose="02090604020004020304" pitchFamily="18" charset="77"/>
              </a:rPr>
              <a:t>, </a:t>
            </a:r>
            <a:r>
              <a:rPr lang="vi-VN" sz="5000" b="1">
                <a:solidFill>
                  <a:schemeClr val="accent6"/>
                </a:solidFill>
                <a:latin typeface="American Typewriter" panose="02090604020004020304" pitchFamily="18" charset="77"/>
              </a:rPr>
              <a:t>should not</a:t>
            </a:r>
            <a:r>
              <a:rPr lang="vi-VN" sz="5000">
                <a:latin typeface="American Typewriter" panose="02090604020004020304" pitchFamily="18" charset="77"/>
              </a:rPr>
              <a:t>, </a:t>
            </a:r>
            <a:r>
              <a:rPr lang="vi-VN" sz="5000" b="1">
                <a:solidFill>
                  <a:schemeClr val="accent6"/>
                </a:solidFill>
                <a:latin typeface="American Typewriter" panose="02090604020004020304" pitchFamily="18" charset="77"/>
              </a:rPr>
              <a:t>must not</a:t>
            </a:r>
            <a:r>
              <a:rPr lang="vi-VN" sz="5000">
                <a:latin typeface="American Typewriter" panose="02090604020004020304" pitchFamily="18" charset="77"/>
              </a:rPr>
              <a:t>…)</a:t>
            </a:r>
          </a:p>
          <a:p>
            <a:pPr algn="just">
              <a:lnSpc>
                <a:spcPct val="150000"/>
              </a:lnSpc>
            </a:pPr>
            <a:r>
              <a:rPr lang="vi-VN" sz="5000">
                <a:latin typeface="American Typewriter" panose="02090604020004020304" pitchFamily="18" charset="77"/>
              </a:rPr>
              <a:t>– Với have to: </a:t>
            </a:r>
            <a:r>
              <a:rPr lang="vi-VN" sz="5000" b="1">
                <a:solidFill>
                  <a:srgbClr val="FF0000"/>
                </a:solidFill>
                <a:latin typeface="American Typewriter" panose="02090604020004020304" pitchFamily="18" charset="77"/>
              </a:rPr>
              <a:t>do not/does not</a:t>
            </a:r>
            <a:r>
              <a:rPr lang="vi-VN" sz="5000">
                <a:latin typeface="American Typewriter" panose="02090604020004020304" pitchFamily="18" charset="77"/>
              </a:rPr>
              <a:t> </a:t>
            </a:r>
            <a:r>
              <a:rPr lang="vi-VN" sz="5000" b="1">
                <a:solidFill>
                  <a:schemeClr val="accent6"/>
                </a:solidFill>
                <a:latin typeface="American Typewriter" panose="02090604020004020304" pitchFamily="18" charset="77"/>
              </a:rPr>
              <a:t>have to</a:t>
            </a:r>
            <a:r>
              <a:rPr lang="vi-VN" sz="5000">
                <a:latin typeface="American Typewriter" panose="02090604020004020304" pitchFamily="18" charset="77"/>
              </a:rPr>
              <a:t>.</a:t>
            </a:r>
          </a:p>
        </p:txBody>
      </p:sp>
    </p:spTree>
    <p:extLst>
      <p:ext uri="{BB962C8B-B14F-4D97-AF65-F5344CB8AC3E}">
        <p14:creationId xmlns:p14="http://schemas.microsoft.com/office/powerpoint/2010/main" val="3617623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2C5D8-3D35-0A7A-3696-A2B39B0B390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1CCC385-A659-03A6-9CB9-55665973FD5D}"/>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356CDE1D-74B6-9768-9B6D-67C6FA4A7785}"/>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4B807867-E7A0-5F9C-8A5E-2047D1C487A9}"/>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 name="Group 5">
            <a:extLst>
              <a:ext uri="{FF2B5EF4-FFF2-40B4-BE49-F238E27FC236}">
                <a16:creationId xmlns:a16="http://schemas.microsoft.com/office/drawing/2014/main" id="{11537E60-B4A0-B595-02C0-B5D37D68B009}"/>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D4F6F4EC-B95C-B116-5858-CE2A8B0D4486}"/>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13801E8D-AB71-F454-0733-F05A39D423CF}"/>
                </a:ext>
              </a:extLst>
            </p:cNvPr>
            <p:cNvSpPr txBox="1"/>
            <p:nvPr/>
          </p:nvSpPr>
          <p:spPr>
            <a:xfrm>
              <a:off x="0" y="-47625"/>
              <a:ext cx="5454346" cy="2751565"/>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F3033D6F-FE77-7BC3-51D2-27C418019EF6}"/>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2D475426-1B65-EACC-605F-F838501B24B5}"/>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E51AC1B5-3B79-A315-FB48-A32F5B97563D}"/>
                </a:ext>
              </a:extLst>
            </p:cNvPr>
            <p:cNvSpPr txBox="1"/>
            <p:nvPr/>
          </p:nvSpPr>
          <p:spPr>
            <a:xfrm>
              <a:off x="0" y="-47625"/>
              <a:ext cx="5429786" cy="2704410"/>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177E8C5A-AE69-67A9-F092-1EA5165E45EB}"/>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61C8773F-F3B1-9221-C66E-73A4BC1B02AA}"/>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E4DA395E-E64B-B15E-FEE0-38E0238D13F8}"/>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402BCF69-A105-1B2C-2366-CC06D450D4A6}"/>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D996BF59-A4CF-959E-8B54-071D0A748475}"/>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2F340B46-E8B1-2576-D57F-74E75391771F}"/>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E53691C5-B8EB-C438-0F57-577AFCA70F69}"/>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E833E5A6-42B3-855A-EFC8-E61934586F8A}"/>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449FDDF2-7C03-4A35-11B3-9933CF460C83}"/>
                </a:ext>
              </a:extLst>
            </p:cNvPr>
            <p:cNvSpPr txBox="1"/>
            <p:nvPr/>
          </p:nvSpPr>
          <p:spPr>
            <a:xfrm>
              <a:off x="0" y="-47625"/>
              <a:ext cx="3961731" cy="2448417"/>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4" name="Freeform 34">
            <a:extLst>
              <a:ext uri="{FF2B5EF4-FFF2-40B4-BE49-F238E27FC236}">
                <a16:creationId xmlns:a16="http://schemas.microsoft.com/office/drawing/2014/main" id="{60AED707-E09B-59B5-8EE4-DFDBB4E4C926}"/>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5" name="Group 35">
            <a:extLst>
              <a:ext uri="{FF2B5EF4-FFF2-40B4-BE49-F238E27FC236}">
                <a16:creationId xmlns:a16="http://schemas.microsoft.com/office/drawing/2014/main" id="{0F6894C4-47FD-6AB7-3C9B-6BB88803C8D5}"/>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10EEF92E-E76A-BBFD-B0F8-F57A543ACC85}"/>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C41672E2-9D04-2687-1C10-A7428D3FF45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Box 38">
                <a:extLst>
                  <a:ext uri="{FF2B5EF4-FFF2-40B4-BE49-F238E27FC236}">
                    <a16:creationId xmlns:a16="http://schemas.microsoft.com/office/drawing/2014/main" id="{2ECF443F-F2BC-104D-9E2F-376A3D42994D}"/>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9" name="Group 39">
              <a:extLst>
                <a:ext uri="{FF2B5EF4-FFF2-40B4-BE49-F238E27FC236}">
                  <a16:creationId xmlns:a16="http://schemas.microsoft.com/office/drawing/2014/main" id="{F88C535F-FF2B-B9F4-2FDE-19AF66876502}"/>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793E5F43-43DC-600F-B334-2C83F16E7CC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Box 41">
                <a:extLst>
                  <a:ext uri="{FF2B5EF4-FFF2-40B4-BE49-F238E27FC236}">
                    <a16:creationId xmlns:a16="http://schemas.microsoft.com/office/drawing/2014/main" id="{BBD1D01D-156F-0ADB-E83D-C24A2FF998CD}"/>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2" name="Group 42">
              <a:extLst>
                <a:ext uri="{FF2B5EF4-FFF2-40B4-BE49-F238E27FC236}">
                  <a16:creationId xmlns:a16="http://schemas.microsoft.com/office/drawing/2014/main" id="{73347A49-1A19-BD1B-EF5F-75799BE849EA}"/>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C780C800-EF23-0FE5-E49A-FDBEA9AEC35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Box 44">
                <a:extLst>
                  <a:ext uri="{FF2B5EF4-FFF2-40B4-BE49-F238E27FC236}">
                    <a16:creationId xmlns:a16="http://schemas.microsoft.com/office/drawing/2014/main" id="{B60C64B8-E9B0-4933-C621-05C35CDAE287}"/>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5" name="Group 45">
              <a:extLst>
                <a:ext uri="{FF2B5EF4-FFF2-40B4-BE49-F238E27FC236}">
                  <a16:creationId xmlns:a16="http://schemas.microsoft.com/office/drawing/2014/main" id="{8FDF7F30-4A28-A429-0BEA-6A0E549ECB14}"/>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36CB6F94-DF6E-D665-59EB-AD60EB0E191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Box 47">
                <a:extLst>
                  <a:ext uri="{FF2B5EF4-FFF2-40B4-BE49-F238E27FC236}">
                    <a16:creationId xmlns:a16="http://schemas.microsoft.com/office/drawing/2014/main" id="{DE439BB3-E637-0E7E-4774-3E6229701F41}"/>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8" name="Group 48">
              <a:extLst>
                <a:ext uri="{FF2B5EF4-FFF2-40B4-BE49-F238E27FC236}">
                  <a16:creationId xmlns:a16="http://schemas.microsoft.com/office/drawing/2014/main" id="{AFA36B0C-93CD-DA8A-B8EE-57B4A853378A}"/>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1A6D24E8-181C-A670-1FFC-CFCCA02A433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Box 50">
                <a:extLst>
                  <a:ext uri="{FF2B5EF4-FFF2-40B4-BE49-F238E27FC236}">
                    <a16:creationId xmlns:a16="http://schemas.microsoft.com/office/drawing/2014/main" id="{8A780D54-DAA8-8DAC-E1FE-03C0AE2D6309}"/>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51" name="Freeform 51">
            <a:extLst>
              <a:ext uri="{FF2B5EF4-FFF2-40B4-BE49-F238E27FC236}">
                <a16:creationId xmlns:a16="http://schemas.microsoft.com/office/drawing/2014/main" id="{966EE9A4-1FF8-ABF7-C982-FE9FAF50FCF5}"/>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2" name="Group 52">
            <a:extLst>
              <a:ext uri="{FF2B5EF4-FFF2-40B4-BE49-F238E27FC236}">
                <a16:creationId xmlns:a16="http://schemas.microsoft.com/office/drawing/2014/main" id="{4AEA6F0F-CF8D-9AA2-7824-922BC41C3903}"/>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FFB7A3F6-DB22-CFEA-5730-95F0CF4E6041}"/>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0C046D29-3511-EF1C-B30F-6E00ADF3FEA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FF80DAE5-CD2D-DA6E-CED6-DF788ACA01C8}"/>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D71786CB-2FE8-E282-A42A-211604A5F7B3}"/>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9140FEC3-FD18-3B88-19DB-056A69D9B3D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1196CD3E-0B6E-D12C-190E-3557E7D9B1BB}"/>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667621AB-DC31-6D88-7615-EFEEAFF13F6B}"/>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BFB19296-7D29-6F08-FD71-6E7EF950CC2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440EC8D2-CBB3-7DFC-55C6-1FA6D71381D7}"/>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6A21EF6F-B508-A1B1-3144-220F1BCB46C5}"/>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0DDC4791-90D8-3DBD-065D-56F43D6482C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BF1127EB-123B-7EAC-E9EE-7A3A2865A35F}"/>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5" name="Group 65">
              <a:extLst>
                <a:ext uri="{FF2B5EF4-FFF2-40B4-BE49-F238E27FC236}">
                  <a16:creationId xmlns:a16="http://schemas.microsoft.com/office/drawing/2014/main" id="{BC74765A-E92D-9C2F-2481-EEB54E39486C}"/>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CF33CCFB-82A5-F84C-2E74-3CF496A1B5C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Box 67">
                <a:extLst>
                  <a:ext uri="{FF2B5EF4-FFF2-40B4-BE49-F238E27FC236}">
                    <a16:creationId xmlns:a16="http://schemas.microsoft.com/office/drawing/2014/main" id="{06C49624-8E60-6F75-74CA-7485249DEB45}"/>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68" name="Group 68">
            <a:extLst>
              <a:ext uri="{FF2B5EF4-FFF2-40B4-BE49-F238E27FC236}">
                <a16:creationId xmlns:a16="http://schemas.microsoft.com/office/drawing/2014/main" id="{EEC3EEB5-94E3-7A0E-4D7F-A8345AF6A79C}"/>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DBA728AB-E3E8-EE9C-25BB-54B102285E67}"/>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D1666BBF-A44E-90EE-935A-68F9F67132B4}"/>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Box 71">
                <a:extLst>
                  <a:ext uri="{FF2B5EF4-FFF2-40B4-BE49-F238E27FC236}">
                    <a16:creationId xmlns:a16="http://schemas.microsoft.com/office/drawing/2014/main" id="{361960AD-FE30-E945-4C48-72402935A4E9}"/>
                  </a:ext>
                </a:extLst>
              </p:cNvPr>
              <p:cNvSpPr txBox="1"/>
              <p:nvPr/>
            </p:nvSpPr>
            <p:spPr>
              <a:xfrm>
                <a:off x="0" y="-47625"/>
                <a:ext cx="458420"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2" name="Group 72">
              <a:extLst>
                <a:ext uri="{FF2B5EF4-FFF2-40B4-BE49-F238E27FC236}">
                  <a16:creationId xmlns:a16="http://schemas.microsoft.com/office/drawing/2014/main" id="{C98D17B6-F50D-E44A-9B94-71A9C424B4AF}"/>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D5EB155A-1537-02E5-08CF-849EE9DE7705}"/>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TextBox 74">
                <a:extLst>
                  <a:ext uri="{FF2B5EF4-FFF2-40B4-BE49-F238E27FC236}">
                    <a16:creationId xmlns:a16="http://schemas.microsoft.com/office/drawing/2014/main" id="{32F1E0A1-5314-CB00-0756-8392CC33427B}"/>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5" name="Group 75">
              <a:extLst>
                <a:ext uri="{FF2B5EF4-FFF2-40B4-BE49-F238E27FC236}">
                  <a16:creationId xmlns:a16="http://schemas.microsoft.com/office/drawing/2014/main" id="{2B696C6C-039F-5A49-1525-ECDC90564FA7}"/>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316726D9-B080-BCBC-8403-DC598FEEF70A}"/>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7" name="TextBox 77">
                <a:extLst>
                  <a:ext uri="{FF2B5EF4-FFF2-40B4-BE49-F238E27FC236}">
                    <a16:creationId xmlns:a16="http://schemas.microsoft.com/office/drawing/2014/main" id="{A707E0EF-3E14-1390-C997-4EF9055FA8E0}"/>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8" name="Group 78">
              <a:extLst>
                <a:ext uri="{FF2B5EF4-FFF2-40B4-BE49-F238E27FC236}">
                  <a16:creationId xmlns:a16="http://schemas.microsoft.com/office/drawing/2014/main" id="{DA562B64-1468-C1C8-6D2F-9E7F7DFF8097}"/>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1FDAE811-BF23-60B0-7B8A-971F3B484763}"/>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Box 80">
                <a:extLst>
                  <a:ext uri="{FF2B5EF4-FFF2-40B4-BE49-F238E27FC236}">
                    <a16:creationId xmlns:a16="http://schemas.microsoft.com/office/drawing/2014/main" id="{B45FD635-441A-2B93-0EBF-CF74BB2BDD6E}"/>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1" name="Group 81">
              <a:extLst>
                <a:ext uri="{FF2B5EF4-FFF2-40B4-BE49-F238E27FC236}">
                  <a16:creationId xmlns:a16="http://schemas.microsoft.com/office/drawing/2014/main" id="{B9AAA2CF-824C-37D1-0A67-7EB661B63CFC}"/>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C4B66130-6BD5-1A98-0F41-F81B9E952D51}"/>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3" name="TextBox 83">
                <a:extLst>
                  <a:ext uri="{FF2B5EF4-FFF2-40B4-BE49-F238E27FC236}">
                    <a16:creationId xmlns:a16="http://schemas.microsoft.com/office/drawing/2014/main" id="{0CA0B6B9-068E-0081-3126-8D82034C45A1}"/>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84" name="Freeform 84">
            <a:extLst>
              <a:ext uri="{FF2B5EF4-FFF2-40B4-BE49-F238E27FC236}">
                <a16:creationId xmlns:a16="http://schemas.microsoft.com/office/drawing/2014/main" id="{2329F223-44DE-178B-BCAB-100C085A506A}"/>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4CBA2FAE-FFB5-10CD-9067-C37BC8EC2779}"/>
              </a:ext>
            </a:extLst>
          </p:cNvPr>
          <p:cNvSpPr txBox="1"/>
          <p:nvPr/>
        </p:nvSpPr>
        <p:spPr>
          <a:xfrm>
            <a:off x="1670655" y="1434092"/>
            <a:ext cx="15727454" cy="7259360"/>
          </a:xfrm>
          <a:prstGeom prst="rect">
            <a:avLst/>
          </a:prstGeom>
          <a:noFill/>
        </p:spPr>
        <p:txBody>
          <a:bodyPr wrap="square">
            <a:spAutoFit/>
          </a:bodyPr>
          <a:lstStyle/>
          <a:p>
            <a:pPr algn="ctr">
              <a:lnSpc>
                <a:spcPct val="150000"/>
              </a:lnSpc>
            </a:pPr>
            <a:r>
              <a:rPr lang="vi-VN" sz="4500" b="1">
                <a:solidFill>
                  <a:schemeClr val="accent2"/>
                </a:solidFill>
                <a:latin typeface="American Typewriter" panose="02090604020004020304" pitchFamily="18" charset="77"/>
              </a:rPr>
              <a:t>ĐỘNG TỪ KHIẾM KHUYẾT</a:t>
            </a:r>
          </a:p>
          <a:p>
            <a:pPr algn="just">
              <a:lnSpc>
                <a:spcPct val="150000"/>
              </a:lnSpc>
            </a:pPr>
            <a:r>
              <a:rPr lang="en-VN" sz="4500" b="1">
                <a:solidFill>
                  <a:srgbClr val="00B0F0"/>
                </a:solidFill>
                <a:latin typeface="American Typewriter" panose="02090604020004020304" pitchFamily="18" charset="77"/>
              </a:rPr>
              <a:t>1. “</a:t>
            </a:r>
            <a:r>
              <a:rPr lang="en-US" sz="4500" b="1">
                <a:solidFill>
                  <a:srgbClr val="00B0F0"/>
                </a:solidFill>
                <a:latin typeface="American Typewriter" panose="02090604020004020304" pitchFamily="18" charset="77"/>
              </a:rPr>
              <a:t>can / cannot + V</a:t>
            </a:r>
            <a:r>
              <a:rPr lang="en-US" sz="4500" b="1" baseline="-25000">
                <a:solidFill>
                  <a:srgbClr val="00B0F0"/>
                </a:solidFill>
                <a:latin typeface="American Typewriter" panose="02090604020004020304" pitchFamily="18" charset="77"/>
              </a:rPr>
              <a:t>o</a:t>
            </a:r>
            <a:r>
              <a:rPr lang="en-US" sz="4500" b="1">
                <a:solidFill>
                  <a:srgbClr val="00B0F0"/>
                </a:solidFill>
                <a:latin typeface="American Typewriter" panose="02090604020004020304" pitchFamily="18" charset="77"/>
              </a:rPr>
              <a:t>”</a:t>
            </a:r>
          </a:p>
          <a:p>
            <a:pPr algn="just">
              <a:lnSpc>
                <a:spcPct val="150000"/>
              </a:lnSpc>
            </a:pPr>
            <a:r>
              <a:rPr lang="en-US" sz="4500">
                <a:latin typeface="American Typewriter" panose="02090604020004020304" pitchFamily="18" charset="77"/>
              </a:rPr>
              <a:t>→ Dùng để </a:t>
            </a:r>
            <a:r>
              <a:rPr lang="en-US" sz="4500" b="1">
                <a:latin typeface="American Typewriter" panose="02090604020004020304" pitchFamily="18" charset="77"/>
              </a:rPr>
              <a:t>nói về khả năng, năng lực</a:t>
            </a:r>
            <a:r>
              <a:rPr lang="en-US" sz="4500">
                <a:latin typeface="American Typewriter" panose="02090604020004020304" pitchFamily="18" charset="77"/>
              </a:rPr>
              <a:t> (có thể / không thể)</a:t>
            </a:r>
          </a:p>
          <a:p>
            <a:pPr algn="just">
              <a:lnSpc>
                <a:spcPct val="150000"/>
              </a:lnSpc>
            </a:pPr>
            <a:r>
              <a:rPr lang="en-US" sz="4500" b="1">
                <a:solidFill>
                  <a:srgbClr val="00B0F0"/>
                </a:solidFill>
                <a:latin typeface="American Typewriter" panose="02090604020004020304" pitchFamily="18" charset="77"/>
              </a:rPr>
              <a:t>Ví dụ:</a:t>
            </a:r>
            <a:endParaRPr lang="en-US" sz="4500">
              <a:solidFill>
                <a:srgbClr val="00B0F0"/>
              </a:solidFill>
              <a:latin typeface="American Typewriter" panose="02090604020004020304" pitchFamily="18" charset="77"/>
            </a:endParaRPr>
          </a:p>
          <a:p>
            <a:pPr marL="685800" indent="-685800" algn="just">
              <a:lnSpc>
                <a:spcPct val="150000"/>
              </a:lnSpc>
              <a:buFont typeface="Wingdings" pitchFamily="2" charset="2"/>
              <a:buChar char="§"/>
            </a:pPr>
            <a:r>
              <a:rPr lang="en-US" sz="4500">
                <a:latin typeface="American Typewriter" panose="02090604020004020304" pitchFamily="18" charset="77"/>
              </a:rPr>
              <a:t>He </a:t>
            </a:r>
            <a:r>
              <a:rPr lang="en-US" sz="4500" b="1">
                <a:latin typeface="American Typewriter" panose="02090604020004020304" pitchFamily="18" charset="77"/>
              </a:rPr>
              <a:t>can work</a:t>
            </a:r>
            <a:r>
              <a:rPr lang="en-US" sz="4500">
                <a:latin typeface="American Typewriter" panose="02090604020004020304" pitchFamily="18" charset="77"/>
              </a:rPr>
              <a:t> under pressure.</a:t>
            </a:r>
          </a:p>
          <a:p>
            <a:pPr marL="685800" indent="-685800" algn="just">
              <a:lnSpc>
                <a:spcPct val="150000"/>
              </a:lnSpc>
              <a:buFont typeface="Wingdings" pitchFamily="2" charset="2"/>
              <a:buChar char="§"/>
            </a:pPr>
            <a:r>
              <a:rPr lang="en-US" sz="4500">
                <a:latin typeface="American Typewriter" panose="02090604020004020304" pitchFamily="18" charset="77"/>
              </a:rPr>
              <a:t>She </a:t>
            </a:r>
            <a:r>
              <a:rPr lang="en-US" sz="4500" b="1">
                <a:latin typeface="American Typewriter" panose="02090604020004020304" pitchFamily="18" charset="77"/>
              </a:rPr>
              <a:t>cannot swim</a:t>
            </a:r>
            <a:r>
              <a:rPr lang="en-US" sz="4500">
                <a:latin typeface="American Typewriter" panose="02090604020004020304" pitchFamily="18" charset="77"/>
              </a:rPr>
              <a:t>.</a:t>
            </a:r>
          </a:p>
        </p:txBody>
      </p:sp>
    </p:spTree>
    <p:extLst>
      <p:ext uri="{BB962C8B-B14F-4D97-AF65-F5344CB8AC3E}">
        <p14:creationId xmlns:p14="http://schemas.microsoft.com/office/powerpoint/2010/main" val="3988434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8">
                                            <p:txEl>
                                              <p:pRg st="4" end="4"/>
                                            </p:txEl>
                                          </p:spTgt>
                                        </p:tgtEl>
                                        <p:attrNameLst>
                                          <p:attrName>style.visibility</p:attrName>
                                        </p:attrNameLst>
                                      </p:cBhvr>
                                      <p:to>
                                        <p:strVal val="visible"/>
                                      </p:to>
                                    </p:set>
                                    <p:anim calcmode="lin" valueType="num">
                                      <p:cBhvr additive="base">
                                        <p:cTn id="31" dur="500" fill="hold"/>
                                        <p:tgtEl>
                                          <p:spTgt spid="9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8">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98">
                                            <p:txEl>
                                              <p:pRg st="5" end="5"/>
                                            </p:txEl>
                                          </p:spTgt>
                                        </p:tgtEl>
                                        <p:attrNameLst>
                                          <p:attrName>style.visibility</p:attrName>
                                        </p:attrNameLst>
                                      </p:cBhvr>
                                      <p:to>
                                        <p:strVal val="visible"/>
                                      </p:to>
                                    </p:set>
                                    <p:anim calcmode="lin" valueType="num">
                                      <p:cBhvr additive="base">
                                        <p:cTn id="35" dur="500" fill="hold"/>
                                        <p:tgtEl>
                                          <p:spTgt spid="98">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98">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76610-0E0A-7968-0723-62195296D03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5F59C27-4617-8203-5CEF-6F70027632C5}"/>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C14B99BE-E0F6-92AD-B5A7-A7560DDDCB0C}"/>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B8CC6311-7806-8906-E5C4-0EE1D97B6CF2}"/>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 name="Group 5">
            <a:extLst>
              <a:ext uri="{FF2B5EF4-FFF2-40B4-BE49-F238E27FC236}">
                <a16:creationId xmlns:a16="http://schemas.microsoft.com/office/drawing/2014/main" id="{19507225-BC8B-226B-AD54-8FF42754D5D2}"/>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43845907-274A-B781-3292-A19E9D34D35C}"/>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CA24C038-3A45-3BFB-3643-4720DE371D42}"/>
                </a:ext>
              </a:extLst>
            </p:cNvPr>
            <p:cNvSpPr txBox="1"/>
            <p:nvPr/>
          </p:nvSpPr>
          <p:spPr>
            <a:xfrm>
              <a:off x="0" y="-47625"/>
              <a:ext cx="5454346" cy="2751565"/>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4F4D00DE-DB15-2322-6E53-77D6ECBD7B15}"/>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117FE62A-AC3B-0CB8-1635-0657A0D476DF}"/>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87225605-DA62-0AFB-73C8-9288BB7AB984}"/>
                </a:ext>
              </a:extLst>
            </p:cNvPr>
            <p:cNvSpPr txBox="1"/>
            <p:nvPr/>
          </p:nvSpPr>
          <p:spPr>
            <a:xfrm>
              <a:off x="0" y="-47625"/>
              <a:ext cx="5429786" cy="2704410"/>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B71522AD-C846-27E7-CBDB-D6551AD84F89}"/>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F2A674F1-7CA8-0666-2711-0BFA1F87A777}"/>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2EABC50F-2FFB-1C6D-A08D-F99D100627FF}"/>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89862209-25ED-E6A2-9D85-646235371B44}"/>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0A933ECD-4315-4C22-E4E8-87DA588C1E74}"/>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30E8A9A6-E13B-592F-E92A-305CCBB9D528}"/>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DD21E5E3-0971-D8C2-B678-8CC966791158}"/>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F77619E8-3E69-2A98-DD20-CFE5F8AA654F}"/>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77F375EB-06D7-1E2C-0EB2-66F0A021CC8A}"/>
                </a:ext>
              </a:extLst>
            </p:cNvPr>
            <p:cNvSpPr txBox="1"/>
            <p:nvPr/>
          </p:nvSpPr>
          <p:spPr>
            <a:xfrm>
              <a:off x="0" y="-47625"/>
              <a:ext cx="3961731" cy="2448417"/>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4" name="Freeform 34">
            <a:extLst>
              <a:ext uri="{FF2B5EF4-FFF2-40B4-BE49-F238E27FC236}">
                <a16:creationId xmlns:a16="http://schemas.microsoft.com/office/drawing/2014/main" id="{88656190-D214-5B1A-5761-1B316177987A}"/>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5" name="Group 35">
            <a:extLst>
              <a:ext uri="{FF2B5EF4-FFF2-40B4-BE49-F238E27FC236}">
                <a16:creationId xmlns:a16="http://schemas.microsoft.com/office/drawing/2014/main" id="{44A10741-4868-609D-6C69-14761100F956}"/>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AEE873EB-04B9-654C-9C26-DC5D5F2CF522}"/>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A5DDD448-9BD0-9ED3-1DB1-84688917EAC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Box 38">
                <a:extLst>
                  <a:ext uri="{FF2B5EF4-FFF2-40B4-BE49-F238E27FC236}">
                    <a16:creationId xmlns:a16="http://schemas.microsoft.com/office/drawing/2014/main" id="{2938A5BB-2CE4-4007-4767-B9BFC04CC442}"/>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9" name="Group 39">
              <a:extLst>
                <a:ext uri="{FF2B5EF4-FFF2-40B4-BE49-F238E27FC236}">
                  <a16:creationId xmlns:a16="http://schemas.microsoft.com/office/drawing/2014/main" id="{AE05F9FA-B98D-0E3C-A30F-0EA90D6262DA}"/>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E2FDBF3C-602B-931E-E949-8B3BE7328FC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Box 41">
                <a:extLst>
                  <a:ext uri="{FF2B5EF4-FFF2-40B4-BE49-F238E27FC236}">
                    <a16:creationId xmlns:a16="http://schemas.microsoft.com/office/drawing/2014/main" id="{C18B6E48-9C81-C992-F4AE-67DE73E4ED64}"/>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2" name="Group 42">
              <a:extLst>
                <a:ext uri="{FF2B5EF4-FFF2-40B4-BE49-F238E27FC236}">
                  <a16:creationId xmlns:a16="http://schemas.microsoft.com/office/drawing/2014/main" id="{4A842864-05DE-37AC-92AB-CAA9C5960F38}"/>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D903350A-EC78-0A01-22FD-3BC081A8470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Box 44">
                <a:extLst>
                  <a:ext uri="{FF2B5EF4-FFF2-40B4-BE49-F238E27FC236}">
                    <a16:creationId xmlns:a16="http://schemas.microsoft.com/office/drawing/2014/main" id="{BE956F3B-0BA8-328E-610A-BB98A00EDD90}"/>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5" name="Group 45">
              <a:extLst>
                <a:ext uri="{FF2B5EF4-FFF2-40B4-BE49-F238E27FC236}">
                  <a16:creationId xmlns:a16="http://schemas.microsoft.com/office/drawing/2014/main" id="{6F42C104-32FC-4868-474F-770C718ED992}"/>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B80C0A9F-3534-2AC3-674F-0FD9C10197F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Box 47">
                <a:extLst>
                  <a:ext uri="{FF2B5EF4-FFF2-40B4-BE49-F238E27FC236}">
                    <a16:creationId xmlns:a16="http://schemas.microsoft.com/office/drawing/2014/main" id="{9D712830-DDA8-FAD7-121F-CBE16259A12F}"/>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8" name="Group 48">
              <a:extLst>
                <a:ext uri="{FF2B5EF4-FFF2-40B4-BE49-F238E27FC236}">
                  <a16:creationId xmlns:a16="http://schemas.microsoft.com/office/drawing/2014/main" id="{10192B2D-8EA7-47FF-E63B-304DBC7DB789}"/>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F0FCB239-B647-774B-04FB-8810D75FC15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Box 50">
                <a:extLst>
                  <a:ext uri="{FF2B5EF4-FFF2-40B4-BE49-F238E27FC236}">
                    <a16:creationId xmlns:a16="http://schemas.microsoft.com/office/drawing/2014/main" id="{ECCA5CC2-D776-3558-8F1D-093D86ADEDDF}"/>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51" name="Freeform 51">
            <a:extLst>
              <a:ext uri="{FF2B5EF4-FFF2-40B4-BE49-F238E27FC236}">
                <a16:creationId xmlns:a16="http://schemas.microsoft.com/office/drawing/2014/main" id="{84FFDE7E-419B-A09A-4DBE-D5B54F8CA56E}"/>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2" name="Group 52">
            <a:extLst>
              <a:ext uri="{FF2B5EF4-FFF2-40B4-BE49-F238E27FC236}">
                <a16:creationId xmlns:a16="http://schemas.microsoft.com/office/drawing/2014/main" id="{0E3207BF-427D-52B2-CD36-7D0234B551F0}"/>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65AAE020-9CF0-11C6-12BE-ADFBFF57145D}"/>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80E1F049-1D1C-4392-E57C-7BF223D798D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9EE5DBF7-E97D-0CD5-C3AB-0A10213E2D88}"/>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701834AA-9997-2C54-AB77-736F665911A0}"/>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4445E0BD-A9C5-5B8C-AC43-6335461280A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E32BBC1B-3D8F-A497-59F6-75FCE2B5A54D}"/>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AC76D450-B99B-28BA-5543-84188C5BEA31}"/>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503CA4D2-A158-DE15-8B97-F841731383A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E7C76943-E1A7-E64A-EA23-FF0A3A996C25}"/>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858A8600-E4A9-38FE-D214-407EA2C54FD4}"/>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0695DDE4-B600-4A3C-CA2C-2B7DD57D8D7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1E1B234D-E7EA-8C2B-3FBF-76FCCF78B980}"/>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5" name="Group 65">
              <a:extLst>
                <a:ext uri="{FF2B5EF4-FFF2-40B4-BE49-F238E27FC236}">
                  <a16:creationId xmlns:a16="http://schemas.microsoft.com/office/drawing/2014/main" id="{47E4B6B5-99E1-3867-A514-C44B04AB9655}"/>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A4236341-4983-B2F2-970E-5E3D5FE0600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Box 67">
                <a:extLst>
                  <a:ext uri="{FF2B5EF4-FFF2-40B4-BE49-F238E27FC236}">
                    <a16:creationId xmlns:a16="http://schemas.microsoft.com/office/drawing/2014/main" id="{81286F9C-5257-EE33-E59E-6C973EB218C7}"/>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68" name="Group 68">
            <a:extLst>
              <a:ext uri="{FF2B5EF4-FFF2-40B4-BE49-F238E27FC236}">
                <a16:creationId xmlns:a16="http://schemas.microsoft.com/office/drawing/2014/main" id="{20BF50B4-B512-240C-323F-156CAEBD5CFE}"/>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DB058BE9-FF3D-39D1-CC68-2F8BDAB40BB9}"/>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A3D81567-01B5-A990-33D0-7AAC4293460B}"/>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Box 71">
                <a:extLst>
                  <a:ext uri="{FF2B5EF4-FFF2-40B4-BE49-F238E27FC236}">
                    <a16:creationId xmlns:a16="http://schemas.microsoft.com/office/drawing/2014/main" id="{F29B566D-5407-4A8A-ED72-EA101A263CA0}"/>
                  </a:ext>
                </a:extLst>
              </p:cNvPr>
              <p:cNvSpPr txBox="1"/>
              <p:nvPr/>
            </p:nvSpPr>
            <p:spPr>
              <a:xfrm>
                <a:off x="0" y="-47625"/>
                <a:ext cx="458420"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2" name="Group 72">
              <a:extLst>
                <a:ext uri="{FF2B5EF4-FFF2-40B4-BE49-F238E27FC236}">
                  <a16:creationId xmlns:a16="http://schemas.microsoft.com/office/drawing/2014/main" id="{D78F59FA-60E4-3212-E9FA-A2A0D34AA692}"/>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1619CCFC-2DF9-6B14-2FF6-5851B3033263}"/>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TextBox 74">
                <a:extLst>
                  <a:ext uri="{FF2B5EF4-FFF2-40B4-BE49-F238E27FC236}">
                    <a16:creationId xmlns:a16="http://schemas.microsoft.com/office/drawing/2014/main" id="{F7125BA1-E9EF-D9D2-9F84-16FB1B2DA8BE}"/>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5" name="Group 75">
              <a:extLst>
                <a:ext uri="{FF2B5EF4-FFF2-40B4-BE49-F238E27FC236}">
                  <a16:creationId xmlns:a16="http://schemas.microsoft.com/office/drawing/2014/main" id="{6868D325-CC98-235B-5453-532B7CDBAA9B}"/>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DD85E74E-5939-C3F3-ED94-03B8C76441DE}"/>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7" name="TextBox 77">
                <a:extLst>
                  <a:ext uri="{FF2B5EF4-FFF2-40B4-BE49-F238E27FC236}">
                    <a16:creationId xmlns:a16="http://schemas.microsoft.com/office/drawing/2014/main" id="{4D525168-BC10-9EF5-D00D-82CA608DBBAE}"/>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8" name="Group 78">
              <a:extLst>
                <a:ext uri="{FF2B5EF4-FFF2-40B4-BE49-F238E27FC236}">
                  <a16:creationId xmlns:a16="http://schemas.microsoft.com/office/drawing/2014/main" id="{CEDBE4D6-9A89-2AB1-32C7-4746CFC0A866}"/>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C8641530-D387-716D-B3C3-03E8B38DCA41}"/>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Box 80">
                <a:extLst>
                  <a:ext uri="{FF2B5EF4-FFF2-40B4-BE49-F238E27FC236}">
                    <a16:creationId xmlns:a16="http://schemas.microsoft.com/office/drawing/2014/main" id="{6A71500E-BECD-882C-359D-066596996B09}"/>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1" name="Group 81">
              <a:extLst>
                <a:ext uri="{FF2B5EF4-FFF2-40B4-BE49-F238E27FC236}">
                  <a16:creationId xmlns:a16="http://schemas.microsoft.com/office/drawing/2014/main" id="{C3DADE1A-E84D-0427-CFAA-DC43CCB82197}"/>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48EE9770-FCA3-CAE5-CEF7-8CF0C701890C}"/>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3" name="TextBox 83">
                <a:extLst>
                  <a:ext uri="{FF2B5EF4-FFF2-40B4-BE49-F238E27FC236}">
                    <a16:creationId xmlns:a16="http://schemas.microsoft.com/office/drawing/2014/main" id="{CC2A97BF-DBCF-20FA-13A7-F812E30B6E6A}"/>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84" name="Freeform 84">
            <a:extLst>
              <a:ext uri="{FF2B5EF4-FFF2-40B4-BE49-F238E27FC236}">
                <a16:creationId xmlns:a16="http://schemas.microsoft.com/office/drawing/2014/main" id="{51512F46-7476-83DC-F19C-EF517DD0E7EE}"/>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64853429-FDEE-172C-E228-E5A811ADAED2}"/>
              </a:ext>
            </a:extLst>
          </p:cNvPr>
          <p:cNvSpPr txBox="1"/>
          <p:nvPr/>
        </p:nvSpPr>
        <p:spPr>
          <a:xfrm>
            <a:off x="1670655" y="1989742"/>
            <a:ext cx="15727454" cy="6220614"/>
          </a:xfrm>
          <a:prstGeom prst="rect">
            <a:avLst/>
          </a:prstGeom>
          <a:noFill/>
        </p:spPr>
        <p:txBody>
          <a:bodyPr wrap="square">
            <a:spAutoFit/>
          </a:bodyPr>
          <a:lstStyle/>
          <a:p>
            <a:pPr algn="ctr">
              <a:lnSpc>
                <a:spcPct val="150000"/>
              </a:lnSpc>
            </a:pPr>
            <a:r>
              <a:rPr lang="vi-VN" sz="4500" b="1">
                <a:solidFill>
                  <a:schemeClr val="accent2"/>
                </a:solidFill>
                <a:latin typeface="American Typewriter" panose="02090604020004020304" pitchFamily="18" charset="77"/>
              </a:rPr>
              <a:t>ĐỘNG TỪ KHIẾM KHUYẾT</a:t>
            </a:r>
          </a:p>
          <a:p>
            <a:pPr algn="just">
              <a:lnSpc>
                <a:spcPct val="150000"/>
              </a:lnSpc>
            </a:pPr>
            <a:r>
              <a:rPr lang="en-VN" sz="4500" b="1">
                <a:solidFill>
                  <a:srgbClr val="00B0F0"/>
                </a:solidFill>
                <a:latin typeface="American Typewriter" panose="02090604020004020304" pitchFamily="18" charset="77"/>
              </a:rPr>
              <a:t>2. “</a:t>
            </a:r>
            <a:r>
              <a:rPr lang="en-US" sz="4500" b="1">
                <a:solidFill>
                  <a:srgbClr val="00B0F0"/>
                </a:solidFill>
                <a:latin typeface="American Typewriter" panose="02090604020004020304" pitchFamily="18" charset="77"/>
              </a:rPr>
              <a:t>should / should not + V</a:t>
            </a:r>
            <a:r>
              <a:rPr lang="en-US" sz="4500" b="1" baseline="-25000">
                <a:solidFill>
                  <a:srgbClr val="00B0F0"/>
                </a:solidFill>
                <a:latin typeface="American Typewriter" panose="02090604020004020304" pitchFamily="18" charset="77"/>
              </a:rPr>
              <a:t>o</a:t>
            </a:r>
            <a:r>
              <a:rPr lang="en-US" sz="4500" b="1">
                <a:solidFill>
                  <a:srgbClr val="00B0F0"/>
                </a:solidFill>
                <a:latin typeface="American Typewriter" panose="02090604020004020304" pitchFamily="18" charset="77"/>
              </a:rPr>
              <a:t>”</a:t>
            </a:r>
          </a:p>
          <a:p>
            <a:pPr algn="just">
              <a:lnSpc>
                <a:spcPct val="150000"/>
              </a:lnSpc>
            </a:pPr>
            <a:r>
              <a:rPr lang="en-US" sz="4500">
                <a:latin typeface="American Typewriter" panose="02090604020004020304" pitchFamily="18" charset="77"/>
              </a:rPr>
              <a:t>→ Dùng để </a:t>
            </a:r>
            <a:r>
              <a:rPr lang="vi-VN" sz="4500" b="1">
                <a:latin typeface="American Typewriter" panose="02090604020004020304" pitchFamily="18" charset="77"/>
              </a:rPr>
              <a:t>đưa ra lời khuyên, gợi ý </a:t>
            </a:r>
            <a:r>
              <a:rPr lang="en-US" sz="4500">
                <a:latin typeface="American Typewriter" panose="02090604020004020304" pitchFamily="18" charset="77"/>
              </a:rPr>
              <a:t>(nên / không nên)</a:t>
            </a:r>
          </a:p>
          <a:p>
            <a:pPr algn="just">
              <a:lnSpc>
                <a:spcPct val="150000"/>
              </a:lnSpc>
            </a:pPr>
            <a:r>
              <a:rPr lang="en-US" sz="4500" b="1">
                <a:solidFill>
                  <a:srgbClr val="00B0F0"/>
                </a:solidFill>
                <a:latin typeface="American Typewriter" panose="02090604020004020304" pitchFamily="18" charset="77"/>
              </a:rPr>
              <a:t>Ví dụ:</a:t>
            </a:r>
          </a:p>
          <a:p>
            <a:pPr marL="685800" indent="-685800">
              <a:lnSpc>
                <a:spcPct val="150000"/>
              </a:lnSpc>
              <a:buFont typeface="Wingdings" pitchFamily="2" charset="2"/>
              <a:buChar char="§"/>
            </a:pPr>
            <a:r>
              <a:rPr lang="en-US" sz="4500">
                <a:latin typeface="American Typewriter" panose="02090604020004020304" pitchFamily="18" charset="77"/>
              </a:rPr>
              <a:t>You </a:t>
            </a:r>
            <a:r>
              <a:rPr lang="en-US" sz="4500" b="1">
                <a:latin typeface="American Typewriter" panose="02090604020004020304" pitchFamily="18" charset="77"/>
              </a:rPr>
              <a:t>should study</a:t>
            </a:r>
            <a:r>
              <a:rPr lang="en-US" sz="4500">
                <a:latin typeface="American Typewriter" panose="02090604020004020304" pitchFamily="18" charset="77"/>
              </a:rPr>
              <a:t> hard.</a:t>
            </a:r>
          </a:p>
          <a:p>
            <a:pPr marL="685800" indent="-685800">
              <a:lnSpc>
                <a:spcPct val="150000"/>
              </a:lnSpc>
              <a:buFont typeface="Wingdings" pitchFamily="2" charset="2"/>
              <a:buChar char="§"/>
            </a:pPr>
            <a:r>
              <a:rPr lang="en-US" sz="4500">
                <a:latin typeface="American Typewriter" panose="02090604020004020304" pitchFamily="18" charset="77"/>
              </a:rPr>
              <a:t>We </a:t>
            </a:r>
            <a:r>
              <a:rPr lang="en-US" sz="4500" b="1">
                <a:latin typeface="American Typewriter" panose="02090604020004020304" pitchFamily="18" charset="77"/>
              </a:rPr>
              <a:t>should not skip</a:t>
            </a:r>
            <a:r>
              <a:rPr lang="en-US" sz="4500">
                <a:latin typeface="American Typewriter" panose="02090604020004020304" pitchFamily="18" charset="77"/>
              </a:rPr>
              <a:t> breakfast.</a:t>
            </a:r>
          </a:p>
        </p:txBody>
      </p:sp>
    </p:spTree>
    <p:extLst>
      <p:ext uri="{BB962C8B-B14F-4D97-AF65-F5344CB8AC3E}">
        <p14:creationId xmlns:p14="http://schemas.microsoft.com/office/powerpoint/2010/main" val="3662048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8">
                                            <p:txEl>
                                              <p:pRg st="4" end="4"/>
                                            </p:txEl>
                                          </p:spTgt>
                                        </p:tgtEl>
                                        <p:attrNameLst>
                                          <p:attrName>style.visibility</p:attrName>
                                        </p:attrNameLst>
                                      </p:cBhvr>
                                      <p:to>
                                        <p:strVal val="visible"/>
                                      </p:to>
                                    </p:set>
                                    <p:anim calcmode="lin" valueType="num">
                                      <p:cBhvr additive="base">
                                        <p:cTn id="31" dur="500" fill="hold"/>
                                        <p:tgtEl>
                                          <p:spTgt spid="9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8">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98">
                                            <p:txEl>
                                              <p:pRg st="5" end="5"/>
                                            </p:txEl>
                                          </p:spTgt>
                                        </p:tgtEl>
                                        <p:attrNameLst>
                                          <p:attrName>style.visibility</p:attrName>
                                        </p:attrNameLst>
                                      </p:cBhvr>
                                      <p:to>
                                        <p:strVal val="visible"/>
                                      </p:to>
                                    </p:set>
                                    <p:anim calcmode="lin" valueType="num">
                                      <p:cBhvr additive="base">
                                        <p:cTn id="35" dur="500" fill="hold"/>
                                        <p:tgtEl>
                                          <p:spTgt spid="98">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98">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593C5-8FC2-B745-710A-BAF15F676C6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BC9A1F9-17CC-F192-37E8-FA64BD1B8A09}"/>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536FA345-C7A2-671F-640A-333F3F52868B}"/>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C0CADD01-7162-4931-5E79-A7110C110528}"/>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 name="Group 5">
            <a:extLst>
              <a:ext uri="{FF2B5EF4-FFF2-40B4-BE49-F238E27FC236}">
                <a16:creationId xmlns:a16="http://schemas.microsoft.com/office/drawing/2014/main" id="{858AF301-B6ED-24C9-B129-DE8C423F7FD7}"/>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DF5D66F1-503E-485C-CC6F-2A69AB5CC4EE}"/>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DEC2034D-AFC6-A66E-470A-229078375732}"/>
                </a:ext>
              </a:extLst>
            </p:cNvPr>
            <p:cNvSpPr txBox="1"/>
            <p:nvPr/>
          </p:nvSpPr>
          <p:spPr>
            <a:xfrm>
              <a:off x="0" y="-47625"/>
              <a:ext cx="5454346" cy="2751565"/>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C5EDA867-16BF-47C4-7038-4F5365597031}"/>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2B650E4D-EB08-D259-F6D6-EFA699D89ECE}"/>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1BEA5CE0-BAE6-1C5D-FAB6-7AA188D1868C}"/>
                </a:ext>
              </a:extLst>
            </p:cNvPr>
            <p:cNvSpPr txBox="1"/>
            <p:nvPr/>
          </p:nvSpPr>
          <p:spPr>
            <a:xfrm>
              <a:off x="0" y="-47625"/>
              <a:ext cx="5429786" cy="2704410"/>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88DB5814-FBDB-85D2-A4E7-27DBBC831E42}"/>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6EF0F6CB-4E99-FE9D-AB95-FE9E551AA62A}"/>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A2EB19CF-4320-3A2B-BBB5-BC686D49A3E3}"/>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F0A8F936-DFE3-22DB-AF44-80F7CB769B20}"/>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66F315D6-D177-DAB8-6DA6-C50B028986A5}"/>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8B6194E2-1BCB-8E00-C58F-D1543E23239E}"/>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27CE2DE9-58DC-9E20-627E-ED7163D0DF56}"/>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0DF7C040-911E-8C2C-67CF-34F58F276BDD}"/>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D0C98FEF-A9C2-30FE-0A7D-F3BDAFD0CFDA}"/>
                </a:ext>
              </a:extLst>
            </p:cNvPr>
            <p:cNvSpPr txBox="1"/>
            <p:nvPr/>
          </p:nvSpPr>
          <p:spPr>
            <a:xfrm>
              <a:off x="0" y="-47625"/>
              <a:ext cx="3961731" cy="2448417"/>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4" name="Freeform 34">
            <a:extLst>
              <a:ext uri="{FF2B5EF4-FFF2-40B4-BE49-F238E27FC236}">
                <a16:creationId xmlns:a16="http://schemas.microsoft.com/office/drawing/2014/main" id="{1BDAFCD2-92E8-5B17-E87C-9084584DCBE5}"/>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5" name="Group 35">
            <a:extLst>
              <a:ext uri="{FF2B5EF4-FFF2-40B4-BE49-F238E27FC236}">
                <a16:creationId xmlns:a16="http://schemas.microsoft.com/office/drawing/2014/main" id="{8F85365B-8989-3D96-9018-F7EB99FF65A7}"/>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0E868897-FA56-2E94-5914-5C78CD574CB0}"/>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5C33318A-4F19-F713-6940-B5EE4113DFB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Box 38">
                <a:extLst>
                  <a:ext uri="{FF2B5EF4-FFF2-40B4-BE49-F238E27FC236}">
                    <a16:creationId xmlns:a16="http://schemas.microsoft.com/office/drawing/2014/main" id="{3C68E8CA-6FF3-4C70-A294-12B1C588156F}"/>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9" name="Group 39">
              <a:extLst>
                <a:ext uri="{FF2B5EF4-FFF2-40B4-BE49-F238E27FC236}">
                  <a16:creationId xmlns:a16="http://schemas.microsoft.com/office/drawing/2014/main" id="{7375B8DC-ABEB-87CB-DABD-01A270A7C509}"/>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66D78477-581B-8E6A-D39F-A22F6EB741D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Box 41">
                <a:extLst>
                  <a:ext uri="{FF2B5EF4-FFF2-40B4-BE49-F238E27FC236}">
                    <a16:creationId xmlns:a16="http://schemas.microsoft.com/office/drawing/2014/main" id="{81DAADB6-3E11-E035-36E0-5D3AF539FF3C}"/>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2" name="Group 42">
              <a:extLst>
                <a:ext uri="{FF2B5EF4-FFF2-40B4-BE49-F238E27FC236}">
                  <a16:creationId xmlns:a16="http://schemas.microsoft.com/office/drawing/2014/main" id="{7C1CBB36-5675-A123-D498-FC0CE2ADCCA1}"/>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95A8BF3F-0EEC-75DB-A00F-0F2548EF34C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Box 44">
                <a:extLst>
                  <a:ext uri="{FF2B5EF4-FFF2-40B4-BE49-F238E27FC236}">
                    <a16:creationId xmlns:a16="http://schemas.microsoft.com/office/drawing/2014/main" id="{2222EB43-1D60-177F-584A-BBC9AF181E02}"/>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5" name="Group 45">
              <a:extLst>
                <a:ext uri="{FF2B5EF4-FFF2-40B4-BE49-F238E27FC236}">
                  <a16:creationId xmlns:a16="http://schemas.microsoft.com/office/drawing/2014/main" id="{E9C80A26-083D-1ECD-0496-5700F8668779}"/>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6C62E216-04CA-1D1C-9BDC-C29B5F281A3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Box 47">
                <a:extLst>
                  <a:ext uri="{FF2B5EF4-FFF2-40B4-BE49-F238E27FC236}">
                    <a16:creationId xmlns:a16="http://schemas.microsoft.com/office/drawing/2014/main" id="{D5CCD968-91F6-9151-FCD0-C6E0FBC0B32C}"/>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8" name="Group 48">
              <a:extLst>
                <a:ext uri="{FF2B5EF4-FFF2-40B4-BE49-F238E27FC236}">
                  <a16:creationId xmlns:a16="http://schemas.microsoft.com/office/drawing/2014/main" id="{19612B91-82D9-6AF5-494D-8C8B179D90F8}"/>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0210F5DD-20EC-210C-AFAD-D643DC3FEBA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Box 50">
                <a:extLst>
                  <a:ext uri="{FF2B5EF4-FFF2-40B4-BE49-F238E27FC236}">
                    <a16:creationId xmlns:a16="http://schemas.microsoft.com/office/drawing/2014/main" id="{0D3A90B3-F5E9-9F38-F586-64CFB978EF69}"/>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51" name="Freeform 51">
            <a:extLst>
              <a:ext uri="{FF2B5EF4-FFF2-40B4-BE49-F238E27FC236}">
                <a16:creationId xmlns:a16="http://schemas.microsoft.com/office/drawing/2014/main" id="{63B549FC-560A-D583-53A5-D9A5FF2EB76A}"/>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2" name="Group 52">
            <a:extLst>
              <a:ext uri="{FF2B5EF4-FFF2-40B4-BE49-F238E27FC236}">
                <a16:creationId xmlns:a16="http://schemas.microsoft.com/office/drawing/2014/main" id="{BDC88B7D-25D4-5462-A32A-2AAB301C5212}"/>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5BDAF851-8174-360E-1318-42B83C97933D}"/>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02AB8898-2C1A-584A-6A4C-E21C143A995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2054C054-D45C-D346-D84E-FDCC6647AA0E}"/>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A3020750-DAF3-85C8-2B2D-CCB861774A2C}"/>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9705E861-DE05-912F-F6A4-FDA0ECA1D1A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E1CC0EA3-43D9-2EB1-9950-03D561BA8670}"/>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A4EE9FC2-7E9A-3A54-AABE-656FA96A3F9C}"/>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854341ED-8B00-D91E-391F-CA81D106647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72DDCCEE-AAD2-0B94-1A24-2AE36DCF09C3}"/>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2C64EFB2-C210-5ABC-AEF9-65DC549DBCEB}"/>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970694D4-36A1-9BDD-CA79-C5C6D33F7EB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A771E723-4B6B-9E47-ADE3-F92309F46059}"/>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5" name="Group 65">
              <a:extLst>
                <a:ext uri="{FF2B5EF4-FFF2-40B4-BE49-F238E27FC236}">
                  <a16:creationId xmlns:a16="http://schemas.microsoft.com/office/drawing/2014/main" id="{6D3AD96E-D131-8201-E702-B570E7E9FA82}"/>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32251F80-44D3-7633-E4D2-C68E3ACD400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Box 67">
                <a:extLst>
                  <a:ext uri="{FF2B5EF4-FFF2-40B4-BE49-F238E27FC236}">
                    <a16:creationId xmlns:a16="http://schemas.microsoft.com/office/drawing/2014/main" id="{5AB68496-3B80-1D3F-EFFB-C58752F23C66}"/>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68" name="Group 68">
            <a:extLst>
              <a:ext uri="{FF2B5EF4-FFF2-40B4-BE49-F238E27FC236}">
                <a16:creationId xmlns:a16="http://schemas.microsoft.com/office/drawing/2014/main" id="{0BBD6944-8948-0300-04B3-9D34D98DCA49}"/>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F5F3CD3B-6610-41E1-9B9A-C926B052CD62}"/>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AD504C73-8DC4-39B8-610E-CD29C45A7931}"/>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Box 71">
                <a:extLst>
                  <a:ext uri="{FF2B5EF4-FFF2-40B4-BE49-F238E27FC236}">
                    <a16:creationId xmlns:a16="http://schemas.microsoft.com/office/drawing/2014/main" id="{98284594-DA37-BFA0-5E85-29D314BB7B88}"/>
                  </a:ext>
                </a:extLst>
              </p:cNvPr>
              <p:cNvSpPr txBox="1"/>
              <p:nvPr/>
            </p:nvSpPr>
            <p:spPr>
              <a:xfrm>
                <a:off x="0" y="-47625"/>
                <a:ext cx="458420"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2" name="Group 72">
              <a:extLst>
                <a:ext uri="{FF2B5EF4-FFF2-40B4-BE49-F238E27FC236}">
                  <a16:creationId xmlns:a16="http://schemas.microsoft.com/office/drawing/2014/main" id="{EA725803-5687-B434-6BF5-357134490942}"/>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5AFB1084-CB91-2F05-9507-582F7D571FC2}"/>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TextBox 74">
                <a:extLst>
                  <a:ext uri="{FF2B5EF4-FFF2-40B4-BE49-F238E27FC236}">
                    <a16:creationId xmlns:a16="http://schemas.microsoft.com/office/drawing/2014/main" id="{72BD895D-166B-8DF5-A1CB-413BABC891CC}"/>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5" name="Group 75">
              <a:extLst>
                <a:ext uri="{FF2B5EF4-FFF2-40B4-BE49-F238E27FC236}">
                  <a16:creationId xmlns:a16="http://schemas.microsoft.com/office/drawing/2014/main" id="{0D82C1EE-4BBF-C366-A026-103FB89BC32A}"/>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098A2EFD-2410-E669-43BF-15784EE8DDF5}"/>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7" name="TextBox 77">
                <a:extLst>
                  <a:ext uri="{FF2B5EF4-FFF2-40B4-BE49-F238E27FC236}">
                    <a16:creationId xmlns:a16="http://schemas.microsoft.com/office/drawing/2014/main" id="{54FD7C46-4333-80E1-9947-C23E71B259E9}"/>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8" name="Group 78">
              <a:extLst>
                <a:ext uri="{FF2B5EF4-FFF2-40B4-BE49-F238E27FC236}">
                  <a16:creationId xmlns:a16="http://schemas.microsoft.com/office/drawing/2014/main" id="{9F4840EB-9E74-4989-0189-3565041675EB}"/>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715454D7-7509-EF78-7E41-9F1C31B0D77A}"/>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Box 80">
                <a:extLst>
                  <a:ext uri="{FF2B5EF4-FFF2-40B4-BE49-F238E27FC236}">
                    <a16:creationId xmlns:a16="http://schemas.microsoft.com/office/drawing/2014/main" id="{E52DC5DA-421A-70A9-BFD2-1967DB556688}"/>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1" name="Group 81">
              <a:extLst>
                <a:ext uri="{FF2B5EF4-FFF2-40B4-BE49-F238E27FC236}">
                  <a16:creationId xmlns:a16="http://schemas.microsoft.com/office/drawing/2014/main" id="{6997323C-44FA-839A-28AE-5A7556C80CA2}"/>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E23D3ED1-3B96-FC5B-B6CD-969C153BF5D4}"/>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3" name="TextBox 83">
                <a:extLst>
                  <a:ext uri="{FF2B5EF4-FFF2-40B4-BE49-F238E27FC236}">
                    <a16:creationId xmlns:a16="http://schemas.microsoft.com/office/drawing/2014/main" id="{9A4B08B1-C59D-DB37-2B9B-E2CC3E3562D3}"/>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84" name="Freeform 84">
            <a:extLst>
              <a:ext uri="{FF2B5EF4-FFF2-40B4-BE49-F238E27FC236}">
                <a16:creationId xmlns:a16="http://schemas.microsoft.com/office/drawing/2014/main" id="{A8B5728B-8E17-B44D-60A6-3F27AD804894}"/>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73455D3D-608C-B5F1-3832-2E2CFD50FC29}"/>
              </a:ext>
            </a:extLst>
          </p:cNvPr>
          <p:cNvSpPr txBox="1"/>
          <p:nvPr/>
        </p:nvSpPr>
        <p:spPr>
          <a:xfrm>
            <a:off x="1670655" y="1470369"/>
            <a:ext cx="15727454" cy="7259360"/>
          </a:xfrm>
          <a:prstGeom prst="rect">
            <a:avLst/>
          </a:prstGeom>
          <a:noFill/>
        </p:spPr>
        <p:txBody>
          <a:bodyPr wrap="square">
            <a:spAutoFit/>
          </a:bodyPr>
          <a:lstStyle/>
          <a:p>
            <a:pPr algn="ctr">
              <a:lnSpc>
                <a:spcPct val="150000"/>
              </a:lnSpc>
            </a:pPr>
            <a:r>
              <a:rPr lang="vi-VN" sz="4500" b="1">
                <a:solidFill>
                  <a:schemeClr val="accent2"/>
                </a:solidFill>
                <a:latin typeface="American Typewriter" panose="02090604020004020304" pitchFamily="18" charset="77"/>
              </a:rPr>
              <a:t>ĐỘNG TỪ KHIẾM KHUYẾT</a:t>
            </a:r>
          </a:p>
          <a:p>
            <a:pPr algn="just">
              <a:lnSpc>
                <a:spcPct val="150000"/>
              </a:lnSpc>
            </a:pPr>
            <a:r>
              <a:rPr lang="en-VN" sz="4500" b="1">
                <a:solidFill>
                  <a:srgbClr val="00B0F0"/>
                </a:solidFill>
                <a:latin typeface="American Typewriter" panose="02090604020004020304" pitchFamily="18" charset="77"/>
              </a:rPr>
              <a:t>3. “</a:t>
            </a:r>
            <a:r>
              <a:rPr lang="en-US" sz="4500" b="1">
                <a:solidFill>
                  <a:srgbClr val="00B0F0"/>
                </a:solidFill>
                <a:latin typeface="American Typewriter" panose="02090604020004020304" pitchFamily="18" charset="77"/>
              </a:rPr>
              <a:t>will / will not + V</a:t>
            </a:r>
            <a:r>
              <a:rPr lang="en-US" sz="4500" b="1" baseline="-25000">
                <a:solidFill>
                  <a:srgbClr val="00B0F0"/>
                </a:solidFill>
                <a:latin typeface="American Typewriter" panose="02090604020004020304" pitchFamily="18" charset="77"/>
              </a:rPr>
              <a:t>o</a:t>
            </a:r>
            <a:r>
              <a:rPr lang="en-US" sz="4500" b="1">
                <a:solidFill>
                  <a:srgbClr val="00B0F0"/>
                </a:solidFill>
                <a:latin typeface="American Typewriter" panose="02090604020004020304" pitchFamily="18" charset="77"/>
              </a:rPr>
              <a:t>”</a:t>
            </a:r>
          </a:p>
          <a:p>
            <a:pPr algn="just">
              <a:lnSpc>
                <a:spcPct val="150000"/>
              </a:lnSpc>
            </a:pPr>
            <a:r>
              <a:rPr lang="en-US" sz="4500">
                <a:latin typeface="American Typewriter" panose="02090604020004020304" pitchFamily="18" charset="77"/>
              </a:rPr>
              <a:t>→ Dùng để </a:t>
            </a:r>
            <a:r>
              <a:rPr lang="vi-VN" sz="4500" b="1">
                <a:latin typeface="American Typewriter" panose="02090604020004020304" pitchFamily="18" charset="77"/>
              </a:rPr>
              <a:t>nói về hành động sẽ xảy ra trong tương lai </a:t>
            </a:r>
            <a:r>
              <a:rPr lang="vi-VN" sz="4500">
                <a:latin typeface="American Typewriter" panose="02090604020004020304" pitchFamily="18" charset="77"/>
              </a:rPr>
              <a:t>(dự đoán, quyết định)</a:t>
            </a:r>
          </a:p>
          <a:p>
            <a:pPr algn="just">
              <a:lnSpc>
                <a:spcPct val="150000"/>
              </a:lnSpc>
            </a:pPr>
            <a:r>
              <a:rPr lang="en-US" sz="4500" b="1">
                <a:solidFill>
                  <a:srgbClr val="00B0F0"/>
                </a:solidFill>
                <a:latin typeface="American Typewriter" panose="02090604020004020304" pitchFamily="18" charset="77"/>
              </a:rPr>
              <a:t>Ví dụ:</a:t>
            </a:r>
          </a:p>
          <a:p>
            <a:pPr marL="685800" indent="-685800">
              <a:lnSpc>
                <a:spcPct val="150000"/>
              </a:lnSpc>
              <a:buFont typeface="Wingdings" pitchFamily="2" charset="2"/>
              <a:buChar char="§"/>
            </a:pPr>
            <a:r>
              <a:rPr lang="en-US" sz="4500">
                <a:latin typeface="American Typewriter" panose="02090604020004020304" pitchFamily="18" charset="77"/>
              </a:rPr>
              <a:t>I </a:t>
            </a:r>
            <a:r>
              <a:rPr lang="en-US" sz="4500" b="1">
                <a:latin typeface="American Typewriter" panose="02090604020004020304" pitchFamily="18" charset="77"/>
              </a:rPr>
              <a:t>will eat out</a:t>
            </a:r>
            <a:r>
              <a:rPr lang="en-US" sz="4500">
                <a:latin typeface="American Typewriter" panose="02090604020004020304" pitchFamily="18" charset="77"/>
              </a:rPr>
              <a:t> tonight.</a:t>
            </a:r>
          </a:p>
          <a:p>
            <a:pPr marL="685800" indent="-685800">
              <a:lnSpc>
                <a:spcPct val="150000"/>
              </a:lnSpc>
              <a:buFont typeface="Wingdings" pitchFamily="2" charset="2"/>
              <a:buChar char="§"/>
            </a:pPr>
            <a:r>
              <a:rPr lang="en-US" sz="4500">
                <a:latin typeface="American Typewriter" panose="02090604020004020304" pitchFamily="18" charset="77"/>
              </a:rPr>
              <a:t>He </a:t>
            </a:r>
            <a:r>
              <a:rPr lang="en-US" sz="4500" b="1">
                <a:latin typeface="American Typewriter" panose="02090604020004020304" pitchFamily="18" charset="77"/>
              </a:rPr>
              <a:t>will not join </a:t>
            </a:r>
            <a:r>
              <a:rPr lang="en-US" sz="4500">
                <a:latin typeface="American Typewriter" panose="02090604020004020304" pitchFamily="18" charset="77"/>
              </a:rPr>
              <a:t>the meeting.</a:t>
            </a:r>
          </a:p>
        </p:txBody>
      </p:sp>
    </p:spTree>
    <p:extLst>
      <p:ext uri="{BB962C8B-B14F-4D97-AF65-F5344CB8AC3E}">
        <p14:creationId xmlns:p14="http://schemas.microsoft.com/office/powerpoint/2010/main" val="614513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8">
                                            <p:txEl>
                                              <p:pRg st="4" end="4"/>
                                            </p:txEl>
                                          </p:spTgt>
                                        </p:tgtEl>
                                        <p:attrNameLst>
                                          <p:attrName>style.visibility</p:attrName>
                                        </p:attrNameLst>
                                      </p:cBhvr>
                                      <p:to>
                                        <p:strVal val="visible"/>
                                      </p:to>
                                    </p:set>
                                    <p:anim calcmode="lin" valueType="num">
                                      <p:cBhvr additive="base">
                                        <p:cTn id="31" dur="500" fill="hold"/>
                                        <p:tgtEl>
                                          <p:spTgt spid="9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8">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98">
                                            <p:txEl>
                                              <p:pRg st="5" end="5"/>
                                            </p:txEl>
                                          </p:spTgt>
                                        </p:tgtEl>
                                        <p:attrNameLst>
                                          <p:attrName>style.visibility</p:attrName>
                                        </p:attrNameLst>
                                      </p:cBhvr>
                                      <p:to>
                                        <p:strVal val="visible"/>
                                      </p:to>
                                    </p:set>
                                    <p:anim calcmode="lin" valueType="num">
                                      <p:cBhvr additive="base">
                                        <p:cTn id="35" dur="500" fill="hold"/>
                                        <p:tgtEl>
                                          <p:spTgt spid="98">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98">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CBB16-6450-8B03-D8C5-8D10E700A93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6031A87-2B34-F975-F669-557211D44A14}"/>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47CF9740-A4E1-F282-028E-BE70C99F34CC}"/>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E8252561-334C-09FB-F2F5-7C4E9A8BD47F}"/>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 name="Group 5">
            <a:extLst>
              <a:ext uri="{FF2B5EF4-FFF2-40B4-BE49-F238E27FC236}">
                <a16:creationId xmlns:a16="http://schemas.microsoft.com/office/drawing/2014/main" id="{B4488260-4CDF-F72B-9EA9-C2076ED4C801}"/>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640C91A3-120C-1D09-A12C-188B98170562}"/>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4AA0819E-8E27-BB71-F7AA-5DBD0397DCC3}"/>
                </a:ext>
              </a:extLst>
            </p:cNvPr>
            <p:cNvSpPr txBox="1"/>
            <p:nvPr/>
          </p:nvSpPr>
          <p:spPr>
            <a:xfrm>
              <a:off x="0" y="-47625"/>
              <a:ext cx="5454346" cy="2751565"/>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B1C3C1C7-E567-7628-7FC6-66AA4D4435AF}"/>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1A1367C8-4718-C77A-D08D-DD930919A4A9}"/>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F1E264F8-395A-0620-C7DA-14E17347AB35}"/>
                </a:ext>
              </a:extLst>
            </p:cNvPr>
            <p:cNvSpPr txBox="1"/>
            <p:nvPr/>
          </p:nvSpPr>
          <p:spPr>
            <a:xfrm>
              <a:off x="0" y="-47625"/>
              <a:ext cx="5429786" cy="2704410"/>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4A1E283A-93E3-79CB-9C28-F7D32A8E844E}"/>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AC3BA4E3-3EA9-AD10-53C2-D7B0CAAA81A8}"/>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3CC60213-3166-33EF-D67B-A19AADCBC165}"/>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FAC4D2D8-55C5-519F-D2D1-5E5007CE7D35}"/>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C703DFC9-1BEC-1EFD-7E37-39CBCEBE25EF}"/>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76DD10BA-B66B-8467-0ABA-7096E7208C8A}"/>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9CF17C7E-5467-BBD3-6410-BF85116D81EB}"/>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815FBC4A-BA5B-71C9-B8E6-47BF33FBE17A}"/>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7B4FCBA7-2597-A3D1-D9D1-9EB257864FEB}"/>
                </a:ext>
              </a:extLst>
            </p:cNvPr>
            <p:cNvSpPr txBox="1"/>
            <p:nvPr/>
          </p:nvSpPr>
          <p:spPr>
            <a:xfrm>
              <a:off x="0" y="-47625"/>
              <a:ext cx="3961731" cy="2448417"/>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4" name="Freeform 34">
            <a:extLst>
              <a:ext uri="{FF2B5EF4-FFF2-40B4-BE49-F238E27FC236}">
                <a16:creationId xmlns:a16="http://schemas.microsoft.com/office/drawing/2014/main" id="{9878A040-D8A0-4F7F-2452-99E16D673BD7}"/>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5" name="Group 35">
            <a:extLst>
              <a:ext uri="{FF2B5EF4-FFF2-40B4-BE49-F238E27FC236}">
                <a16:creationId xmlns:a16="http://schemas.microsoft.com/office/drawing/2014/main" id="{FFBB0C89-94A5-F9C3-61DE-4208ACA5D18A}"/>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3A48124C-9138-4FEE-96AF-1229447C755E}"/>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ED9BB0FD-CD4B-6AB5-B647-82FAA062970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Box 38">
                <a:extLst>
                  <a:ext uri="{FF2B5EF4-FFF2-40B4-BE49-F238E27FC236}">
                    <a16:creationId xmlns:a16="http://schemas.microsoft.com/office/drawing/2014/main" id="{026D7F77-7BD3-1A2F-B875-7E0E5FD9E5F2}"/>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9" name="Group 39">
              <a:extLst>
                <a:ext uri="{FF2B5EF4-FFF2-40B4-BE49-F238E27FC236}">
                  <a16:creationId xmlns:a16="http://schemas.microsoft.com/office/drawing/2014/main" id="{07AA1D62-0AAF-4056-E918-A3E8F15F8FCD}"/>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B20F457F-61FA-2015-B71A-9D874638AB6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Box 41">
                <a:extLst>
                  <a:ext uri="{FF2B5EF4-FFF2-40B4-BE49-F238E27FC236}">
                    <a16:creationId xmlns:a16="http://schemas.microsoft.com/office/drawing/2014/main" id="{E28B5BB5-8F31-369A-0FAD-CACC1539EC9B}"/>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2" name="Group 42">
              <a:extLst>
                <a:ext uri="{FF2B5EF4-FFF2-40B4-BE49-F238E27FC236}">
                  <a16:creationId xmlns:a16="http://schemas.microsoft.com/office/drawing/2014/main" id="{A5238B58-AA1C-5F3B-D128-CBCD0E72B968}"/>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0046E68F-5612-DFD4-4544-B3570F71ADE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Box 44">
                <a:extLst>
                  <a:ext uri="{FF2B5EF4-FFF2-40B4-BE49-F238E27FC236}">
                    <a16:creationId xmlns:a16="http://schemas.microsoft.com/office/drawing/2014/main" id="{72A8E6B6-1B90-C8AB-55B6-46B69235845C}"/>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5" name="Group 45">
              <a:extLst>
                <a:ext uri="{FF2B5EF4-FFF2-40B4-BE49-F238E27FC236}">
                  <a16:creationId xmlns:a16="http://schemas.microsoft.com/office/drawing/2014/main" id="{B815D06E-1914-6AEF-D8A3-AC01B990F335}"/>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9C857A80-3421-BE3A-71F3-6A9610A57FE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Box 47">
                <a:extLst>
                  <a:ext uri="{FF2B5EF4-FFF2-40B4-BE49-F238E27FC236}">
                    <a16:creationId xmlns:a16="http://schemas.microsoft.com/office/drawing/2014/main" id="{262D36CB-BCE5-9E23-4D91-DBA0E34951F1}"/>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8" name="Group 48">
              <a:extLst>
                <a:ext uri="{FF2B5EF4-FFF2-40B4-BE49-F238E27FC236}">
                  <a16:creationId xmlns:a16="http://schemas.microsoft.com/office/drawing/2014/main" id="{5B58E9ED-7F2D-7AB7-6D76-B22A13440CC3}"/>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D6AC6A3F-07F0-EBD4-2800-51583B0CC14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Box 50">
                <a:extLst>
                  <a:ext uri="{FF2B5EF4-FFF2-40B4-BE49-F238E27FC236}">
                    <a16:creationId xmlns:a16="http://schemas.microsoft.com/office/drawing/2014/main" id="{D8674147-E190-F490-5A0D-253D2A993513}"/>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51" name="Freeform 51">
            <a:extLst>
              <a:ext uri="{FF2B5EF4-FFF2-40B4-BE49-F238E27FC236}">
                <a16:creationId xmlns:a16="http://schemas.microsoft.com/office/drawing/2014/main" id="{866FD85C-7773-9D5E-5DC9-00347469FB58}"/>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2" name="Group 52">
            <a:extLst>
              <a:ext uri="{FF2B5EF4-FFF2-40B4-BE49-F238E27FC236}">
                <a16:creationId xmlns:a16="http://schemas.microsoft.com/office/drawing/2014/main" id="{AEA97107-EDEB-EEA1-4E80-367D9A45EFDD}"/>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2EE09B33-8E99-2BD9-E562-789D1DB15D2D}"/>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CAC5F563-F4EB-910A-0A25-6B48EA008FA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A5DE3F9C-DB12-278C-5041-14C96EE07560}"/>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4EC22C09-8F1D-DB0E-F362-EAE7F1990941}"/>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FF7FCC4C-B050-9B71-9C06-445D7F7422C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13D412F3-B437-DBEE-7648-D0B78B56A23A}"/>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2CAC4A18-1B3E-E333-BD7D-98CF67761AAB}"/>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5FEACB28-9F1A-F645-9872-FF35C4F44BF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461286FB-C415-631D-551B-49109ECBB5B5}"/>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18FFEC12-9101-5D9A-F88D-83E045B56DA8}"/>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548B87E2-1059-CAB1-4E34-83EF7BA55F3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DAA0EE0F-7912-2BED-1930-BCA370C9C1C6}"/>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5" name="Group 65">
              <a:extLst>
                <a:ext uri="{FF2B5EF4-FFF2-40B4-BE49-F238E27FC236}">
                  <a16:creationId xmlns:a16="http://schemas.microsoft.com/office/drawing/2014/main" id="{123DADD1-1FDB-8FB0-F91C-ADBBE64D8F26}"/>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DB72E294-11B5-4BEB-F78C-C63244C200F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Box 67">
                <a:extLst>
                  <a:ext uri="{FF2B5EF4-FFF2-40B4-BE49-F238E27FC236}">
                    <a16:creationId xmlns:a16="http://schemas.microsoft.com/office/drawing/2014/main" id="{D93F4772-5CC0-3F19-0774-288330DFED07}"/>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68" name="Group 68">
            <a:extLst>
              <a:ext uri="{FF2B5EF4-FFF2-40B4-BE49-F238E27FC236}">
                <a16:creationId xmlns:a16="http://schemas.microsoft.com/office/drawing/2014/main" id="{A2B3858F-D10B-4ABC-B7D5-7C15428EC1EF}"/>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A9334176-FF98-0864-CC8B-BDA049973EAD}"/>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5970725F-EFF4-C0F6-714B-7763CF0704FE}"/>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Box 71">
                <a:extLst>
                  <a:ext uri="{FF2B5EF4-FFF2-40B4-BE49-F238E27FC236}">
                    <a16:creationId xmlns:a16="http://schemas.microsoft.com/office/drawing/2014/main" id="{64FBC6C5-4D8A-3DFC-B432-3589AF0477E9}"/>
                  </a:ext>
                </a:extLst>
              </p:cNvPr>
              <p:cNvSpPr txBox="1"/>
              <p:nvPr/>
            </p:nvSpPr>
            <p:spPr>
              <a:xfrm>
                <a:off x="0" y="-47625"/>
                <a:ext cx="458420"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2" name="Group 72">
              <a:extLst>
                <a:ext uri="{FF2B5EF4-FFF2-40B4-BE49-F238E27FC236}">
                  <a16:creationId xmlns:a16="http://schemas.microsoft.com/office/drawing/2014/main" id="{20A3F791-E38F-6027-B7D8-2F304BDE2FA6}"/>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3B6C0FFE-B71E-4FF0-A445-6263C89B375B}"/>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TextBox 74">
                <a:extLst>
                  <a:ext uri="{FF2B5EF4-FFF2-40B4-BE49-F238E27FC236}">
                    <a16:creationId xmlns:a16="http://schemas.microsoft.com/office/drawing/2014/main" id="{16A6FC6A-AC37-3309-80CD-7F5539E5FFEE}"/>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5" name="Group 75">
              <a:extLst>
                <a:ext uri="{FF2B5EF4-FFF2-40B4-BE49-F238E27FC236}">
                  <a16:creationId xmlns:a16="http://schemas.microsoft.com/office/drawing/2014/main" id="{77F24062-F066-5F37-17C4-B9B8EBB6729A}"/>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D0ABBC53-9166-49B0-9321-50F729A1540E}"/>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7" name="TextBox 77">
                <a:extLst>
                  <a:ext uri="{FF2B5EF4-FFF2-40B4-BE49-F238E27FC236}">
                    <a16:creationId xmlns:a16="http://schemas.microsoft.com/office/drawing/2014/main" id="{E77FEB27-9CB0-C4B6-D30B-59F9C39BDB8B}"/>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8" name="Group 78">
              <a:extLst>
                <a:ext uri="{FF2B5EF4-FFF2-40B4-BE49-F238E27FC236}">
                  <a16:creationId xmlns:a16="http://schemas.microsoft.com/office/drawing/2014/main" id="{93A77139-23D9-9BA1-E020-B3D0DA0CA006}"/>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3F4E4EA8-40DB-F5E5-D39C-ABDF538E73F6}"/>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Box 80">
                <a:extLst>
                  <a:ext uri="{FF2B5EF4-FFF2-40B4-BE49-F238E27FC236}">
                    <a16:creationId xmlns:a16="http://schemas.microsoft.com/office/drawing/2014/main" id="{FB06887D-3956-F966-061F-F2646DA090BC}"/>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1" name="Group 81">
              <a:extLst>
                <a:ext uri="{FF2B5EF4-FFF2-40B4-BE49-F238E27FC236}">
                  <a16:creationId xmlns:a16="http://schemas.microsoft.com/office/drawing/2014/main" id="{53E872FD-A433-972A-F762-1056DF560D94}"/>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442BA50E-F70D-60B4-9010-37AE3FFC9174}"/>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3" name="TextBox 83">
                <a:extLst>
                  <a:ext uri="{FF2B5EF4-FFF2-40B4-BE49-F238E27FC236}">
                    <a16:creationId xmlns:a16="http://schemas.microsoft.com/office/drawing/2014/main" id="{60653502-75DE-C779-FDDE-7D4D89C34926}"/>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84" name="Freeform 84">
            <a:extLst>
              <a:ext uri="{FF2B5EF4-FFF2-40B4-BE49-F238E27FC236}">
                <a16:creationId xmlns:a16="http://schemas.microsoft.com/office/drawing/2014/main" id="{4EB107F6-1443-9F3E-E466-92BADC10CE53}"/>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5F3B1BC5-D2BC-ED77-063C-4EAD83944535}"/>
              </a:ext>
            </a:extLst>
          </p:cNvPr>
          <p:cNvSpPr txBox="1"/>
          <p:nvPr/>
        </p:nvSpPr>
        <p:spPr>
          <a:xfrm>
            <a:off x="1670655" y="1470369"/>
            <a:ext cx="15727454" cy="7259360"/>
          </a:xfrm>
          <a:prstGeom prst="rect">
            <a:avLst/>
          </a:prstGeom>
          <a:noFill/>
        </p:spPr>
        <p:txBody>
          <a:bodyPr wrap="square">
            <a:spAutoFit/>
          </a:bodyPr>
          <a:lstStyle/>
          <a:p>
            <a:pPr algn="ctr">
              <a:lnSpc>
                <a:spcPct val="150000"/>
              </a:lnSpc>
            </a:pPr>
            <a:r>
              <a:rPr lang="vi-VN" sz="4500" b="1">
                <a:solidFill>
                  <a:schemeClr val="accent2"/>
                </a:solidFill>
                <a:latin typeface="American Typewriter" panose="02090604020004020304" pitchFamily="18" charset="77"/>
              </a:rPr>
              <a:t>ĐỘNG TỪ KHIẾM KHUYẾT</a:t>
            </a:r>
          </a:p>
          <a:p>
            <a:pPr algn="just">
              <a:lnSpc>
                <a:spcPct val="150000"/>
              </a:lnSpc>
            </a:pPr>
            <a:r>
              <a:rPr lang="en-VN" sz="4500" b="1">
                <a:solidFill>
                  <a:srgbClr val="00B0F0"/>
                </a:solidFill>
                <a:latin typeface="American Typewriter" panose="02090604020004020304" pitchFamily="18" charset="77"/>
              </a:rPr>
              <a:t>3. “</a:t>
            </a:r>
            <a:r>
              <a:rPr lang="en-US" sz="4500" b="1">
                <a:solidFill>
                  <a:srgbClr val="00B0F0"/>
                </a:solidFill>
                <a:latin typeface="American Typewriter" panose="02090604020004020304" pitchFamily="18" charset="77"/>
              </a:rPr>
              <a:t>will / will not + V</a:t>
            </a:r>
            <a:r>
              <a:rPr lang="en-US" sz="4500" b="1" baseline="-25000">
                <a:solidFill>
                  <a:srgbClr val="00B0F0"/>
                </a:solidFill>
                <a:latin typeface="American Typewriter" panose="02090604020004020304" pitchFamily="18" charset="77"/>
              </a:rPr>
              <a:t>o</a:t>
            </a:r>
            <a:r>
              <a:rPr lang="en-US" sz="4500" b="1">
                <a:solidFill>
                  <a:srgbClr val="00B0F0"/>
                </a:solidFill>
                <a:latin typeface="American Typewriter" panose="02090604020004020304" pitchFamily="18" charset="77"/>
              </a:rPr>
              <a:t>”</a:t>
            </a:r>
          </a:p>
          <a:p>
            <a:pPr algn="just">
              <a:lnSpc>
                <a:spcPct val="150000"/>
              </a:lnSpc>
            </a:pPr>
            <a:r>
              <a:rPr lang="en-US" sz="4500">
                <a:latin typeface="American Typewriter" panose="02090604020004020304" pitchFamily="18" charset="77"/>
              </a:rPr>
              <a:t>→ Dùng để </a:t>
            </a:r>
            <a:r>
              <a:rPr lang="vi-VN" sz="4500" b="1">
                <a:latin typeface="American Typewriter" panose="02090604020004020304" pitchFamily="18" charset="77"/>
              </a:rPr>
              <a:t>nói về hành động sẽ xảy ra trong tương lai </a:t>
            </a:r>
            <a:r>
              <a:rPr lang="vi-VN" sz="4500">
                <a:latin typeface="American Typewriter" panose="02090604020004020304" pitchFamily="18" charset="77"/>
              </a:rPr>
              <a:t>(dự đoán, quyết định)</a:t>
            </a:r>
          </a:p>
          <a:p>
            <a:pPr algn="just">
              <a:lnSpc>
                <a:spcPct val="150000"/>
              </a:lnSpc>
            </a:pPr>
            <a:r>
              <a:rPr lang="en-US" sz="4500" b="1">
                <a:solidFill>
                  <a:srgbClr val="00B0F0"/>
                </a:solidFill>
                <a:latin typeface="American Typewriter" panose="02090604020004020304" pitchFamily="18" charset="77"/>
              </a:rPr>
              <a:t>Ví dụ:</a:t>
            </a:r>
          </a:p>
          <a:p>
            <a:pPr marL="685800" indent="-685800">
              <a:lnSpc>
                <a:spcPct val="150000"/>
              </a:lnSpc>
              <a:buFont typeface="Wingdings" pitchFamily="2" charset="2"/>
              <a:buChar char="§"/>
            </a:pPr>
            <a:r>
              <a:rPr lang="en-US" sz="4500">
                <a:latin typeface="American Typewriter" panose="02090604020004020304" pitchFamily="18" charset="77"/>
              </a:rPr>
              <a:t>I </a:t>
            </a:r>
            <a:r>
              <a:rPr lang="en-US" sz="4500" b="1">
                <a:latin typeface="American Typewriter" panose="02090604020004020304" pitchFamily="18" charset="77"/>
              </a:rPr>
              <a:t>will eat out</a:t>
            </a:r>
            <a:r>
              <a:rPr lang="en-US" sz="4500">
                <a:latin typeface="American Typewriter" panose="02090604020004020304" pitchFamily="18" charset="77"/>
              </a:rPr>
              <a:t> tonight.</a:t>
            </a:r>
          </a:p>
          <a:p>
            <a:pPr marL="685800" indent="-685800">
              <a:lnSpc>
                <a:spcPct val="150000"/>
              </a:lnSpc>
              <a:buFont typeface="Wingdings" pitchFamily="2" charset="2"/>
              <a:buChar char="§"/>
            </a:pPr>
            <a:r>
              <a:rPr lang="en-US" sz="4500">
                <a:latin typeface="American Typewriter" panose="02090604020004020304" pitchFamily="18" charset="77"/>
              </a:rPr>
              <a:t>He </a:t>
            </a:r>
            <a:r>
              <a:rPr lang="en-US" sz="4500" b="1">
                <a:latin typeface="American Typewriter" panose="02090604020004020304" pitchFamily="18" charset="77"/>
              </a:rPr>
              <a:t>will not join </a:t>
            </a:r>
            <a:r>
              <a:rPr lang="en-US" sz="4500">
                <a:latin typeface="American Typewriter" panose="02090604020004020304" pitchFamily="18" charset="77"/>
              </a:rPr>
              <a:t>the meeting.</a:t>
            </a:r>
          </a:p>
        </p:txBody>
      </p:sp>
    </p:spTree>
    <p:extLst>
      <p:ext uri="{BB962C8B-B14F-4D97-AF65-F5344CB8AC3E}">
        <p14:creationId xmlns:p14="http://schemas.microsoft.com/office/powerpoint/2010/main" val="2991640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8">
                                            <p:txEl>
                                              <p:pRg st="4" end="4"/>
                                            </p:txEl>
                                          </p:spTgt>
                                        </p:tgtEl>
                                        <p:attrNameLst>
                                          <p:attrName>style.visibility</p:attrName>
                                        </p:attrNameLst>
                                      </p:cBhvr>
                                      <p:to>
                                        <p:strVal val="visible"/>
                                      </p:to>
                                    </p:set>
                                    <p:anim calcmode="lin" valueType="num">
                                      <p:cBhvr additive="base">
                                        <p:cTn id="31" dur="500" fill="hold"/>
                                        <p:tgtEl>
                                          <p:spTgt spid="9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8">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98">
                                            <p:txEl>
                                              <p:pRg st="5" end="5"/>
                                            </p:txEl>
                                          </p:spTgt>
                                        </p:tgtEl>
                                        <p:attrNameLst>
                                          <p:attrName>style.visibility</p:attrName>
                                        </p:attrNameLst>
                                      </p:cBhvr>
                                      <p:to>
                                        <p:strVal val="visible"/>
                                      </p:to>
                                    </p:set>
                                    <p:anim calcmode="lin" valueType="num">
                                      <p:cBhvr additive="base">
                                        <p:cTn id="35" dur="500" fill="hold"/>
                                        <p:tgtEl>
                                          <p:spTgt spid="98">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98">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8BE20-1977-45AA-82F3-B5CC6753F82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2E9D383-F008-D05B-1C72-FF0E8F965B5A}"/>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endParaRPr lang="en-VN"/>
          </a:p>
        </p:txBody>
      </p:sp>
      <p:sp>
        <p:nvSpPr>
          <p:cNvPr id="3" name="Freeform 3">
            <a:extLst>
              <a:ext uri="{FF2B5EF4-FFF2-40B4-BE49-F238E27FC236}">
                <a16:creationId xmlns:a16="http://schemas.microsoft.com/office/drawing/2014/main" id="{CD8CCFB1-29EF-EA92-6811-28A8CAD90390}"/>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endParaRPr lang="en-VN"/>
          </a:p>
        </p:txBody>
      </p:sp>
      <p:sp>
        <p:nvSpPr>
          <p:cNvPr id="4" name="Freeform 4">
            <a:extLst>
              <a:ext uri="{FF2B5EF4-FFF2-40B4-BE49-F238E27FC236}">
                <a16:creationId xmlns:a16="http://schemas.microsoft.com/office/drawing/2014/main" id="{2CA923BD-04B7-7F53-4EFB-C326812DAE99}"/>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endParaRPr lang="en-VN"/>
          </a:p>
        </p:txBody>
      </p:sp>
      <p:grpSp>
        <p:nvGrpSpPr>
          <p:cNvPr id="5" name="Group 5">
            <a:extLst>
              <a:ext uri="{FF2B5EF4-FFF2-40B4-BE49-F238E27FC236}">
                <a16:creationId xmlns:a16="http://schemas.microsoft.com/office/drawing/2014/main" id="{67663806-5FB1-F287-F432-BFE4ED22C5B9}"/>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80250A3F-ABDE-8EEA-D8DD-BA40045B92E5}"/>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endParaRPr lang="en-VN"/>
            </a:p>
          </p:txBody>
        </p:sp>
        <p:sp>
          <p:nvSpPr>
            <p:cNvPr id="7" name="TextBox 7">
              <a:extLst>
                <a:ext uri="{FF2B5EF4-FFF2-40B4-BE49-F238E27FC236}">
                  <a16:creationId xmlns:a16="http://schemas.microsoft.com/office/drawing/2014/main" id="{C392A189-0F63-6112-4031-37F4BFC5A72A}"/>
                </a:ext>
              </a:extLst>
            </p:cNvPr>
            <p:cNvSpPr txBox="1"/>
            <p:nvPr/>
          </p:nvSpPr>
          <p:spPr>
            <a:xfrm>
              <a:off x="0" y="-47625"/>
              <a:ext cx="5454346" cy="2751565"/>
            </a:xfrm>
            <a:prstGeom prst="rect">
              <a:avLst/>
            </a:prstGeom>
          </p:spPr>
          <p:txBody>
            <a:bodyPr lIns="49849" tIns="49849" rIns="49849" bIns="49849" rtlCol="0" anchor="ctr"/>
            <a:lstStyle/>
            <a:p>
              <a:pPr algn="ctr">
                <a:lnSpc>
                  <a:spcPts val="2659"/>
                </a:lnSpc>
              </a:pPr>
              <a:endParaRPr/>
            </a:p>
          </p:txBody>
        </p:sp>
      </p:grpSp>
      <p:grpSp>
        <p:nvGrpSpPr>
          <p:cNvPr id="8" name="Group 8">
            <a:extLst>
              <a:ext uri="{FF2B5EF4-FFF2-40B4-BE49-F238E27FC236}">
                <a16:creationId xmlns:a16="http://schemas.microsoft.com/office/drawing/2014/main" id="{AA084293-91F1-8444-741D-D0052916BCD2}"/>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93B1105B-8AB4-6F76-6506-A0FB3CD6CE9D}"/>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endParaRPr lang="en-VN"/>
            </a:p>
          </p:txBody>
        </p:sp>
        <p:sp>
          <p:nvSpPr>
            <p:cNvPr id="10" name="TextBox 10">
              <a:extLst>
                <a:ext uri="{FF2B5EF4-FFF2-40B4-BE49-F238E27FC236}">
                  <a16:creationId xmlns:a16="http://schemas.microsoft.com/office/drawing/2014/main" id="{148DF5AC-614C-E59C-63BD-3E21D980F57E}"/>
                </a:ext>
              </a:extLst>
            </p:cNvPr>
            <p:cNvSpPr txBox="1"/>
            <p:nvPr/>
          </p:nvSpPr>
          <p:spPr>
            <a:xfrm>
              <a:off x="0" y="-47625"/>
              <a:ext cx="5429786" cy="2704410"/>
            </a:xfrm>
            <a:prstGeom prst="rect">
              <a:avLst/>
            </a:prstGeom>
          </p:spPr>
          <p:txBody>
            <a:bodyPr lIns="49849" tIns="49849" rIns="49849" bIns="49849" rtlCol="0" anchor="ctr"/>
            <a:lstStyle/>
            <a:p>
              <a:pPr algn="ctr">
                <a:lnSpc>
                  <a:spcPts val="2659"/>
                </a:lnSpc>
              </a:pPr>
              <a:endParaRPr/>
            </a:p>
          </p:txBody>
        </p:sp>
      </p:grpSp>
      <p:grpSp>
        <p:nvGrpSpPr>
          <p:cNvPr id="11" name="Group 11">
            <a:extLst>
              <a:ext uri="{FF2B5EF4-FFF2-40B4-BE49-F238E27FC236}">
                <a16:creationId xmlns:a16="http://schemas.microsoft.com/office/drawing/2014/main" id="{9631B2B6-A5BE-1DB9-B9B4-C8AA128238DB}"/>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99C34031-E2F7-AFFA-5EDA-58EEF77F223B}"/>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endParaRPr lang="en-VN"/>
            </a:p>
          </p:txBody>
        </p:sp>
        <p:sp>
          <p:nvSpPr>
            <p:cNvPr id="13" name="TextBox 13">
              <a:extLst>
                <a:ext uri="{FF2B5EF4-FFF2-40B4-BE49-F238E27FC236}">
                  <a16:creationId xmlns:a16="http://schemas.microsoft.com/office/drawing/2014/main" id="{E9AE6F5A-FA65-4FC3-1E0A-75901DDEC931}"/>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4" name="Group 14">
            <a:extLst>
              <a:ext uri="{FF2B5EF4-FFF2-40B4-BE49-F238E27FC236}">
                <a16:creationId xmlns:a16="http://schemas.microsoft.com/office/drawing/2014/main" id="{285D397C-3457-0F4A-2979-109E73814F8F}"/>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F5331B39-2FF0-5829-1264-45F6580C8A7E}"/>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endParaRPr lang="en-VN"/>
            </a:p>
          </p:txBody>
        </p:sp>
        <p:sp>
          <p:nvSpPr>
            <p:cNvPr id="16" name="TextBox 16">
              <a:extLst>
                <a:ext uri="{FF2B5EF4-FFF2-40B4-BE49-F238E27FC236}">
                  <a16:creationId xmlns:a16="http://schemas.microsoft.com/office/drawing/2014/main" id="{605276B9-0170-C784-B107-51217B5A8329}"/>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7" name="Group 17">
            <a:extLst>
              <a:ext uri="{FF2B5EF4-FFF2-40B4-BE49-F238E27FC236}">
                <a16:creationId xmlns:a16="http://schemas.microsoft.com/office/drawing/2014/main" id="{31604561-0A10-F33E-1143-9D5B42193528}"/>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D0D82F32-229E-6CDB-1AD1-D7B07C6A1C9E}"/>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endParaRPr lang="en-VN"/>
            </a:p>
          </p:txBody>
        </p:sp>
        <p:sp>
          <p:nvSpPr>
            <p:cNvPr id="19" name="TextBox 19">
              <a:extLst>
                <a:ext uri="{FF2B5EF4-FFF2-40B4-BE49-F238E27FC236}">
                  <a16:creationId xmlns:a16="http://schemas.microsoft.com/office/drawing/2014/main" id="{9465FDE5-2A39-4E38-B282-7F4C90CECCA3}"/>
                </a:ext>
              </a:extLst>
            </p:cNvPr>
            <p:cNvSpPr txBox="1"/>
            <p:nvPr/>
          </p:nvSpPr>
          <p:spPr>
            <a:xfrm>
              <a:off x="0" y="-47625"/>
              <a:ext cx="3961731" cy="2448417"/>
            </a:xfrm>
            <a:prstGeom prst="rect">
              <a:avLst/>
            </a:prstGeom>
          </p:spPr>
          <p:txBody>
            <a:bodyPr lIns="49849" tIns="49849" rIns="49849" bIns="49849" rtlCol="0" anchor="ctr"/>
            <a:lstStyle/>
            <a:p>
              <a:pPr algn="ctr">
                <a:lnSpc>
                  <a:spcPts val="2659"/>
                </a:lnSpc>
              </a:pPr>
              <a:endParaRPr/>
            </a:p>
          </p:txBody>
        </p:sp>
      </p:grpSp>
      <p:sp>
        <p:nvSpPr>
          <p:cNvPr id="34" name="Freeform 34">
            <a:extLst>
              <a:ext uri="{FF2B5EF4-FFF2-40B4-BE49-F238E27FC236}">
                <a16:creationId xmlns:a16="http://schemas.microsoft.com/office/drawing/2014/main" id="{FF86B032-67F3-D0CF-4059-E8F39C6ACE9D}"/>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endParaRPr lang="en-VN"/>
          </a:p>
        </p:txBody>
      </p:sp>
      <p:grpSp>
        <p:nvGrpSpPr>
          <p:cNvPr id="35" name="Group 35">
            <a:extLst>
              <a:ext uri="{FF2B5EF4-FFF2-40B4-BE49-F238E27FC236}">
                <a16:creationId xmlns:a16="http://schemas.microsoft.com/office/drawing/2014/main" id="{0857DEBD-4DB9-3D0C-536C-54EC0675DCFF}"/>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55C3D654-3867-1DAA-F27E-56405AAAB54F}"/>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993870EF-EF52-C015-AA37-57A74E29C05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38" name="TextBox 38">
                <a:extLst>
                  <a:ext uri="{FF2B5EF4-FFF2-40B4-BE49-F238E27FC236}">
                    <a16:creationId xmlns:a16="http://schemas.microsoft.com/office/drawing/2014/main" id="{17DA5020-8FEF-C7F7-34E9-A4B039FD344A}"/>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9DC1F4FD-6CF0-00A6-18EB-9DEA91562112}"/>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64839904-75A1-B20E-C068-C16944C0775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1" name="TextBox 41">
                <a:extLst>
                  <a:ext uri="{FF2B5EF4-FFF2-40B4-BE49-F238E27FC236}">
                    <a16:creationId xmlns:a16="http://schemas.microsoft.com/office/drawing/2014/main" id="{2BE72EBB-F321-25D8-9E3E-542B87D97261}"/>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4AF10231-6799-732C-EDEA-8C7755809A72}"/>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4E0A583B-5CC1-4977-AA35-7FE565FFC2B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4" name="TextBox 44">
                <a:extLst>
                  <a:ext uri="{FF2B5EF4-FFF2-40B4-BE49-F238E27FC236}">
                    <a16:creationId xmlns:a16="http://schemas.microsoft.com/office/drawing/2014/main" id="{BF07122B-ABC7-9B60-DE35-E395ECEF3732}"/>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73BE78F0-AD19-9B15-53A7-DD6F0F745E8A}"/>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60574C1B-4C14-7F48-AB63-14A4F889D68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7" name="TextBox 47">
                <a:extLst>
                  <a:ext uri="{FF2B5EF4-FFF2-40B4-BE49-F238E27FC236}">
                    <a16:creationId xmlns:a16="http://schemas.microsoft.com/office/drawing/2014/main" id="{484369E0-522D-C789-19DE-058FFF8B9787}"/>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8" name="Group 48">
              <a:extLst>
                <a:ext uri="{FF2B5EF4-FFF2-40B4-BE49-F238E27FC236}">
                  <a16:creationId xmlns:a16="http://schemas.microsoft.com/office/drawing/2014/main" id="{41C1C2D7-CFCA-3679-B121-8B5CA33C8BDC}"/>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E60CD9AB-E334-37E6-7053-D0BC2730D91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0" name="TextBox 50">
                <a:extLst>
                  <a:ext uri="{FF2B5EF4-FFF2-40B4-BE49-F238E27FC236}">
                    <a16:creationId xmlns:a16="http://schemas.microsoft.com/office/drawing/2014/main" id="{E76EB58E-AFC5-B868-E8BB-E0156CB7B620}"/>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51" name="Freeform 51">
            <a:extLst>
              <a:ext uri="{FF2B5EF4-FFF2-40B4-BE49-F238E27FC236}">
                <a16:creationId xmlns:a16="http://schemas.microsoft.com/office/drawing/2014/main" id="{0F55963F-AABC-4737-A0C3-B71B7E521493}"/>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endParaRPr lang="en-VN"/>
          </a:p>
        </p:txBody>
      </p:sp>
      <p:grpSp>
        <p:nvGrpSpPr>
          <p:cNvPr id="52" name="Group 52">
            <a:extLst>
              <a:ext uri="{FF2B5EF4-FFF2-40B4-BE49-F238E27FC236}">
                <a16:creationId xmlns:a16="http://schemas.microsoft.com/office/drawing/2014/main" id="{FCF11249-A998-ADBF-AF43-720858DA6C1E}"/>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87ACCDD6-8C69-80A1-A88D-3052FEA6D9EA}"/>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3B89B089-D9E7-832F-BFAB-AF538E55809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5" name="TextBox 55">
                <a:extLst>
                  <a:ext uri="{FF2B5EF4-FFF2-40B4-BE49-F238E27FC236}">
                    <a16:creationId xmlns:a16="http://schemas.microsoft.com/office/drawing/2014/main" id="{4365FBE5-5DF0-6515-A5EF-9BFE135ACA3C}"/>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6" name="Group 56">
              <a:extLst>
                <a:ext uri="{FF2B5EF4-FFF2-40B4-BE49-F238E27FC236}">
                  <a16:creationId xmlns:a16="http://schemas.microsoft.com/office/drawing/2014/main" id="{7DD2DB34-846B-D612-00B1-25B89A6726BD}"/>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AFB31F8A-E37B-B729-0AD8-DD87735CE75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8" name="TextBox 58">
                <a:extLst>
                  <a:ext uri="{FF2B5EF4-FFF2-40B4-BE49-F238E27FC236}">
                    <a16:creationId xmlns:a16="http://schemas.microsoft.com/office/drawing/2014/main" id="{E393D3FD-4C1B-26A8-37BA-E3B32C9624FD}"/>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9" name="Group 59">
              <a:extLst>
                <a:ext uri="{FF2B5EF4-FFF2-40B4-BE49-F238E27FC236}">
                  <a16:creationId xmlns:a16="http://schemas.microsoft.com/office/drawing/2014/main" id="{DC166825-F35E-9D96-AFCF-0E6BA6E4EE58}"/>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262BA443-3B85-9C37-F372-B0D9515580C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1" name="TextBox 61">
                <a:extLst>
                  <a:ext uri="{FF2B5EF4-FFF2-40B4-BE49-F238E27FC236}">
                    <a16:creationId xmlns:a16="http://schemas.microsoft.com/office/drawing/2014/main" id="{DCD77F83-BF23-4D91-EA71-B3494459AE03}"/>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2" name="Group 62">
              <a:extLst>
                <a:ext uri="{FF2B5EF4-FFF2-40B4-BE49-F238E27FC236}">
                  <a16:creationId xmlns:a16="http://schemas.microsoft.com/office/drawing/2014/main" id="{BAB2DC75-8F59-5BE6-3C0F-129A06D7F096}"/>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F724E81B-19FD-DB38-C4AA-07A835E194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4" name="TextBox 64">
                <a:extLst>
                  <a:ext uri="{FF2B5EF4-FFF2-40B4-BE49-F238E27FC236}">
                    <a16:creationId xmlns:a16="http://schemas.microsoft.com/office/drawing/2014/main" id="{833C71AA-B98C-C484-D8C9-CBD38A7FAB56}"/>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5" name="Group 65">
              <a:extLst>
                <a:ext uri="{FF2B5EF4-FFF2-40B4-BE49-F238E27FC236}">
                  <a16:creationId xmlns:a16="http://schemas.microsoft.com/office/drawing/2014/main" id="{CAF11BC0-CB43-7AD2-8386-3F31EC25F0B7}"/>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0CF6C34C-17AA-1AD3-7AB8-E5452E46B89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7" name="TextBox 67">
                <a:extLst>
                  <a:ext uri="{FF2B5EF4-FFF2-40B4-BE49-F238E27FC236}">
                    <a16:creationId xmlns:a16="http://schemas.microsoft.com/office/drawing/2014/main" id="{57E2F630-F0A3-FAB7-7463-35DCFB8396EF}"/>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grpSp>
        <p:nvGrpSpPr>
          <p:cNvPr id="68" name="Group 68">
            <a:extLst>
              <a:ext uri="{FF2B5EF4-FFF2-40B4-BE49-F238E27FC236}">
                <a16:creationId xmlns:a16="http://schemas.microsoft.com/office/drawing/2014/main" id="{41EB81BA-8D1C-251D-D66E-DCF4626494B2}"/>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889A7097-A5B2-903A-0427-CCEA5D16AE8C}"/>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4551D540-E66D-9A7E-DFC8-A1D6DF364940}"/>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1" name="TextBox 71">
                <a:extLst>
                  <a:ext uri="{FF2B5EF4-FFF2-40B4-BE49-F238E27FC236}">
                    <a16:creationId xmlns:a16="http://schemas.microsoft.com/office/drawing/2014/main" id="{F45F59B6-F1FB-3000-B364-BB5B71675408}"/>
                  </a:ext>
                </a:extLst>
              </p:cNvPr>
              <p:cNvSpPr txBox="1"/>
              <p:nvPr/>
            </p:nvSpPr>
            <p:spPr>
              <a:xfrm>
                <a:off x="0" y="-47625"/>
                <a:ext cx="458420" cy="126378"/>
              </a:xfrm>
              <a:prstGeom prst="rect">
                <a:avLst/>
              </a:prstGeom>
            </p:spPr>
            <p:txBody>
              <a:bodyPr lIns="49849" tIns="49849" rIns="49849" bIns="49849" rtlCol="0" anchor="ctr"/>
              <a:lstStyle/>
              <a:p>
                <a:pPr algn="ctr">
                  <a:lnSpc>
                    <a:spcPts val="2659"/>
                  </a:lnSpc>
                </a:pPr>
                <a:endParaRPr/>
              </a:p>
            </p:txBody>
          </p:sp>
        </p:grpSp>
        <p:grpSp>
          <p:nvGrpSpPr>
            <p:cNvPr id="72" name="Group 72">
              <a:extLst>
                <a:ext uri="{FF2B5EF4-FFF2-40B4-BE49-F238E27FC236}">
                  <a16:creationId xmlns:a16="http://schemas.microsoft.com/office/drawing/2014/main" id="{AD69BAD6-322B-0E27-3F0D-E3C20C4578CB}"/>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95AE8F37-3F09-B38A-C741-B7C59CC3B537}"/>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4" name="TextBox 74">
                <a:extLst>
                  <a:ext uri="{FF2B5EF4-FFF2-40B4-BE49-F238E27FC236}">
                    <a16:creationId xmlns:a16="http://schemas.microsoft.com/office/drawing/2014/main" id="{1772F0B3-8C56-3C6A-62F3-9CA60CCD4598}"/>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5" name="Group 75">
              <a:extLst>
                <a:ext uri="{FF2B5EF4-FFF2-40B4-BE49-F238E27FC236}">
                  <a16:creationId xmlns:a16="http://schemas.microsoft.com/office/drawing/2014/main" id="{5E6B09C1-FA8A-C994-D9DA-0A175F468403}"/>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7AF915E8-D4DF-3873-86A8-42C2E17FD5EB}"/>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7" name="TextBox 77">
                <a:extLst>
                  <a:ext uri="{FF2B5EF4-FFF2-40B4-BE49-F238E27FC236}">
                    <a16:creationId xmlns:a16="http://schemas.microsoft.com/office/drawing/2014/main" id="{33B2D76A-3B69-1B34-7C06-1C96F9B52291}"/>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8" name="Group 78">
              <a:extLst>
                <a:ext uri="{FF2B5EF4-FFF2-40B4-BE49-F238E27FC236}">
                  <a16:creationId xmlns:a16="http://schemas.microsoft.com/office/drawing/2014/main" id="{A6713FCD-036B-E184-5CA6-ADED6EF69F6B}"/>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100FD32D-5F3B-5C91-4D56-2B51E51BC127}"/>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0" name="TextBox 80">
                <a:extLst>
                  <a:ext uri="{FF2B5EF4-FFF2-40B4-BE49-F238E27FC236}">
                    <a16:creationId xmlns:a16="http://schemas.microsoft.com/office/drawing/2014/main" id="{DBB54D5D-78EA-BB06-CE03-997BE21A5054}"/>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81" name="Group 81">
              <a:extLst>
                <a:ext uri="{FF2B5EF4-FFF2-40B4-BE49-F238E27FC236}">
                  <a16:creationId xmlns:a16="http://schemas.microsoft.com/office/drawing/2014/main" id="{81BC9A89-30CD-B4B9-5FFF-C95813F83B4E}"/>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4EA5FB6B-2F9F-ABDD-3E7F-DB21A90314FC}"/>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3" name="TextBox 83">
                <a:extLst>
                  <a:ext uri="{FF2B5EF4-FFF2-40B4-BE49-F238E27FC236}">
                    <a16:creationId xmlns:a16="http://schemas.microsoft.com/office/drawing/2014/main" id="{B4DDDE46-5F39-49A9-BBB2-111F43E38776}"/>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sp>
        <p:nvSpPr>
          <p:cNvPr id="84" name="Freeform 84">
            <a:extLst>
              <a:ext uri="{FF2B5EF4-FFF2-40B4-BE49-F238E27FC236}">
                <a16:creationId xmlns:a16="http://schemas.microsoft.com/office/drawing/2014/main" id="{5DE01FE6-4858-1163-8BC4-C97B3B19A629}"/>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98" name="TextBox 97">
            <a:extLst>
              <a:ext uri="{FF2B5EF4-FFF2-40B4-BE49-F238E27FC236}">
                <a16:creationId xmlns:a16="http://schemas.microsoft.com/office/drawing/2014/main" id="{C532E640-7DF0-455E-25FE-4DEA23FD28B2}"/>
              </a:ext>
            </a:extLst>
          </p:cNvPr>
          <p:cNvSpPr txBox="1"/>
          <p:nvPr/>
        </p:nvSpPr>
        <p:spPr>
          <a:xfrm>
            <a:off x="1670655" y="1434092"/>
            <a:ext cx="15727454" cy="7211013"/>
          </a:xfrm>
          <a:prstGeom prst="rect">
            <a:avLst/>
          </a:prstGeom>
          <a:noFill/>
        </p:spPr>
        <p:txBody>
          <a:bodyPr wrap="square">
            <a:spAutoFit/>
          </a:bodyPr>
          <a:lstStyle/>
          <a:p>
            <a:pPr algn="just">
              <a:lnSpc>
                <a:spcPct val="150000"/>
              </a:lnSpc>
              <a:spcBef>
                <a:spcPts val="600"/>
              </a:spcBef>
              <a:spcAft>
                <a:spcPts val="600"/>
              </a:spcAft>
            </a:pPr>
            <a:r>
              <a:rPr lang="vi-VN" sz="5000" b="1">
                <a:latin typeface="American Typewriter" panose="02090604020004020304" pitchFamily="18" charset="77"/>
              </a:rPr>
              <a:t>✍️ Bài tập áp dụng: </a:t>
            </a:r>
            <a:r>
              <a:rPr lang="vi-VN" sz="5000" i="1">
                <a:latin typeface="American Typewriter" panose="02090604020004020304" pitchFamily="18" charset="77"/>
              </a:rPr>
              <a:t>Chuyển những câu sau sang tiếng Anh.</a:t>
            </a:r>
            <a:endParaRPr lang="vi-VN" sz="5000">
              <a:latin typeface="American Typewriter" panose="02090604020004020304" pitchFamily="18" charset="77"/>
            </a:endParaRPr>
          </a:p>
          <a:p>
            <a:pPr algn="just">
              <a:lnSpc>
                <a:spcPct val="150000"/>
              </a:lnSpc>
              <a:spcBef>
                <a:spcPts val="600"/>
              </a:spcBef>
              <a:spcAft>
                <a:spcPts val="600"/>
              </a:spcAft>
            </a:pPr>
            <a:r>
              <a:rPr lang="vi-VN" sz="5000" b="1">
                <a:latin typeface="American Typewriter" panose="02090604020004020304" pitchFamily="18" charset="77"/>
              </a:rPr>
              <a:t>1. </a:t>
            </a:r>
            <a:r>
              <a:rPr lang="vi-VN" sz="5000" b="1">
                <a:solidFill>
                  <a:srgbClr val="00B0F0"/>
                </a:solidFill>
                <a:latin typeface="American Typewriter" panose="02090604020004020304" pitchFamily="18" charset="77"/>
              </a:rPr>
              <a:t>Việc đọc sách </a:t>
            </a:r>
            <a:r>
              <a:rPr lang="vi-VN" sz="5000" b="1">
                <a:solidFill>
                  <a:srgbClr val="C00000"/>
                </a:solidFill>
                <a:latin typeface="American Typewriter" panose="02090604020004020304" pitchFamily="18" charset="77"/>
              </a:rPr>
              <a:t>có thể </a:t>
            </a:r>
            <a:r>
              <a:rPr lang="vi-VN" sz="5000" b="1">
                <a:solidFill>
                  <a:schemeClr val="accent6"/>
                </a:solidFill>
                <a:latin typeface="American Typewriter" panose="02090604020004020304" pitchFamily="18" charset="77"/>
              </a:rPr>
              <a:t>giúp</a:t>
            </a:r>
            <a:r>
              <a:rPr lang="vi-VN" sz="5000" b="1">
                <a:latin typeface="American Typewriter" panose="02090604020004020304" pitchFamily="18" charset="77"/>
              </a:rPr>
              <a:t> </a:t>
            </a:r>
            <a:r>
              <a:rPr lang="vi-VN" sz="5000" b="1">
                <a:solidFill>
                  <a:schemeClr val="accent5"/>
                </a:solidFill>
                <a:latin typeface="American Typewriter" panose="02090604020004020304" pitchFamily="18" charset="77"/>
              </a:rPr>
              <a:t>tôi</a:t>
            </a:r>
            <a:r>
              <a:rPr lang="vi-VN" sz="5000" b="1">
                <a:latin typeface="American Typewriter" panose="02090604020004020304" pitchFamily="18" charset="77"/>
              </a:rPr>
              <a:t> </a:t>
            </a:r>
            <a:r>
              <a:rPr lang="vi-VN" sz="5000" b="1">
                <a:solidFill>
                  <a:schemeClr val="accent3"/>
                </a:solidFill>
                <a:latin typeface="American Typewriter" panose="02090604020004020304" pitchFamily="18" charset="77"/>
              </a:rPr>
              <a:t>mở rộng kiến thức của mình</a:t>
            </a:r>
            <a:r>
              <a:rPr lang="vi-VN" sz="5000" b="1">
                <a:latin typeface="American Typewriter" panose="02090604020004020304" pitchFamily="18" charset="77"/>
              </a:rPr>
              <a:t>.</a:t>
            </a:r>
          </a:p>
          <a:p>
            <a:pPr algn="just">
              <a:lnSpc>
                <a:spcPct val="150000"/>
              </a:lnSpc>
              <a:spcBef>
                <a:spcPts val="600"/>
              </a:spcBef>
              <a:spcAft>
                <a:spcPts val="600"/>
              </a:spcAft>
            </a:pPr>
            <a:r>
              <a:rPr lang="vi-VN" sz="5000" b="1">
                <a:latin typeface="American Typewriter" panose="02090604020004020304" pitchFamily="18" charset="77"/>
              </a:rPr>
              <a:t>→ </a:t>
            </a:r>
            <a:r>
              <a:rPr lang="vi-VN" sz="5000" b="1">
                <a:solidFill>
                  <a:srgbClr val="00B0F0"/>
                </a:solidFill>
                <a:latin typeface="American Typewriter" panose="02090604020004020304" pitchFamily="18" charset="77"/>
              </a:rPr>
              <a:t>Reading books </a:t>
            </a:r>
            <a:r>
              <a:rPr lang="vi-VN" sz="5000" b="1">
                <a:solidFill>
                  <a:srgbClr val="C00000"/>
                </a:solidFill>
                <a:latin typeface="American Typewriter" panose="02090604020004020304" pitchFamily="18" charset="77"/>
              </a:rPr>
              <a:t>can</a:t>
            </a:r>
            <a:r>
              <a:rPr lang="vi-VN" sz="5000" b="1">
                <a:latin typeface="American Typewriter" panose="02090604020004020304" pitchFamily="18" charset="77"/>
              </a:rPr>
              <a:t> </a:t>
            </a:r>
            <a:r>
              <a:rPr lang="vi-VN" sz="5000" b="1">
                <a:solidFill>
                  <a:schemeClr val="accent6"/>
                </a:solidFill>
                <a:latin typeface="American Typewriter" panose="02090604020004020304" pitchFamily="18" charset="77"/>
              </a:rPr>
              <a:t>help</a:t>
            </a:r>
            <a:r>
              <a:rPr lang="vi-VN" sz="5000" b="1">
                <a:latin typeface="American Typewriter" panose="02090604020004020304" pitchFamily="18" charset="77"/>
              </a:rPr>
              <a:t> </a:t>
            </a:r>
            <a:r>
              <a:rPr lang="vi-VN" sz="5000" b="1">
                <a:solidFill>
                  <a:schemeClr val="accent5"/>
                </a:solidFill>
                <a:latin typeface="American Typewriter" panose="02090604020004020304" pitchFamily="18" charset="77"/>
              </a:rPr>
              <a:t>me</a:t>
            </a:r>
            <a:r>
              <a:rPr lang="vi-VN" sz="5000" b="1">
                <a:latin typeface="American Typewriter" panose="02090604020004020304" pitchFamily="18" charset="77"/>
              </a:rPr>
              <a:t> </a:t>
            </a:r>
            <a:r>
              <a:rPr lang="vi-VN" sz="5000" b="1">
                <a:solidFill>
                  <a:schemeClr val="accent3"/>
                </a:solidFill>
                <a:latin typeface="American Typewriter" panose="02090604020004020304" pitchFamily="18" charset="77"/>
              </a:rPr>
              <a:t>widen my knowledge</a:t>
            </a:r>
            <a:r>
              <a:rPr lang="vi-VN" sz="5000" b="1">
                <a:latin typeface="American Typewriter" panose="02090604020004020304" pitchFamily="18" charset="77"/>
              </a:rPr>
              <a:t>.</a:t>
            </a:r>
          </a:p>
        </p:txBody>
      </p:sp>
      <mc:AlternateContent xmlns:mc="http://schemas.openxmlformats.org/markup-compatibility/2006" xmlns:p14="http://schemas.microsoft.com/office/powerpoint/2010/main">
        <mc:Choice Requires="p14">
          <p:contentPart p14:bwMode="auto" r:id="rId6">
            <p14:nvContentPartPr>
              <p14:cNvPr id="20" name="Ink 19">
                <a:extLst>
                  <a:ext uri="{FF2B5EF4-FFF2-40B4-BE49-F238E27FC236}">
                    <a16:creationId xmlns:a16="http://schemas.microsoft.com/office/drawing/2014/main" id="{3BFE07B0-783D-A397-7BC6-CC05ED96B4B4}"/>
                  </a:ext>
                </a:extLst>
              </p14:cNvPr>
              <p14:cNvContentPartPr/>
              <p14:nvPr/>
            </p14:nvContentPartPr>
            <p14:xfrm>
              <a:off x="2476440" y="3591000"/>
              <a:ext cx="8953920" cy="4000680"/>
            </p14:xfrm>
          </p:contentPart>
        </mc:Choice>
        <mc:Fallback xmlns="">
          <p:pic>
            <p:nvPicPr>
              <p:cNvPr id="20" name="Ink 19">
                <a:extLst>
                  <a:ext uri="{FF2B5EF4-FFF2-40B4-BE49-F238E27FC236}">
                    <a16:creationId xmlns:a16="http://schemas.microsoft.com/office/drawing/2014/main" id="{3BFE07B0-783D-A397-7BC6-CC05ED96B4B4}"/>
                  </a:ext>
                </a:extLst>
              </p:cNvPr>
              <p:cNvPicPr/>
              <p:nvPr/>
            </p:nvPicPr>
            <p:blipFill>
              <a:blip r:embed="rId8"/>
              <a:stretch>
                <a:fillRect/>
              </a:stretch>
            </p:blipFill>
            <p:spPr>
              <a:xfrm>
                <a:off x="2467080" y="3581640"/>
                <a:ext cx="8972640" cy="4019400"/>
              </a:xfrm>
              <a:prstGeom prst="rect">
                <a:avLst/>
              </a:prstGeom>
            </p:spPr>
          </p:pic>
        </mc:Fallback>
      </mc:AlternateContent>
    </p:spTree>
    <p:extLst>
      <p:ext uri="{BB962C8B-B14F-4D97-AF65-F5344CB8AC3E}">
        <p14:creationId xmlns:p14="http://schemas.microsoft.com/office/powerpoint/2010/main" val="2929480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8E99D-340D-91BC-427E-D8EA7D03D10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142F94D-E897-3895-BD15-01A2C46E7C4F}"/>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endParaRPr lang="en-VN"/>
          </a:p>
        </p:txBody>
      </p:sp>
      <p:sp>
        <p:nvSpPr>
          <p:cNvPr id="3" name="Freeform 3">
            <a:extLst>
              <a:ext uri="{FF2B5EF4-FFF2-40B4-BE49-F238E27FC236}">
                <a16:creationId xmlns:a16="http://schemas.microsoft.com/office/drawing/2014/main" id="{A391A88B-ED1E-A1F2-1069-17D4E6CED58B}"/>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endParaRPr lang="en-VN"/>
          </a:p>
        </p:txBody>
      </p:sp>
      <p:sp>
        <p:nvSpPr>
          <p:cNvPr id="4" name="Freeform 4">
            <a:extLst>
              <a:ext uri="{FF2B5EF4-FFF2-40B4-BE49-F238E27FC236}">
                <a16:creationId xmlns:a16="http://schemas.microsoft.com/office/drawing/2014/main" id="{47C06293-A3A6-4520-5626-C21EC30ECF3D}"/>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endParaRPr lang="en-VN"/>
          </a:p>
        </p:txBody>
      </p:sp>
      <p:grpSp>
        <p:nvGrpSpPr>
          <p:cNvPr id="5" name="Group 5">
            <a:extLst>
              <a:ext uri="{FF2B5EF4-FFF2-40B4-BE49-F238E27FC236}">
                <a16:creationId xmlns:a16="http://schemas.microsoft.com/office/drawing/2014/main" id="{5D6111F0-FED1-8A98-D89C-DC15D56C421F}"/>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D4BE9047-7760-C834-3B98-7B1093A4D395}"/>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endParaRPr lang="en-VN"/>
            </a:p>
          </p:txBody>
        </p:sp>
        <p:sp>
          <p:nvSpPr>
            <p:cNvPr id="7" name="TextBox 7">
              <a:extLst>
                <a:ext uri="{FF2B5EF4-FFF2-40B4-BE49-F238E27FC236}">
                  <a16:creationId xmlns:a16="http://schemas.microsoft.com/office/drawing/2014/main" id="{8E72575E-1DEA-753A-EF12-DF1AC174E2E1}"/>
                </a:ext>
              </a:extLst>
            </p:cNvPr>
            <p:cNvSpPr txBox="1"/>
            <p:nvPr/>
          </p:nvSpPr>
          <p:spPr>
            <a:xfrm>
              <a:off x="0" y="-47625"/>
              <a:ext cx="5454346" cy="2751565"/>
            </a:xfrm>
            <a:prstGeom prst="rect">
              <a:avLst/>
            </a:prstGeom>
          </p:spPr>
          <p:txBody>
            <a:bodyPr lIns="49849" tIns="49849" rIns="49849" bIns="49849" rtlCol="0" anchor="ctr"/>
            <a:lstStyle/>
            <a:p>
              <a:pPr algn="ctr">
                <a:lnSpc>
                  <a:spcPts val="2659"/>
                </a:lnSpc>
              </a:pPr>
              <a:endParaRPr/>
            </a:p>
          </p:txBody>
        </p:sp>
      </p:grpSp>
      <p:grpSp>
        <p:nvGrpSpPr>
          <p:cNvPr id="8" name="Group 8">
            <a:extLst>
              <a:ext uri="{FF2B5EF4-FFF2-40B4-BE49-F238E27FC236}">
                <a16:creationId xmlns:a16="http://schemas.microsoft.com/office/drawing/2014/main" id="{94912951-4C1C-DD93-4ABC-C925CA582E62}"/>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1BC72EAB-2D0E-3BE5-46D4-2E2A7117D9B5}"/>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endParaRPr lang="en-VN"/>
            </a:p>
          </p:txBody>
        </p:sp>
        <p:sp>
          <p:nvSpPr>
            <p:cNvPr id="10" name="TextBox 10">
              <a:extLst>
                <a:ext uri="{FF2B5EF4-FFF2-40B4-BE49-F238E27FC236}">
                  <a16:creationId xmlns:a16="http://schemas.microsoft.com/office/drawing/2014/main" id="{42F80D14-853F-0234-295F-F41E8ACA0F9A}"/>
                </a:ext>
              </a:extLst>
            </p:cNvPr>
            <p:cNvSpPr txBox="1"/>
            <p:nvPr/>
          </p:nvSpPr>
          <p:spPr>
            <a:xfrm>
              <a:off x="0" y="-47625"/>
              <a:ext cx="5429786" cy="2704410"/>
            </a:xfrm>
            <a:prstGeom prst="rect">
              <a:avLst/>
            </a:prstGeom>
          </p:spPr>
          <p:txBody>
            <a:bodyPr lIns="49849" tIns="49849" rIns="49849" bIns="49849" rtlCol="0" anchor="ctr"/>
            <a:lstStyle/>
            <a:p>
              <a:pPr algn="ctr">
                <a:lnSpc>
                  <a:spcPts val="2659"/>
                </a:lnSpc>
              </a:pPr>
              <a:endParaRPr/>
            </a:p>
          </p:txBody>
        </p:sp>
      </p:grpSp>
      <p:grpSp>
        <p:nvGrpSpPr>
          <p:cNvPr id="11" name="Group 11">
            <a:extLst>
              <a:ext uri="{FF2B5EF4-FFF2-40B4-BE49-F238E27FC236}">
                <a16:creationId xmlns:a16="http://schemas.microsoft.com/office/drawing/2014/main" id="{AF715D75-AE11-A33D-792F-D5BEF1DFD1B7}"/>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CED96C89-157F-52D2-04BA-55A3B5B3588D}"/>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endParaRPr lang="en-VN"/>
            </a:p>
          </p:txBody>
        </p:sp>
        <p:sp>
          <p:nvSpPr>
            <p:cNvPr id="13" name="TextBox 13">
              <a:extLst>
                <a:ext uri="{FF2B5EF4-FFF2-40B4-BE49-F238E27FC236}">
                  <a16:creationId xmlns:a16="http://schemas.microsoft.com/office/drawing/2014/main" id="{C133132B-3446-6B41-B61A-89E64BCC01CC}"/>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4" name="Group 14">
            <a:extLst>
              <a:ext uri="{FF2B5EF4-FFF2-40B4-BE49-F238E27FC236}">
                <a16:creationId xmlns:a16="http://schemas.microsoft.com/office/drawing/2014/main" id="{21FAC449-11A1-70E5-0905-99310F60765B}"/>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0AEA6141-47F6-BFA1-4D0E-9695ADB5247E}"/>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endParaRPr lang="en-VN"/>
            </a:p>
          </p:txBody>
        </p:sp>
        <p:sp>
          <p:nvSpPr>
            <p:cNvPr id="16" name="TextBox 16">
              <a:extLst>
                <a:ext uri="{FF2B5EF4-FFF2-40B4-BE49-F238E27FC236}">
                  <a16:creationId xmlns:a16="http://schemas.microsoft.com/office/drawing/2014/main" id="{D12E66BE-6E90-4B85-A2ED-BA681579D95E}"/>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7" name="Group 17">
            <a:extLst>
              <a:ext uri="{FF2B5EF4-FFF2-40B4-BE49-F238E27FC236}">
                <a16:creationId xmlns:a16="http://schemas.microsoft.com/office/drawing/2014/main" id="{D4B090E6-2C86-DC90-D0AF-107F05988E30}"/>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AEE3C77E-4C26-F0FE-5474-13674A4B5A6A}"/>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endParaRPr lang="en-VN"/>
            </a:p>
          </p:txBody>
        </p:sp>
        <p:sp>
          <p:nvSpPr>
            <p:cNvPr id="19" name="TextBox 19">
              <a:extLst>
                <a:ext uri="{FF2B5EF4-FFF2-40B4-BE49-F238E27FC236}">
                  <a16:creationId xmlns:a16="http://schemas.microsoft.com/office/drawing/2014/main" id="{BF09AE10-0F8B-6577-59A5-C39B4D9450B1}"/>
                </a:ext>
              </a:extLst>
            </p:cNvPr>
            <p:cNvSpPr txBox="1"/>
            <p:nvPr/>
          </p:nvSpPr>
          <p:spPr>
            <a:xfrm>
              <a:off x="0" y="-47625"/>
              <a:ext cx="3961731" cy="2448417"/>
            </a:xfrm>
            <a:prstGeom prst="rect">
              <a:avLst/>
            </a:prstGeom>
          </p:spPr>
          <p:txBody>
            <a:bodyPr lIns="49849" tIns="49849" rIns="49849" bIns="49849" rtlCol="0" anchor="ctr"/>
            <a:lstStyle/>
            <a:p>
              <a:pPr algn="ctr">
                <a:lnSpc>
                  <a:spcPts val="2659"/>
                </a:lnSpc>
              </a:pPr>
              <a:endParaRPr/>
            </a:p>
          </p:txBody>
        </p:sp>
      </p:grpSp>
      <p:sp>
        <p:nvSpPr>
          <p:cNvPr id="34" name="Freeform 34">
            <a:extLst>
              <a:ext uri="{FF2B5EF4-FFF2-40B4-BE49-F238E27FC236}">
                <a16:creationId xmlns:a16="http://schemas.microsoft.com/office/drawing/2014/main" id="{6AC7F7FA-AEB5-350D-0A5B-1B632A6614BF}"/>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endParaRPr lang="en-VN"/>
          </a:p>
        </p:txBody>
      </p:sp>
      <p:grpSp>
        <p:nvGrpSpPr>
          <p:cNvPr id="35" name="Group 35">
            <a:extLst>
              <a:ext uri="{FF2B5EF4-FFF2-40B4-BE49-F238E27FC236}">
                <a16:creationId xmlns:a16="http://schemas.microsoft.com/office/drawing/2014/main" id="{0522FDB5-CF45-B895-9B3E-0965110F3DC4}"/>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C8EEDBC0-89C4-92D3-4EB6-3FBC39FF4010}"/>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00117D4A-1A02-78FC-A248-C8A3F5E708B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38" name="TextBox 38">
                <a:extLst>
                  <a:ext uri="{FF2B5EF4-FFF2-40B4-BE49-F238E27FC236}">
                    <a16:creationId xmlns:a16="http://schemas.microsoft.com/office/drawing/2014/main" id="{47833080-9316-392B-BA4D-C6055673CE0A}"/>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C69AA426-0284-E9F3-F5F0-A01906E5B80E}"/>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A20E14E6-5F97-499E-A424-C09AC4AA240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1" name="TextBox 41">
                <a:extLst>
                  <a:ext uri="{FF2B5EF4-FFF2-40B4-BE49-F238E27FC236}">
                    <a16:creationId xmlns:a16="http://schemas.microsoft.com/office/drawing/2014/main" id="{C6C7A2F4-44C8-422F-FC77-8F7FC32BBCBD}"/>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8D287756-7B3E-A58A-02F8-8667644238B9}"/>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9BE88520-B096-D0DC-AC6B-221A1504C40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4" name="TextBox 44">
                <a:extLst>
                  <a:ext uri="{FF2B5EF4-FFF2-40B4-BE49-F238E27FC236}">
                    <a16:creationId xmlns:a16="http://schemas.microsoft.com/office/drawing/2014/main" id="{C4D5E133-296D-0DF0-2685-E52FE4B96862}"/>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F789C660-EB99-D90A-C29B-807C3B251A39}"/>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28CEC243-A0E0-0C15-68E7-39C6496A3D9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7" name="TextBox 47">
                <a:extLst>
                  <a:ext uri="{FF2B5EF4-FFF2-40B4-BE49-F238E27FC236}">
                    <a16:creationId xmlns:a16="http://schemas.microsoft.com/office/drawing/2014/main" id="{CA337932-BEF2-72C7-29F7-668E40F126DB}"/>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8" name="Group 48">
              <a:extLst>
                <a:ext uri="{FF2B5EF4-FFF2-40B4-BE49-F238E27FC236}">
                  <a16:creationId xmlns:a16="http://schemas.microsoft.com/office/drawing/2014/main" id="{1344459B-92F5-DD86-2D52-584E5F0A85A7}"/>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7CEEE6DF-0C91-3909-5411-C38DEC30BEE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0" name="TextBox 50">
                <a:extLst>
                  <a:ext uri="{FF2B5EF4-FFF2-40B4-BE49-F238E27FC236}">
                    <a16:creationId xmlns:a16="http://schemas.microsoft.com/office/drawing/2014/main" id="{48734834-69A3-07B9-E79F-AD275D00C4DD}"/>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51" name="Freeform 51">
            <a:extLst>
              <a:ext uri="{FF2B5EF4-FFF2-40B4-BE49-F238E27FC236}">
                <a16:creationId xmlns:a16="http://schemas.microsoft.com/office/drawing/2014/main" id="{2365E664-5DB8-09D5-781E-3FA5E673DC26}"/>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endParaRPr lang="en-VN"/>
          </a:p>
        </p:txBody>
      </p:sp>
      <p:grpSp>
        <p:nvGrpSpPr>
          <p:cNvPr id="52" name="Group 52">
            <a:extLst>
              <a:ext uri="{FF2B5EF4-FFF2-40B4-BE49-F238E27FC236}">
                <a16:creationId xmlns:a16="http://schemas.microsoft.com/office/drawing/2014/main" id="{0AE2D75B-9539-2EFB-0981-7E19FF4B5A94}"/>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0CBEB289-4ABE-4B38-0B88-07F6C6888EE0}"/>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C87AA082-F0BB-63C4-46F8-3C7B3A4E574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5" name="TextBox 55">
                <a:extLst>
                  <a:ext uri="{FF2B5EF4-FFF2-40B4-BE49-F238E27FC236}">
                    <a16:creationId xmlns:a16="http://schemas.microsoft.com/office/drawing/2014/main" id="{7B603E81-D6D5-6EAC-FC73-9D72F140A3F3}"/>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6" name="Group 56">
              <a:extLst>
                <a:ext uri="{FF2B5EF4-FFF2-40B4-BE49-F238E27FC236}">
                  <a16:creationId xmlns:a16="http://schemas.microsoft.com/office/drawing/2014/main" id="{CED799A1-8CDC-447B-524D-4158260E99D8}"/>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6231E894-DA71-D421-53BC-BF3C394C40D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8" name="TextBox 58">
                <a:extLst>
                  <a:ext uri="{FF2B5EF4-FFF2-40B4-BE49-F238E27FC236}">
                    <a16:creationId xmlns:a16="http://schemas.microsoft.com/office/drawing/2014/main" id="{8278A00D-9FC8-FCF7-2FA4-9A3D2FCA98F3}"/>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9" name="Group 59">
              <a:extLst>
                <a:ext uri="{FF2B5EF4-FFF2-40B4-BE49-F238E27FC236}">
                  <a16:creationId xmlns:a16="http://schemas.microsoft.com/office/drawing/2014/main" id="{DDFCF86D-EEE2-4FE8-ED77-35786BC94390}"/>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361897D6-B3B7-5B36-F02F-D9C4F37BF59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1" name="TextBox 61">
                <a:extLst>
                  <a:ext uri="{FF2B5EF4-FFF2-40B4-BE49-F238E27FC236}">
                    <a16:creationId xmlns:a16="http://schemas.microsoft.com/office/drawing/2014/main" id="{102D58F5-E661-00B5-79BF-37B57324488A}"/>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2" name="Group 62">
              <a:extLst>
                <a:ext uri="{FF2B5EF4-FFF2-40B4-BE49-F238E27FC236}">
                  <a16:creationId xmlns:a16="http://schemas.microsoft.com/office/drawing/2014/main" id="{BFC79AE9-7376-1FD7-7675-22D0B6A6B35E}"/>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3416C703-9669-22E6-DC79-5EC2D9AD827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4" name="TextBox 64">
                <a:extLst>
                  <a:ext uri="{FF2B5EF4-FFF2-40B4-BE49-F238E27FC236}">
                    <a16:creationId xmlns:a16="http://schemas.microsoft.com/office/drawing/2014/main" id="{0747E15F-8229-0A94-6850-BF999A908BC7}"/>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5" name="Group 65">
              <a:extLst>
                <a:ext uri="{FF2B5EF4-FFF2-40B4-BE49-F238E27FC236}">
                  <a16:creationId xmlns:a16="http://schemas.microsoft.com/office/drawing/2014/main" id="{9AC0926C-1CA3-650B-C484-E2A9C7CFADF8}"/>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1492D495-D6BB-DF48-4A0F-4E290030E91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7" name="TextBox 67">
                <a:extLst>
                  <a:ext uri="{FF2B5EF4-FFF2-40B4-BE49-F238E27FC236}">
                    <a16:creationId xmlns:a16="http://schemas.microsoft.com/office/drawing/2014/main" id="{DCA34765-DC97-FC11-50B1-09CB42FB7196}"/>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grpSp>
        <p:nvGrpSpPr>
          <p:cNvPr id="68" name="Group 68">
            <a:extLst>
              <a:ext uri="{FF2B5EF4-FFF2-40B4-BE49-F238E27FC236}">
                <a16:creationId xmlns:a16="http://schemas.microsoft.com/office/drawing/2014/main" id="{65F3EFD0-F87D-FC5E-DB15-CC66EB066E65}"/>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EDED85F9-743D-6526-6CFB-120D95A43AF8}"/>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D1A3AB79-3737-9E0E-7336-C3B32C6E1D0F}"/>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1" name="TextBox 71">
                <a:extLst>
                  <a:ext uri="{FF2B5EF4-FFF2-40B4-BE49-F238E27FC236}">
                    <a16:creationId xmlns:a16="http://schemas.microsoft.com/office/drawing/2014/main" id="{70941947-3A73-FFD5-DAB3-BDE60D18176B}"/>
                  </a:ext>
                </a:extLst>
              </p:cNvPr>
              <p:cNvSpPr txBox="1"/>
              <p:nvPr/>
            </p:nvSpPr>
            <p:spPr>
              <a:xfrm>
                <a:off x="0" y="-47625"/>
                <a:ext cx="458420" cy="126378"/>
              </a:xfrm>
              <a:prstGeom prst="rect">
                <a:avLst/>
              </a:prstGeom>
            </p:spPr>
            <p:txBody>
              <a:bodyPr lIns="49849" tIns="49849" rIns="49849" bIns="49849" rtlCol="0" anchor="ctr"/>
              <a:lstStyle/>
              <a:p>
                <a:pPr algn="ctr">
                  <a:lnSpc>
                    <a:spcPts val="2659"/>
                  </a:lnSpc>
                </a:pPr>
                <a:endParaRPr/>
              </a:p>
            </p:txBody>
          </p:sp>
        </p:grpSp>
        <p:grpSp>
          <p:nvGrpSpPr>
            <p:cNvPr id="72" name="Group 72">
              <a:extLst>
                <a:ext uri="{FF2B5EF4-FFF2-40B4-BE49-F238E27FC236}">
                  <a16:creationId xmlns:a16="http://schemas.microsoft.com/office/drawing/2014/main" id="{37371559-1702-88A3-9F9C-73BA9BB065E8}"/>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492A0930-7D43-B3F9-5254-3DD69C202414}"/>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4" name="TextBox 74">
                <a:extLst>
                  <a:ext uri="{FF2B5EF4-FFF2-40B4-BE49-F238E27FC236}">
                    <a16:creationId xmlns:a16="http://schemas.microsoft.com/office/drawing/2014/main" id="{41360BD4-5722-DEA7-5A79-B28ADFAC2B96}"/>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5" name="Group 75">
              <a:extLst>
                <a:ext uri="{FF2B5EF4-FFF2-40B4-BE49-F238E27FC236}">
                  <a16:creationId xmlns:a16="http://schemas.microsoft.com/office/drawing/2014/main" id="{76F39955-1968-A04D-C63D-6B19D4F0EECD}"/>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678DE8CB-48D5-BA0F-E229-1146C72CDBDB}"/>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7" name="TextBox 77">
                <a:extLst>
                  <a:ext uri="{FF2B5EF4-FFF2-40B4-BE49-F238E27FC236}">
                    <a16:creationId xmlns:a16="http://schemas.microsoft.com/office/drawing/2014/main" id="{C58EB7A1-428F-A734-7A97-583C6012DB2D}"/>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8" name="Group 78">
              <a:extLst>
                <a:ext uri="{FF2B5EF4-FFF2-40B4-BE49-F238E27FC236}">
                  <a16:creationId xmlns:a16="http://schemas.microsoft.com/office/drawing/2014/main" id="{CF08EC78-7F11-6F5F-9894-C1C345D137B4}"/>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A31B3DDA-1FAB-CC23-5689-188EB484A84D}"/>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0" name="TextBox 80">
                <a:extLst>
                  <a:ext uri="{FF2B5EF4-FFF2-40B4-BE49-F238E27FC236}">
                    <a16:creationId xmlns:a16="http://schemas.microsoft.com/office/drawing/2014/main" id="{A26533E4-7F7E-FD4C-E885-1A801DF50919}"/>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81" name="Group 81">
              <a:extLst>
                <a:ext uri="{FF2B5EF4-FFF2-40B4-BE49-F238E27FC236}">
                  <a16:creationId xmlns:a16="http://schemas.microsoft.com/office/drawing/2014/main" id="{2F775EBA-4A7C-1A43-AC6E-290417655F13}"/>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EA3B1449-D032-27F0-84CC-9A44BC1E0749}"/>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3" name="TextBox 83">
                <a:extLst>
                  <a:ext uri="{FF2B5EF4-FFF2-40B4-BE49-F238E27FC236}">
                    <a16:creationId xmlns:a16="http://schemas.microsoft.com/office/drawing/2014/main" id="{9FA6CB3F-C408-2FC4-45B5-38DBA55887FD}"/>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sp>
        <p:nvSpPr>
          <p:cNvPr id="84" name="Freeform 84">
            <a:extLst>
              <a:ext uri="{FF2B5EF4-FFF2-40B4-BE49-F238E27FC236}">
                <a16:creationId xmlns:a16="http://schemas.microsoft.com/office/drawing/2014/main" id="{0C7D6B44-77E2-E3F6-D6FF-171E28BF2EC8}"/>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98" name="TextBox 97">
            <a:extLst>
              <a:ext uri="{FF2B5EF4-FFF2-40B4-BE49-F238E27FC236}">
                <a16:creationId xmlns:a16="http://schemas.microsoft.com/office/drawing/2014/main" id="{EED66515-2CB4-847C-1EDC-69118D32F219}"/>
              </a:ext>
            </a:extLst>
          </p:cNvPr>
          <p:cNvSpPr txBox="1"/>
          <p:nvPr/>
        </p:nvSpPr>
        <p:spPr>
          <a:xfrm>
            <a:off x="1670655" y="1434092"/>
            <a:ext cx="15727454" cy="7211013"/>
          </a:xfrm>
          <a:prstGeom prst="rect">
            <a:avLst/>
          </a:prstGeom>
          <a:noFill/>
        </p:spPr>
        <p:txBody>
          <a:bodyPr wrap="square">
            <a:spAutoFit/>
          </a:bodyPr>
          <a:lstStyle/>
          <a:p>
            <a:pPr algn="just">
              <a:lnSpc>
                <a:spcPct val="150000"/>
              </a:lnSpc>
              <a:spcBef>
                <a:spcPts val="600"/>
              </a:spcBef>
              <a:spcAft>
                <a:spcPts val="600"/>
              </a:spcAft>
            </a:pPr>
            <a:r>
              <a:rPr lang="vi-VN" sz="5000" b="1">
                <a:latin typeface="American Typewriter" panose="02090604020004020304" pitchFamily="18" charset="77"/>
              </a:rPr>
              <a:t>✍️ Bài tập áp dụng: </a:t>
            </a:r>
            <a:r>
              <a:rPr lang="vi-VN" sz="5000" i="1">
                <a:latin typeface="American Typewriter" panose="02090604020004020304" pitchFamily="18" charset="77"/>
              </a:rPr>
              <a:t>Chuyển những câu sau sang tiếng Anh.</a:t>
            </a:r>
            <a:endParaRPr lang="vi-VN" sz="5000">
              <a:latin typeface="American Typewriter" panose="02090604020004020304" pitchFamily="18" charset="77"/>
            </a:endParaRPr>
          </a:p>
          <a:p>
            <a:pPr algn="just">
              <a:lnSpc>
                <a:spcPct val="150000"/>
              </a:lnSpc>
              <a:spcBef>
                <a:spcPts val="600"/>
              </a:spcBef>
              <a:spcAft>
                <a:spcPts val="600"/>
              </a:spcAft>
            </a:pPr>
            <a:r>
              <a:rPr lang="vi-VN" sz="5000" b="1">
                <a:latin typeface="American Typewriter" panose="02090604020004020304" pitchFamily="18" charset="77"/>
              </a:rPr>
              <a:t>2. </a:t>
            </a:r>
            <a:r>
              <a:rPr lang="vi-VN" sz="5000" b="1">
                <a:solidFill>
                  <a:schemeClr val="accent3"/>
                </a:solidFill>
                <a:latin typeface="American Typewriter" panose="02090604020004020304" pitchFamily="18" charset="77"/>
              </a:rPr>
              <a:t>Bạn</a:t>
            </a:r>
            <a:r>
              <a:rPr lang="vi-VN" sz="5000" b="1">
                <a:latin typeface="American Typewriter" panose="02090604020004020304" pitchFamily="18" charset="77"/>
              </a:rPr>
              <a:t> </a:t>
            </a:r>
            <a:r>
              <a:rPr lang="vi-VN" sz="5000" b="1">
                <a:solidFill>
                  <a:schemeClr val="accent2"/>
                </a:solidFill>
                <a:latin typeface="American Typewriter" panose="02090604020004020304" pitchFamily="18" charset="77"/>
              </a:rPr>
              <a:t>nên</a:t>
            </a:r>
            <a:r>
              <a:rPr lang="vi-VN" sz="5000" b="1">
                <a:latin typeface="American Typewriter" panose="02090604020004020304" pitchFamily="18" charset="77"/>
              </a:rPr>
              <a:t> </a:t>
            </a:r>
            <a:r>
              <a:rPr lang="vi-VN" sz="5000" b="1">
                <a:solidFill>
                  <a:schemeClr val="accent1"/>
                </a:solidFill>
                <a:latin typeface="American Typewriter" panose="02090604020004020304" pitchFamily="18" charset="77"/>
              </a:rPr>
              <a:t>học</a:t>
            </a:r>
            <a:r>
              <a:rPr lang="vi-VN" sz="5000" b="1">
                <a:latin typeface="American Typewriter" panose="02090604020004020304" pitchFamily="18" charset="77"/>
              </a:rPr>
              <a:t> </a:t>
            </a:r>
            <a:r>
              <a:rPr lang="vi-VN" sz="5000" b="1">
                <a:solidFill>
                  <a:schemeClr val="accent6"/>
                </a:solidFill>
                <a:latin typeface="American Typewriter" panose="02090604020004020304" pitchFamily="18" charset="77"/>
              </a:rPr>
              <a:t>từ vựng tiếng Anh </a:t>
            </a:r>
            <a:r>
              <a:rPr lang="vi-VN" sz="5000" b="1">
                <a:solidFill>
                  <a:schemeClr val="accent5"/>
                </a:solidFill>
                <a:latin typeface="American Typewriter" panose="02090604020004020304" pitchFamily="18" charset="77"/>
              </a:rPr>
              <a:t>mỗi ngày </a:t>
            </a:r>
            <a:r>
              <a:rPr lang="vi-VN" sz="5000" b="1">
                <a:latin typeface="American Typewriter" panose="02090604020004020304" pitchFamily="18" charset="77"/>
              </a:rPr>
              <a:t>để </a:t>
            </a:r>
            <a:r>
              <a:rPr lang="vi-VN" sz="5000" b="1">
                <a:solidFill>
                  <a:schemeClr val="accent4"/>
                </a:solidFill>
                <a:latin typeface="American Typewriter" panose="02090604020004020304" pitchFamily="18" charset="77"/>
              </a:rPr>
              <a:t>cải thiện kỹ năng đọc của bạn</a:t>
            </a:r>
            <a:r>
              <a:rPr lang="vi-VN" sz="5000" b="1">
                <a:latin typeface="American Typewriter" panose="02090604020004020304" pitchFamily="18" charset="77"/>
              </a:rPr>
              <a:t>.</a:t>
            </a:r>
          </a:p>
          <a:p>
            <a:pPr algn="just">
              <a:lnSpc>
                <a:spcPct val="150000"/>
              </a:lnSpc>
              <a:spcBef>
                <a:spcPts val="600"/>
              </a:spcBef>
              <a:spcAft>
                <a:spcPts val="600"/>
              </a:spcAft>
            </a:pPr>
            <a:r>
              <a:rPr lang="vi-VN" sz="5000" b="1">
                <a:latin typeface="American Typewriter" panose="02090604020004020304" pitchFamily="18" charset="77"/>
              </a:rPr>
              <a:t>→ </a:t>
            </a:r>
            <a:r>
              <a:rPr lang="vi-VN" sz="5000" b="1">
                <a:solidFill>
                  <a:schemeClr val="accent3"/>
                </a:solidFill>
                <a:latin typeface="American Typewriter" panose="02090604020004020304" pitchFamily="18" charset="77"/>
              </a:rPr>
              <a:t>You</a:t>
            </a:r>
            <a:r>
              <a:rPr lang="vi-VN" sz="5000" b="1">
                <a:latin typeface="American Typewriter" panose="02090604020004020304" pitchFamily="18" charset="77"/>
              </a:rPr>
              <a:t> </a:t>
            </a:r>
            <a:r>
              <a:rPr lang="vi-VN" sz="5000" b="1">
                <a:solidFill>
                  <a:schemeClr val="accent2"/>
                </a:solidFill>
                <a:latin typeface="American Typewriter" panose="02090604020004020304" pitchFamily="18" charset="77"/>
              </a:rPr>
              <a:t>should</a:t>
            </a:r>
            <a:r>
              <a:rPr lang="vi-VN" sz="5000" b="1">
                <a:latin typeface="American Typewriter" panose="02090604020004020304" pitchFamily="18" charset="77"/>
              </a:rPr>
              <a:t> </a:t>
            </a:r>
            <a:r>
              <a:rPr lang="vi-VN" sz="5000" b="1">
                <a:solidFill>
                  <a:schemeClr val="accent1"/>
                </a:solidFill>
                <a:latin typeface="American Typewriter" panose="02090604020004020304" pitchFamily="18" charset="77"/>
              </a:rPr>
              <a:t>learn</a:t>
            </a:r>
            <a:r>
              <a:rPr lang="vi-VN" sz="5000" b="1">
                <a:latin typeface="American Typewriter" panose="02090604020004020304" pitchFamily="18" charset="77"/>
              </a:rPr>
              <a:t> </a:t>
            </a:r>
            <a:r>
              <a:rPr lang="vi-VN" sz="5000" b="1">
                <a:solidFill>
                  <a:schemeClr val="accent6"/>
                </a:solidFill>
                <a:latin typeface="American Typewriter" panose="02090604020004020304" pitchFamily="18" charset="77"/>
              </a:rPr>
              <a:t>English vocabulary </a:t>
            </a:r>
            <a:r>
              <a:rPr lang="vi-VN" sz="5000" b="1">
                <a:solidFill>
                  <a:schemeClr val="accent5"/>
                </a:solidFill>
                <a:latin typeface="American Typewriter" panose="02090604020004020304" pitchFamily="18" charset="77"/>
              </a:rPr>
              <a:t>every day</a:t>
            </a:r>
            <a:r>
              <a:rPr lang="vi-VN" sz="5000" b="1">
                <a:latin typeface="American Typewriter" panose="02090604020004020304" pitchFamily="18" charset="77"/>
              </a:rPr>
              <a:t> to </a:t>
            </a:r>
            <a:r>
              <a:rPr lang="vi-VN" sz="5000" b="1">
                <a:solidFill>
                  <a:schemeClr val="accent4"/>
                </a:solidFill>
                <a:latin typeface="American Typewriter" panose="02090604020004020304" pitchFamily="18" charset="77"/>
              </a:rPr>
              <a:t>improve your reading skills</a:t>
            </a:r>
            <a:r>
              <a:rPr lang="vi-VN" sz="5000" b="1">
                <a:latin typeface="American Typewriter" panose="02090604020004020304" pitchFamily="18" charset="77"/>
              </a:rPr>
              <a:t>.</a:t>
            </a:r>
          </a:p>
        </p:txBody>
      </p:sp>
      <mc:AlternateContent xmlns:mc="http://schemas.openxmlformats.org/markup-compatibility/2006" xmlns:p14="http://schemas.microsoft.com/office/powerpoint/2010/main">
        <mc:Choice Requires="p14">
          <p:contentPart p14:bwMode="auto" r:id="rId6">
            <p14:nvContentPartPr>
              <p14:cNvPr id="20" name="Ink 19">
                <a:extLst>
                  <a:ext uri="{FF2B5EF4-FFF2-40B4-BE49-F238E27FC236}">
                    <a16:creationId xmlns:a16="http://schemas.microsoft.com/office/drawing/2014/main" id="{44D84FE9-B73F-EA79-6FA1-92F60DFB3059}"/>
                  </a:ext>
                </a:extLst>
              </p14:cNvPr>
              <p14:cNvContentPartPr/>
              <p14:nvPr/>
            </p14:nvContentPartPr>
            <p14:xfrm>
              <a:off x="5362560" y="3619440"/>
              <a:ext cx="10344600" cy="3782520"/>
            </p14:xfrm>
          </p:contentPart>
        </mc:Choice>
        <mc:Fallback xmlns="">
          <p:pic>
            <p:nvPicPr>
              <p:cNvPr id="20" name="Ink 19">
                <a:extLst>
                  <a:ext uri="{FF2B5EF4-FFF2-40B4-BE49-F238E27FC236}">
                    <a16:creationId xmlns:a16="http://schemas.microsoft.com/office/drawing/2014/main" id="{44D84FE9-B73F-EA79-6FA1-92F60DFB3059}"/>
                  </a:ext>
                </a:extLst>
              </p:cNvPr>
              <p:cNvPicPr/>
              <p:nvPr/>
            </p:nvPicPr>
            <p:blipFill>
              <a:blip r:embed="rId8"/>
              <a:stretch>
                <a:fillRect/>
              </a:stretch>
            </p:blipFill>
            <p:spPr>
              <a:xfrm>
                <a:off x="5353200" y="3610080"/>
                <a:ext cx="10363320" cy="3801240"/>
              </a:xfrm>
              <a:prstGeom prst="rect">
                <a:avLst/>
              </a:prstGeom>
            </p:spPr>
          </p:pic>
        </mc:Fallback>
      </mc:AlternateContent>
    </p:spTree>
    <p:extLst>
      <p:ext uri="{BB962C8B-B14F-4D97-AF65-F5344CB8AC3E}">
        <p14:creationId xmlns:p14="http://schemas.microsoft.com/office/powerpoint/2010/main" val="2563406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D5046-390F-AD99-85FA-4AD7A7A7F0D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6862C93-6415-50F5-BBEB-552754E957C9}"/>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endParaRPr lang="en-VN"/>
          </a:p>
        </p:txBody>
      </p:sp>
      <p:sp>
        <p:nvSpPr>
          <p:cNvPr id="3" name="Freeform 3">
            <a:extLst>
              <a:ext uri="{FF2B5EF4-FFF2-40B4-BE49-F238E27FC236}">
                <a16:creationId xmlns:a16="http://schemas.microsoft.com/office/drawing/2014/main" id="{DA9786FA-663C-E766-5617-2A12958E78B6}"/>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endParaRPr lang="en-VN"/>
          </a:p>
        </p:txBody>
      </p:sp>
      <p:sp>
        <p:nvSpPr>
          <p:cNvPr id="4" name="Freeform 4">
            <a:extLst>
              <a:ext uri="{FF2B5EF4-FFF2-40B4-BE49-F238E27FC236}">
                <a16:creationId xmlns:a16="http://schemas.microsoft.com/office/drawing/2014/main" id="{BD98CBF7-0808-D58B-E475-E0B10BD5008C}"/>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endParaRPr lang="en-VN"/>
          </a:p>
        </p:txBody>
      </p:sp>
      <p:grpSp>
        <p:nvGrpSpPr>
          <p:cNvPr id="5" name="Group 5">
            <a:extLst>
              <a:ext uri="{FF2B5EF4-FFF2-40B4-BE49-F238E27FC236}">
                <a16:creationId xmlns:a16="http://schemas.microsoft.com/office/drawing/2014/main" id="{C3FD5166-114B-A92A-30A4-E9CBC3039812}"/>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8AEE534E-26E5-B177-2B04-93B62A3DE40D}"/>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endParaRPr lang="en-VN"/>
            </a:p>
          </p:txBody>
        </p:sp>
        <p:sp>
          <p:nvSpPr>
            <p:cNvPr id="7" name="TextBox 7">
              <a:extLst>
                <a:ext uri="{FF2B5EF4-FFF2-40B4-BE49-F238E27FC236}">
                  <a16:creationId xmlns:a16="http://schemas.microsoft.com/office/drawing/2014/main" id="{6A7D36F0-1647-5E16-8854-3D2F99832D3A}"/>
                </a:ext>
              </a:extLst>
            </p:cNvPr>
            <p:cNvSpPr txBox="1"/>
            <p:nvPr/>
          </p:nvSpPr>
          <p:spPr>
            <a:xfrm>
              <a:off x="0" y="-47625"/>
              <a:ext cx="5454346" cy="2751565"/>
            </a:xfrm>
            <a:prstGeom prst="rect">
              <a:avLst/>
            </a:prstGeom>
          </p:spPr>
          <p:txBody>
            <a:bodyPr lIns="49849" tIns="49849" rIns="49849" bIns="49849" rtlCol="0" anchor="ctr"/>
            <a:lstStyle/>
            <a:p>
              <a:pPr algn="ctr">
                <a:lnSpc>
                  <a:spcPts val="2659"/>
                </a:lnSpc>
              </a:pPr>
              <a:endParaRPr/>
            </a:p>
          </p:txBody>
        </p:sp>
      </p:grpSp>
      <p:grpSp>
        <p:nvGrpSpPr>
          <p:cNvPr id="8" name="Group 8">
            <a:extLst>
              <a:ext uri="{FF2B5EF4-FFF2-40B4-BE49-F238E27FC236}">
                <a16:creationId xmlns:a16="http://schemas.microsoft.com/office/drawing/2014/main" id="{4CDE1BF6-7BED-648D-4A70-00D87A2FCA82}"/>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84BB5F4A-DBF5-22AF-DAC7-1126C051443D}"/>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endParaRPr lang="en-VN"/>
            </a:p>
          </p:txBody>
        </p:sp>
        <p:sp>
          <p:nvSpPr>
            <p:cNvPr id="10" name="TextBox 10">
              <a:extLst>
                <a:ext uri="{FF2B5EF4-FFF2-40B4-BE49-F238E27FC236}">
                  <a16:creationId xmlns:a16="http://schemas.microsoft.com/office/drawing/2014/main" id="{1758B0E0-87B8-A2EA-3C07-D40364A7F323}"/>
                </a:ext>
              </a:extLst>
            </p:cNvPr>
            <p:cNvSpPr txBox="1"/>
            <p:nvPr/>
          </p:nvSpPr>
          <p:spPr>
            <a:xfrm>
              <a:off x="0" y="-47625"/>
              <a:ext cx="5429786" cy="2704410"/>
            </a:xfrm>
            <a:prstGeom prst="rect">
              <a:avLst/>
            </a:prstGeom>
          </p:spPr>
          <p:txBody>
            <a:bodyPr lIns="49849" tIns="49849" rIns="49849" bIns="49849" rtlCol="0" anchor="ctr"/>
            <a:lstStyle/>
            <a:p>
              <a:pPr algn="ctr">
                <a:lnSpc>
                  <a:spcPts val="2659"/>
                </a:lnSpc>
              </a:pPr>
              <a:endParaRPr/>
            </a:p>
          </p:txBody>
        </p:sp>
      </p:grpSp>
      <p:grpSp>
        <p:nvGrpSpPr>
          <p:cNvPr id="11" name="Group 11">
            <a:extLst>
              <a:ext uri="{FF2B5EF4-FFF2-40B4-BE49-F238E27FC236}">
                <a16:creationId xmlns:a16="http://schemas.microsoft.com/office/drawing/2014/main" id="{7F4B4DD3-3438-8B29-DF3E-96C9B33E8ECB}"/>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83E7400E-489B-167B-8622-568A5F263377}"/>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endParaRPr lang="en-VN"/>
            </a:p>
          </p:txBody>
        </p:sp>
        <p:sp>
          <p:nvSpPr>
            <p:cNvPr id="13" name="TextBox 13">
              <a:extLst>
                <a:ext uri="{FF2B5EF4-FFF2-40B4-BE49-F238E27FC236}">
                  <a16:creationId xmlns:a16="http://schemas.microsoft.com/office/drawing/2014/main" id="{35259B6E-5006-980C-56DB-2EF56B439A3B}"/>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4" name="Group 14">
            <a:extLst>
              <a:ext uri="{FF2B5EF4-FFF2-40B4-BE49-F238E27FC236}">
                <a16:creationId xmlns:a16="http://schemas.microsoft.com/office/drawing/2014/main" id="{0ADC7422-0368-CC94-E15B-F4BD1FAA0584}"/>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31EA3D0B-DFF9-C2F0-12B8-9111F0174A81}"/>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endParaRPr lang="en-VN"/>
            </a:p>
          </p:txBody>
        </p:sp>
        <p:sp>
          <p:nvSpPr>
            <p:cNvPr id="16" name="TextBox 16">
              <a:extLst>
                <a:ext uri="{FF2B5EF4-FFF2-40B4-BE49-F238E27FC236}">
                  <a16:creationId xmlns:a16="http://schemas.microsoft.com/office/drawing/2014/main" id="{A3EAAA07-8E84-2FDC-0974-F8A8110B36E0}"/>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7" name="Group 17">
            <a:extLst>
              <a:ext uri="{FF2B5EF4-FFF2-40B4-BE49-F238E27FC236}">
                <a16:creationId xmlns:a16="http://schemas.microsoft.com/office/drawing/2014/main" id="{B01E0B80-40A2-BF4B-0DCC-45E1E3B65232}"/>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020546EA-FE2D-7D3D-39CD-E6D71D498497}"/>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endParaRPr lang="en-VN"/>
            </a:p>
          </p:txBody>
        </p:sp>
        <p:sp>
          <p:nvSpPr>
            <p:cNvPr id="19" name="TextBox 19">
              <a:extLst>
                <a:ext uri="{FF2B5EF4-FFF2-40B4-BE49-F238E27FC236}">
                  <a16:creationId xmlns:a16="http://schemas.microsoft.com/office/drawing/2014/main" id="{843077DA-4388-B6E4-01F5-BFA862929FBC}"/>
                </a:ext>
              </a:extLst>
            </p:cNvPr>
            <p:cNvSpPr txBox="1"/>
            <p:nvPr/>
          </p:nvSpPr>
          <p:spPr>
            <a:xfrm>
              <a:off x="0" y="-47625"/>
              <a:ext cx="3961731" cy="2448417"/>
            </a:xfrm>
            <a:prstGeom prst="rect">
              <a:avLst/>
            </a:prstGeom>
          </p:spPr>
          <p:txBody>
            <a:bodyPr lIns="49849" tIns="49849" rIns="49849" bIns="49849" rtlCol="0" anchor="ctr"/>
            <a:lstStyle/>
            <a:p>
              <a:pPr algn="ctr">
                <a:lnSpc>
                  <a:spcPts val="2659"/>
                </a:lnSpc>
              </a:pPr>
              <a:endParaRPr/>
            </a:p>
          </p:txBody>
        </p:sp>
      </p:grpSp>
      <p:sp>
        <p:nvSpPr>
          <p:cNvPr id="34" name="Freeform 34">
            <a:extLst>
              <a:ext uri="{FF2B5EF4-FFF2-40B4-BE49-F238E27FC236}">
                <a16:creationId xmlns:a16="http://schemas.microsoft.com/office/drawing/2014/main" id="{FD7981EE-2BC0-A580-0BD9-E4FD2CEEE1A4}"/>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endParaRPr lang="en-VN"/>
          </a:p>
        </p:txBody>
      </p:sp>
      <p:grpSp>
        <p:nvGrpSpPr>
          <p:cNvPr id="35" name="Group 35">
            <a:extLst>
              <a:ext uri="{FF2B5EF4-FFF2-40B4-BE49-F238E27FC236}">
                <a16:creationId xmlns:a16="http://schemas.microsoft.com/office/drawing/2014/main" id="{08D8041E-64AE-D987-7204-514E7AACAC99}"/>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B6A32830-8088-EA91-11B4-4B4855D3FDA6}"/>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1FBAF6AD-2C77-D970-7A0E-69EBCA9C0F5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38" name="TextBox 38">
                <a:extLst>
                  <a:ext uri="{FF2B5EF4-FFF2-40B4-BE49-F238E27FC236}">
                    <a16:creationId xmlns:a16="http://schemas.microsoft.com/office/drawing/2014/main" id="{0881D04B-8814-24CB-67C2-07B85E8EB1CF}"/>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F1A60772-CFA4-F691-AA8D-A60783E2A496}"/>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5B366386-9DDF-41B1-7EE9-3469B8989B0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1" name="TextBox 41">
                <a:extLst>
                  <a:ext uri="{FF2B5EF4-FFF2-40B4-BE49-F238E27FC236}">
                    <a16:creationId xmlns:a16="http://schemas.microsoft.com/office/drawing/2014/main" id="{EEE34616-F6C9-34B7-9014-BA260D38955A}"/>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43D446D5-D064-FEB4-AE3A-F202639D26B4}"/>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081BF1AE-32AC-AB75-437A-AD758867DE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4" name="TextBox 44">
                <a:extLst>
                  <a:ext uri="{FF2B5EF4-FFF2-40B4-BE49-F238E27FC236}">
                    <a16:creationId xmlns:a16="http://schemas.microsoft.com/office/drawing/2014/main" id="{BC03722A-BB42-485F-CC02-E3B2AAF8DB8D}"/>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9479CCBB-D20B-8275-A92E-B76C545C7B77}"/>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25CA3275-D1AF-B4AC-D14F-E0672B095AD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7" name="TextBox 47">
                <a:extLst>
                  <a:ext uri="{FF2B5EF4-FFF2-40B4-BE49-F238E27FC236}">
                    <a16:creationId xmlns:a16="http://schemas.microsoft.com/office/drawing/2014/main" id="{C3CAB1EF-3C74-48CC-D033-B7EB2D7F6EFB}"/>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8" name="Group 48">
              <a:extLst>
                <a:ext uri="{FF2B5EF4-FFF2-40B4-BE49-F238E27FC236}">
                  <a16:creationId xmlns:a16="http://schemas.microsoft.com/office/drawing/2014/main" id="{C7F68F87-9532-902F-431D-1BDD814B4B7E}"/>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6DF08C2B-A99E-2566-1F0F-771062A7BF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0" name="TextBox 50">
                <a:extLst>
                  <a:ext uri="{FF2B5EF4-FFF2-40B4-BE49-F238E27FC236}">
                    <a16:creationId xmlns:a16="http://schemas.microsoft.com/office/drawing/2014/main" id="{99BD8399-B294-3502-CAEC-0604853FE581}"/>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51" name="Freeform 51">
            <a:extLst>
              <a:ext uri="{FF2B5EF4-FFF2-40B4-BE49-F238E27FC236}">
                <a16:creationId xmlns:a16="http://schemas.microsoft.com/office/drawing/2014/main" id="{0E55E75B-E357-2606-A9B6-7A3CC2B5140D}"/>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endParaRPr lang="en-VN"/>
          </a:p>
        </p:txBody>
      </p:sp>
      <p:grpSp>
        <p:nvGrpSpPr>
          <p:cNvPr id="52" name="Group 52">
            <a:extLst>
              <a:ext uri="{FF2B5EF4-FFF2-40B4-BE49-F238E27FC236}">
                <a16:creationId xmlns:a16="http://schemas.microsoft.com/office/drawing/2014/main" id="{030E76EE-1FD9-F85C-7013-65F11D58E684}"/>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39DC1DA5-7570-E855-3EC6-0234AB6662BF}"/>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D624B0EA-E907-8330-EAB6-53CF487F7D6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5" name="TextBox 55">
                <a:extLst>
                  <a:ext uri="{FF2B5EF4-FFF2-40B4-BE49-F238E27FC236}">
                    <a16:creationId xmlns:a16="http://schemas.microsoft.com/office/drawing/2014/main" id="{35F071F2-5014-098F-CBEC-86B68AEB46F8}"/>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6" name="Group 56">
              <a:extLst>
                <a:ext uri="{FF2B5EF4-FFF2-40B4-BE49-F238E27FC236}">
                  <a16:creationId xmlns:a16="http://schemas.microsoft.com/office/drawing/2014/main" id="{01B043A4-A18F-4B75-7C21-273119A546B8}"/>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FD76DB21-4515-196A-5128-7EE971A706F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8" name="TextBox 58">
                <a:extLst>
                  <a:ext uri="{FF2B5EF4-FFF2-40B4-BE49-F238E27FC236}">
                    <a16:creationId xmlns:a16="http://schemas.microsoft.com/office/drawing/2014/main" id="{7BCF9584-9BE1-CDC6-55BE-EC778A960B83}"/>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9" name="Group 59">
              <a:extLst>
                <a:ext uri="{FF2B5EF4-FFF2-40B4-BE49-F238E27FC236}">
                  <a16:creationId xmlns:a16="http://schemas.microsoft.com/office/drawing/2014/main" id="{239EEC84-A4E6-3E61-9338-2F7D7EFA37A3}"/>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AFEF0715-F7C2-7B2C-75AE-0ED340A1411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1" name="TextBox 61">
                <a:extLst>
                  <a:ext uri="{FF2B5EF4-FFF2-40B4-BE49-F238E27FC236}">
                    <a16:creationId xmlns:a16="http://schemas.microsoft.com/office/drawing/2014/main" id="{35495467-748A-EA9C-91E0-766756861920}"/>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2" name="Group 62">
              <a:extLst>
                <a:ext uri="{FF2B5EF4-FFF2-40B4-BE49-F238E27FC236}">
                  <a16:creationId xmlns:a16="http://schemas.microsoft.com/office/drawing/2014/main" id="{E0D7B7E2-69FE-D67D-F98A-39A67B2653DE}"/>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36E95803-7B09-4E92-17CE-FE99A14A263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4" name="TextBox 64">
                <a:extLst>
                  <a:ext uri="{FF2B5EF4-FFF2-40B4-BE49-F238E27FC236}">
                    <a16:creationId xmlns:a16="http://schemas.microsoft.com/office/drawing/2014/main" id="{A5E6D06E-02C7-0E6A-5F7C-39BA138B4DCE}"/>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5" name="Group 65">
              <a:extLst>
                <a:ext uri="{FF2B5EF4-FFF2-40B4-BE49-F238E27FC236}">
                  <a16:creationId xmlns:a16="http://schemas.microsoft.com/office/drawing/2014/main" id="{FD967972-EB1B-1EF1-F256-BD2AAAE64E7F}"/>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9D481E30-001A-FC42-6551-131DFBDA45C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7" name="TextBox 67">
                <a:extLst>
                  <a:ext uri="{FF2B5EF4-FFF2-40B4-BE49-F238E27FC236}">
                    <a16:creationId xmlns:a16="http://schemas.microsoft.com/office/drawing/2014/main" id="{07D9A79C-AC62-41D2-80F3-4A68A09D2F63}"/>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grpSp>
        <p:nvGrpSpPr>
          <p:cNvPr id="68" name="Group 68">
            <a:extLst>
              <a:ext uri="{FF2B5EF4-FFF2-40B4-BE49-F238E27FC236}">
                <a16:creationId xmlns:a16="http://schemas.microsoft.com/office/drawing/2014/main" id="{068F84AB-4F98-863E-03F5-EC6C8EBD17E8}"/>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6E629018-433E-9EF6-CBB5-74418E0BA640}"/>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BFA368A3-39B6-00D0-2758-68481B4C0917}"/>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1" name="TextBox 71">
                <a:extLst>
                  <a:ext uri="{FF2B5EF4-FFF2-40B4-BE49-F238E27FC236}">
                    <a16:creationId xmlns:a16="http://schemas.microsoft.com/office/drawing/2014/main" id="{D0712F74-EE08-85CE-BB67-391AC31C834D}"/>
                  </a:ext>
                </a:extLst>
              </p:cNvPr>
              <p:cNvSpPr txBox="1"/>
              <p:nvPr/>
            </p:nvSpPr>
            <p:spPr>
              <a:xfrm>
                <a:off x="0" y="-47625"/>
                <a:ext cx="458420" cy="126378"/>
              </a:xfrm>
              <a:prstGeom prst="rect">
                <a:avLst/>
              </a:prstGeom>
            </p:spPr>
            <p:txBody>
              <a:bodyPr lIns="49849" tIns="49849" rIns="49849" bIns="49849" rtlCol="0" anchor="ctr"/>
              <a:lstStyle/>
              <a:p>
                <a:pPr algn="ctr">
                  <a:lnSpc>
                    <a:spcPts val="2659"/>
                  </a:lnSpc>
                </a:pPr>
                <a:endParaRPr/>
              </a:p>
            </p:txBody>
          </p:sp>
        </p:grpSp>
        <p:grpSp>
          <p:nvGrpSpPr>
            <p:cNvPr id="72" name="Group 72">
              <a:extLst>
                <a:ext uri="{FF2B5EF4-FFF2-40B4-BE49-F238E27FC236}">
                  <a16:creationId xmlns:a16="http://schemas.microsoft.com/office/drawing/2014/main" id="{4C90637F-AA9F-8240-0393-4C9FE8622943}"/>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9FAFC729-35E5-9173-27BC-1D91A542B6DA}"/>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4" name="TextBox 74">
                <a:extLst>
                  <a:ext uri="{FF2B5EF4-FFF2-40B4-BE49-F238E27FC236}">
                    <a16:creationId xmlns:a16="http://schemas.microsoft.com/office/drawing/2014/main" id="{93522717-68C2-F868-A654-869627419679}"/>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5" name="Group 75">
              <a:extLst>
                <a:ext uri="{FF2B5EF4-FFF2-40B4-BE49-F238E27FC236}">
                  <a16:creationId xmlns:a16="http://schemas.microsoft.com/office/drawing/2014/main" id="{86D70F34-4F52-D095-D77C-FB61A01347B2}"/>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94558AA3-329D-DF48-8CFD-B41A578B7BC5}"/>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7" name="TextBox 77">
                <a:extLst>
                  <a:ext uri="{FF2B5EF4-FFF2-40B4-BE49-F238E27FC236}">
                    <a16:creationId xmlns:a16="http://schemas.microsoft.com/office/drawing/2014/main" id="{CF7A091E-5FC4-52FB-D72E-20F02F3615CB}"/>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8" name="Group 78">
              <a:extLst>
                <a:ext uri="{FF2B5EF4-FFF2-40B4-BE49-F238E27FC236}">
                  <a16:creationId xmlns:a16="http://schemas.microsoft.com/office/drawing/2014/main" id="{248B74DD-516F-C80B-A343-5002933648A1}"/>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5C62A7BF-7B2C-8419-50A0-BE5A006E6B5C}"/>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0" name="TextBox 80">
                <a:extLst>
                  <a:ext uri="{FF2B5EF4-FFF2-40B4-BE49-F238E27FC236}">
                    <a16:creationId xmlns:a16="http://schemas.microsoft.com/office/drawing/2014/main" id="{876F323A-0273-BD3D-DD38-DFAE506B0224}"/>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81" name="Group 81">
              <a:extLst>
                <a:ext uri="{FF2B5EF4-FFF2-40B4-BE49-F238E27FC236}">
                  <a16:creationId xmlns:a16="http://schemas.microsoft.com/office/drawing/2014/main" id="{0D690B9F-4BC6-03FD-7729-458794AB5FD0}"/>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2BC53A60-EEAA-F6DC-40F4-7B05A0CC8619}"/>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3" name="TextBox 83">
                <a:extLst>
                  <a:ext uri="{FF2B5EF4-FFF2-40B4-BE49-F238E27FC236}">
                    <a16:creationId xmlns:a16="http://schemas.microsoft.com/office/drawing/2014/main" id="{3F716B47-2F14-F5F6-8A02-A7A94F4446BA}"/>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sp>
        <p:nvSpPr>
          <p:cNvPr id="84" name="Freeform 84">
            <a:extLst>
              <a:ext uri="{FF2B5EF4-FFF2-40B4-BE49-F238E27FC236}">
                <a16:creationId xmlns:a16="http://schemas.microsoft.com/office/drawing/2014/main" id="{E62075D6-B854-6B10-3E21-61C5723AC35D}"/>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98" name="TextBox 97">
            <a:extLst>
              <a:ext uri="{FF2B5EF4-FFF2-40B4-BE49-F238E27FC236}">
                <a16:creationId xmlns:a16="http://schemas.microsoft.com/office/drawing/2014/main" id="{A5CE63CE-9D52-9C54-9EF5-2EE14EC7FDF6}"/>
              </a:ext>
            </a:extLst>
          </p:cNvPr>
          <p:cNvSpPr txBox="1"/>
          <p:nvPr/>
        </p:nvSpPr>
        <p:spPr>
          <a:xfrm>
            <a:off x="1670655" y="1434092"/>
            <a:ext cx="15727454" cy="7211013"/>
          </a:xfrm>
          <a:prstGeom prst="rect">
            <a:avLst/>
          </a:prstGeom>
          <a:noFill/>
        </p:spPr>
        <p:txBody>
          <a:bodyPr wrap="square">
            <a:spAutoFit/>
          </a:bodyPr>
          <a:lstStyle/>
          <a:p>
            <a:pPr algn="just">
              <a:lnSpc>
                <a:spcPct val="150000"/>
              </a:lnSpc>
              <a:spcBef>
                <a:spcPts val="600"/>
              </a:spcBef>
              <a:spcAft>
                <a:spcPts val="600"/>
              </a:spcAft>
            </a:pPr>
            <a:r>
              <a:rPr lang="vi-VN" sz="5000" b="1">
                <a:latin typeface="American Typewriter" panose="02090604020004020304" pitchFamily="18" charset="77"/>
              </a:rPr>
              <a:t>✍️ Bài tập áp dụng: </a:t>
            </a:r>
            <a:r>
              <a:rPr lang="vi-VN" sz="5000" i="1">
                <a:latin typeface="American Typewriter" panose="02090604020004020304" pitchFamily="18" charset="77"/>
              </a:rPr>
              <a:t>Chuyển những câu sau sang tiếng Anh.</a:t>
            </a:r>
            <a:endParaRPr lang="vi-VN" sz="5000">
              <a:latin typeface="American Typewriter" panose="02090604020004020304" pitchFamily="18" charset="77"/>
            </a:endParaRPr>
          </a:p>
          <a:p>
            <a:pPr algn="just">
              <a:lnSpc>
                <a:spcPct val="150000"/>
              </a:lnSpc>
              <a:spcBef>
                <a:spcPts val="600"/>
              </a:spcBef>
              <a:spcAft>
                <a:spcPts val="600"/>
              </a:spcAft>
            </a:pPr>
            <a:r>
              <a:rPr lang="vi-VN" sz="5000" b="1">
                <a:latin typeface="American Typewriter" panose="02090604020004020304" pitchFamily="18" charset="77"/>
              </a:rPr>
              <a:t>5. </a:t>
            </a:r>
            <a:r>
              <a:rPr lang="vi-VN" sz="5000" b="1">
                <a:solidFill>
                  <a:schemeClr val="accent6"/>
                </a:solidFill>
                <a:latin typeface="American Typewriter" panose="02090604020004020304" pitchFamily="18" charset="77"/>
              </a:rPr>
              <a:t>Bạn</a:t>
            </a:r>
            <a:r>
              <a:rPr lang="vi-VN" sz="5000" b="1">
                <a:latin typeface="American Typewriter" panose="02090604020004020304" pitchFamily="18" charset="77"/>
              </a:rPr>
              <a:t> </a:t>
            </a:r>
            <a:r>
              <a:rPr lang="vi-VN" sz="5000" b="1">
                <a:solidFill>
                  <a:srgbClr val="00B0F0"/>
                </a:solidFill>
                <a:latin typeface="American Typewriter" panose="02090604020004020304" pitchFamily="18" charset="77"/>
              </a:rPr>
              <a:t>có thể </a:t>
            </a:r>
            <a:r>
              <a:rPr lang="vi-VN" sz="5000" b="1">
                <a:solidFill>
                  <a:schemeClr val="accent3"/>
                </a:solidFill>
                <a:latin typeface="American Typewriter" panose="02090604020004020304" pitchFamily="18" charset="77"/>
              </a:rPr>
              <a:t>luyện viết </a:t>
            </a:r>
            <a:r>
              <a:rPr lang="vi-VN" sz="5000" b="1">
                <a:solidFill>
                  <a:schemeClr val="accent2"/>
                </a:solidFill>
                <a:latin typeface="American Typewriter" panose="02090604020004020304" pitchFamily="18" charset="77"/>
              </a:rPr>
              <a:t>mỗi ngày</a:t>
            </a:r>
            <a:r>
              <a:rPr lang="vi-VN" sz="5000" b="1">
                <a:latin typeface="American Typewriter" panose="02090604020004020304" pitchFamily="18" charset="77"/>
              </a:rPr>
              <a:t> </a:t>
            </a:r>
            <a:r>
              <a:rPr lang="vi-VN" sz="5000" b="1">
                <a:solidFill>
                  <a:srgbClr val="7030A0"/>
                </a:solidFill>
                <a:latin typeface="American Typewriter" panose="02090604020004020304" pitchFamily="18" charset="77"/>
              </a:rPr>
              <a:t>nếu bạn muốn </a:t>
            </a:r>
            <a:r>
              <a:rPr lang="vi-VN" sz="5000" b="1">
                <a:solidFill>
                  <a:schemeClr val="accent5"/>
                </a:solidFill>
                <a:latin typeface="American Typewriter" panose="02090604020004020304" pitchFamily="18" charset="77"/>
              </a:rPr>
              <a:t>giỏi</a:t>
            </a:r>
            <a:r>
              <a:rPr lang="vi-VN" sz="5000" b="1">
                <a:latin typeface="American Typewriter" panose="02090604020004020304" pitchFamily="18" charset="77"/>
              </a:rPr>
              <a:t> </a:t>
            </a:r>
            <a:r>
              <a:rPr lang="vi-VN" sz="5000" b="1">
                <a:solidFill>
                  <a:srgbClr val="FF85FF"/>
                </a:solidFill>
                <a:latin typeface="American Typewriter" panose="02090604020004020304" pitchFamily="18" charset="77"/>
              </a:rPr>
              <a:t>kỹ năng viết</a:t>
            </a:r>
            <a:r>
              <a:rPr lang="vi-VN" sz="5000" b="1">
                <a:latin typeface="American Typewriter" panose="02090604020004020304" pitchFamily="18" charset="77"/>
              </a:rPr>
              <a:t>.</a:t>
            </a:r>
          </a:p>
          <a:p>
            <a:pPr algn="just">
              <a:lnSpc>
                <a:spcPct val="150000"/>
              </a:lnSpc>
              <a:spcBef>
                <a:spcPts val="600"/>
              </a:spcBef>
              <a:spcAft>
                <a:spcPts val="600"/>
              </a:spcAft>
            </a:pPr>
            <a:r>
              <a:rPr lang="vi-VN" sz="5000" b="1">
                <a:latin typeface="American Typewriter" panose="02090604020004020304" pitchFamily="18" charset="77"/>
              </a:rPr>
              <a:t>→ </a:t>
            </a:r>
            <a:r>
              <a:rPr lang="vi-VN" sz="5000" b="1">
                <a:solidFill>
                  <a:schemeClr val="accent6"/>
                </a:solidFill>
                <a:latin typeface="American Typewriter" panose="02090604020004020304" pitchFamily="18" charset="77"/>
              </a:rPr>
              <a:t>You</a:t>
            </a:r>
            <a:r>
              <a:rPr lang="vi-VN" sz="5000" b="1">
                <a:latin typeface="American Typewriter" panose="02090604020004020304" pitchFamily="18" charset="77"/>
              </a:rPr>
              <a:t> </a:t>
            </a:r>
            <a:r>
              <a:rPr lang="vi-VN" sz="5000" b="1">
                <a:solidFill>
                  <a:srgbClr val="00B0F0"/>
                </a:solidFill>
                <a:latin typeface="American Typewriter" panose="02090604020004020304" pitchFamily="18" charset="77"/>
              </a:rPr>
              <a:t>can</a:t>
            </a:r>
            <a:r>
              <a:rPr lang="vi-VN" sz="5000" b="1">
                <a:latin typeface="American Typewriter" panose="02090604020004020304" pitchFamily="18" charset="77"/>
              </a:rPr>
              <a:t> </a:t>
            </a:r>
            <a:r>
              <a:rPr lang="vi-VN" sz="5000" b="1">
                <a:solidFill>
                  <a:schemeClr val="accent3"/>
                </a:solidFill>
                <a:latin typeface="American Typewriter" panose="02090604020004020304" pitchFamily="18" charset="77"/>
              </a:rPr>
              <a:t>practise writing </a:t>
            </a:r>
            <a:r>
              <a:rPr lang="vi-VN" sz="5000" b="1">
                <a:solidFill>
                  <a:schemeClr val="accent2"/>
                </a:solidFill>
                <a:latin typeface="American Typewriter" panose="02090604020004020304" pitchFamily="18" charset="77"/>
              </a:rPr>
              <a:t>every day </a:t>
            </a:r>
            <a:r>
              <a:rPr lang="vi-VN" sz="5000" b="1">
                <a:solidFill>
                  <a:srgbClr val="7030A0"/>
                </a:solidFill>
                <a:latin typeface="American Typewriter" panose="02090604020004020304" pitchFamily="18" charset="77"/>
              </a:rPr>
              <a:t>if you want to</a:t>
            </a:r>
            <a:r>
              <a:rPr lang="vi-VN" sz="5000" b="1">
                <a:latin typeface="American Typewriter" panose="02090604020004020304" pitchFamily="18" charset="77"/>
              </a:rPr>
              <a:t> </a:t>
            </a:r>
            <a:r>
              <a:rPr lang="vi-VN" sz="5000" b="1">
                <a:solidFill>
                  <a:schemeClr val="accent5"/>
                </a:solidFill>
                <a:latin typeface="American Typewriter" panose="02090604020004020304" pitchFamily="18" charset="77"/>
              </a:rPr>
              <a:t>be good at </a:t>
            </a:r>
            <a:r>
              <a:rPr lang="vi-VN" sz="5000" b="1">
                <a:solidFill>
                  <a:srgbClr val="FF85FF"/>
                </a:solidFill>
                <a:latin typeface="American Typewriter" panose="02090604020004020304" pitchFamily="18" charset="77"/>
              </a:rPr>
              <a:t>writing skills</a:t>
            </a:r>
            <a:r>
              <a:rPr lang="vi-VN" sz="5000" b="1">
                <a:latin typeface="American Typewriter" panose="02090604020004020304" pitchFamily="18" charset="77"/>
              </a:rPr>
              <a:t>.</a:t>
            </a:r>
          </a:p>
        </p:txBody>
      </p:sp>
    </p:spTree>
    <p:extLst>
      <p:ext uri="{BB962C8B-B14F-4D97-AF65-F5344CB8AC3E}">
        <p14:creationId xmlns:p14="http://schemas.microsoft.com/office/powerpoint/2010/main" val="1386249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88FF2-3CBB-4C1A-01D2-BAB7B74D910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5E07692-1FFF-939F-566F-8638749D1623}"/>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endParaRPr lang="en-VN"/>
          </a:p>
        </p:txBody>
      </p:sp>
      <p:sp>
        <p:nvSpPr>
          <p:cNvPr id="3" name="Freeform 3">
            <a:extLst>
              <a:ext uri="{FF2B5EF4-FFF2-40B4-BE49-F238E27FC236}">
                <a16:creationId xmlns:a16="http://schemas.microsoft.com/office/drawing/2014/main" id="{F9D8277F-393E-DE31-31A9-368612C8BF10}"/>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endParaRPr lang="en-VN"/>
          </a:p>
        </p:txBody>
      </p:sp>
      <p:sp>
        <p:nvSpPr>
          <p:cNvPr id="4" name="Freeform 4">
            <a:extLst>
              <a:ext uri="{FF2B5EF4-FFF2-40B4-BE49-F238E27FC236}">
                <a16:creationId xmlns:a16="http://schemas.microsoft.com/office/drawing/2014/main" id="{A54ED4B3-06F7-635B-C084-D69DD24941ED}"/>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endParaRPr lang="en-VN"/>
          </a:p>
        </p:txBody>
      </p:sp>
      <p:grpSp>
        <p:nvGrpSpPr>
          <p:cNvPr id="5" name="Group 5">
            <a:extLst>
              <a:ext uri="{FF2B5EF4-FFF2-40B4-BE49-F238E27FC236}">
                <a16:creationId xmlns:a16="http://schemas.microsoft.com/office/drawing/2014/main" id="{923E2F21-C1F5-6FE2-CDB3-69D18ED20C71}"/>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CE97B133-6A29-79D3-89EF-BA3802B37001}"/>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endParaRPr lang="en-VN"/>
            </a:p>
          </p:txBody>
        </p:sp>
        <p:sp>
          <p:nvSpPr>
            <p:cNvPr id="7" name="TextBox 7">
              <a:extLst>
                <a:ext uri="{FF2B5EF4-FFF2-40B4-BE49-F238E27FC236}">
                  <a16:creationId xmlns:a16="http://schemas.microsoft.com/office/drawing/2014/main" id="{DB5BE2F5-A3EA-1BA6-405A-775B81AD28B0}"/>
                </a:ext>
              </a:extLst>
            </p:cNvPr>
            <p:cNvSpPr txBox="1"/>
            <p:nvPr/>
          </p:nvSpPr>
          <p:spPr>
            <a:xfrm>
              <a:off x="0" y="-47625"/>
              <a:ext cx="5454346" cy="2751565"/>
            </a:xfrm>
            <a:prstGeom prst="rect">
              <a:avLst/>
            </a:prstGeom>
          </p:spPr>
          <p:txBody>
            <a:bodyPr lIns="49849" tIns="49849" rIns="49849" bIns="49849" rtlCol="0" anchor="ctr"/>
            <a:lstStyle/>
            <a:p>
              <a:pPr algn="ctr">
                <a:lnSpc>
                  <a:spcPts val="2659"/>
                </a:lnSpc>
              </a:pPr>
              <a:endParaRPr/>
            </a:p>
          </p:txBody>
        </p:sp>
      </p:grpSp>
      <p:grpSp>
        <p:nvGrpSpPr>
          <p:cNvPr id="8" name="Group 8">
            <a:extLst>
              <a:ext uri="{FF2B5EF4-FFF2-40B4-BE49-F238E27FC236}">
                <a16:creationId xmlns:a16="http://schemas.microsoft.com/office/drawing/2014/main" id="{885C3330-BB62-9032-3CA5-E35BAAE216C6}"/>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F48A7C5B-12B4-0907-140E-1308F6ABADEB}"/>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endParaRPr lang="en-VN"/>
            </a:p>
          </p:txBody>
        </p:sp>
        <p:sp>
          <p:nvSpPr>
            <p:cNvPr id="10" name="TextBox 10">
              <a:extLst>
                <a:ext uri="{FF2B5EF4-FFF2-40B4-BE49-F238E27FC236}">
                  <a16:creationId xmlns:a16="http://schemas.microsoft.com/office/drawing/2014/main" id="{9911365E-3936-B7BD-1125-DB7807D70C88}"/>
                </a:ext>
              </a:extLst>
            </p:cNvPr>
            <p:cNvSpPr txBox="1"/>
            <p:nvPr/>
          </p:nvSpPr>
          <p:spPr>
            <a:xfrm>
              <a:off x="0" y="-47625"/>
              <a:ext cx="5429786" cy="2704410"/>
            </a:xfrm>
            <a:prstGeom prst="rect">
              <a:avLst/>
            </a:prstGeom>
          </p:spPr>
          <p:txBody>
            <a:bodyPr lIns="49849" tIns="49849" rIns="49849" bIns="49849" rtlCol="0" anchor="ctr"/>
            <a:lstStyle/>
            <a:p>
              <a:pPr algn="ctr">
                <a:lnSpc>
                  <a:spcPts val="2659"/>
                </a:lnSpc>
              </a:pPr>
              <a:endParaRPr/>
            </a:p>
          </p:txBody>
        </p:sp>
      </p:grpSp>
      <p:grpSp>
        <p:nvGrpSpPr>
          <p:cNvPr id="11" name="Group 11">
            <a:extLst>
              <a:ext uri="{FF2B5EF4-FFF2-40B4-BE49-F238E27FC236}">
                <a16:creationId xmlns:a16="http://schemas.microsoft.com/office/drawing/2014/main" id="{99232D8D-9DA3-0361-0411-68BAD7A5DDAB}"/>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06B9B633-2E16-48B1-9EDA-C17E02B6A83A}"/>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endParaRPr lang="en-VN"/>
            </a:p>
          </p:txBody>
        </p:sp>
        <p:sp>
          <p:nvSpPr>
            <p:cNvPr id="13" name="TextBox 13">
              <a:extLst>
                <a:ext uri="{FF2B5EF4-FFF2-40B4-BE49-F238E27FC236}">
                  <a16:creationId xmlns:a16="http://schemas.microsoft.com/office/drawing/2014/main" id="{7AFC796F-2890-3D92-5595-A15E31434C99}"/>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4" name="Group 14">
            <a:extLst>
              <a:ext uri="{FF2B5EF4-FFF2-40B4-BE49-F238E27FC236}">
                <a16:creationId xmlns:a16="http://schemas.microsoft.com/office/drawing/2014/main" id="{74488D40-0E6A-49D7-E1B6-26A49D443367}"/>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E76DC385-91A8-7767-CC25-AD9EA5BC5BB4}"/>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endParaRPr lang="en-VN"/>
            </a:p>
          </p:txBody>
        </p:sp>
        <p:sp>
          <p:nvSpPr>
            <p:cNvPr id="16" name="TextBox 16">
              <a:extLst>
                <a:ext uri="{FF2B5EF4-FFF2-40B4-BE49-F238E27FC236}">
                  <a16:creationId xmlns:a16="http://schemas.microsoft.com/office/drawing/2014/main" id="{FCC05C99-AF26-CA60-D264-200DE5CAB29F}"/>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7" name="Group 17">
            <a:extLst>
              <a:ext uri="{FF2B5EF4-FFF2-40B4-BE49-F238E27FC236}">
                <a16:creationId xmlns:a16="http://schemas.microsoft.com/office/drawing/2014/main" id="{ED92F0EA-EF66-F0E5-4E51-5EDBDDBDA72E}"/>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F8ED728B-D94B-8672-4196-79658AEAC464}"/>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endParaRPr lang="en-VN"/>
            </a:p>
          </p:txBody>
        </p:sp>
        <p:sp>
          <p:nvSpPr>
            <p:cNvPr id="19" name="TextBox 19">
              <a:extLst>
                <a:ext uri="{FF2B5EF4-FFF2-40B4-BE49-F238E27FC236}">
                  <a16:creationId xmlns:a16="http://schemas.microsoft.com/office/drawing/2014/main" id="{71EA0AA8-338E-1DA1-E9FA-B60E3EA90DF3}"/>
                </a:ext>
              </a:extLst>
            </p:cNvPr>
            <p:cNvSpPr txBox="1"/>
            <p:nvPr/>
          </p:nvSpPr>
          <p:spPr>
            <a:xfrm>
              <a:off x="0" y="-47625"/>
              <a:ext cx="3961731" cy="2448417"/>
            </a:xfrm>
            <a:prstGeom prst="rect">
              <a:avLst/>
            </a:prstGeom>
          </p:spPr>
          <p:txBody>
            <a:bodyPr lIns="49849" tIns="49849" rIns="49849" bIns="49849" rtlCol="0" anchor="ctr"/>
            <a:lstStyle/>
            <a:p>
              <a:pPr algn="ctr">
                <a:lnSpc>
                  <a:spcPts val="2659"/>
                </a:lnSpc>
              </a:pPr>
              <a:endParaRPr/>
            </a:p>
          </p:txBody>
        </p:sp>
      </p:grpSp>
      <p:sp>
        <p:nvSpPr>
          <p:cNvPr id="34" name="Freeform 34">
            <a:extLst>
              <a:ext uri="{FF2B5EF4-FFF2-40B4-BE49-F238E27FC236}">
                <a16:creationId xmlns:a16="http://schemas.microsoft.com/office/drawing/2014/main" id="{8C646ACD-44EF-4555-916F-384F30054B27}"/>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endParaRPr lang="en-VN"/>
          </a:p>
        </p:txBody>
      </p:sp>
      <p:grpSp>
        <p:nvGrpSpPr>
          <p:cNvPr id="35" name="Group 35">
            <a:extLst>
              <a:ext uri="{FF2B5EF4-FFF2-40B4-BE49-F238E27FC236}">
                <a16:creationId xmlns:a16="http://schemas.microsoft.com/office/drawing/2014/main" id="{5BE74CA0-B4FC-4B19-CD50-BA861247D8ED}"/>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1DD8E66A-7D07-8948-726A-281C50BC0FFD}"/>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5771F7C4-F152-CED8-68A5-A235DFECB55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38" name="TextBox 38">
                <a:extLst>
                  <a:ext uri="{FF2B5EF4-FFF2-40B4-BE49-F238E27FC236}">
                    <a16:creationId xmlns:a16="http://schemas.microsoft.com/office/drawing/2014/main" id="{246375FA-A18B-9B4B-FA9E-0F93A4AE694D}"/>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C53B8A5A-9AFA-D4CD-8578-DC296C776226}"/>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AF682CE7-9B63-DE40-77E2-322FC1ECFAD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1" name="TextBox 41">
                <a:extLst>
                  <a:ext uri="{FF2B5EF4-FFF2-40B4-BE49-F238E27FC236}">
                    <a16:creationId xmlns:a16="http://schemas.microsoft.com/office/drawing/2014/main" id="{36C71C35-C7D2-A03F-9F1E-F2C4C85CED81}"/>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ED965BD7-8CE4-E849-ACF7-3D6184C838BF}"/>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BB445B99-82BA-5E6F-1C3F-0DD24E3D795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4" name="TextBox 44">
                <a:extLst>
                  <a:ext uri="{FF2B5EF4-FFF2-40B4-BE49-F238E27FC236}">
                    <a16:creationId xmlns:a16="http://schemas.microsoft.com/office/drawing/2014/main" id="{9C89089C-074D-4008-DF16-4F43DDD8D97C}"/>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D171106C-ADDD-2DC1-AEB8-A72C764A1664}"/>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FBF06E26-5B5E-232A-5840-27FAA5B8D51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7" name="TextBox 47">
                <a:extLst>
                  <a:ext uri="{FF2B5EF4-FFF2-40B4-BE49-F238E27FC236}">
                    <a16:creationId xmlns:a16="http://schemas.microsoft.com/office/drawing/2014/main" id="{45573515-D071-AD2D-ADD7-6A40B4EC040C}"/>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8" name="Group 48">
              <a:extLst>
                <a:ext uri="{FF2B5EF4-FFF2-40B4-BE49-F238E27FC236}">
                  <a16:creationId xmlns:a16="http://schemas.microsoft.com/office/drawing/2014/main" id="{877B0B23-5778-94F7-EE1D-8B0FF2F69530}"/>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23DA5B62-6521-55D7-3FCA-3C089094D1E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0" name="TextBox 50">
                <a:extLst>
                  <a:ext uri="{FF2B5EF4-FFF2-40B4-BE49-F238E27FC236}">
                    <a16:creationId xmlns:a16="http://schemas.microsoft.com/office/drawing/2014/main" id="{39211F27-2E20-D392-620A-40D0174E57B3}"/>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51" name="Freeform 51">
            <a:extLst>
              <a:ext uri="{FF2B5EF4-FFF2-40B4-BE49-F238E27FC236}">
                <a16:creationId xmlns:a16="http://schemas.microsoft.com/office/drawing/2014/main" id="{BCBE24D4-0CB8-06E9-12DD-75165575FD41}"/>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endParaRPr lang="en-VN"/>
          </a:p>
        </p:txBody>
      </p:sp>
      <p:grpSp>
        <p:nvGrpSpPr>
          <p:cNvPr id="52" name="Group 52">
            <a:extLst>
              <a:ext uri="{FF2B5EF4-FFF2-40B4-BE49-F238E27FC236}">
                <a16:creationId xmlns:a16="http://schemas.microsoft.com/office/drawing/2014/main" id="{5EF748DB-F931-093A-A7FE-364E438925D9}"/>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C4212B30-52AF-80C6-068C-C9E6820A829D}"/>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0106710A-92E0-789D-424F-D9E41531E1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5" name="TextBox 55">
                <a:extLst>
                  <a:ext uri="{FF2B5EF4-FFF2-40B4-BE49-F238E27FC236}">
                    <a16:creationId xmlns:a16="http://schemas.microsoft.com/office/drawing/2014/main" id="{180EE666-7788-581F-131D-D3F04FEE3CAE}"/>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6" name="Group 56">
              <a:extLst>
                <a:ext uri="{FF2B5EF4-FFF2-40B4-BE49-F238E27FC236}">
                  <a16:creationId xmlns:a16="http://schemas.microsoft.com/office/drawing/2014/main" id="{FDDED3E5-689C-78E4-129B-102588D42F28}"/>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180FAB42-94A3-DEED-7886-F3E7D62856A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8" name="TextBox 58">
                <a:extLst>
                  <a:ext uri="{FF2B5EF4-FFF2-40B4-BE49-F238E27FC236}">
                    <a16:creationId xmlns:a16="http://schemas.microsoft.com/office/drawing/2014/main" id="{9FEBF343-A834-1235-73BA-4E11BF5F3F82}"/>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9" name="Group 59">
              <a:extLst>
                <a:ext uri="{FF2B5EF4-FFF2-40B4-BE49-F238E27FC236}">
                  <a16:creationId xmlns:a16="http://schemas.microsoft.com/office/drawing/2014/main" id="{9AA8ADD3-4DCB-4CD9-F784-26E48257C0FC}"/>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A7307D5B-7B7A-EC0B-5D52-C7BFD879FB2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1" name="TextBox 61">
                <a:extLst>
                  <a:ext uri="{FF2B5EF4-FFF2-40B4-BE49-F238E27FC236}">
                    <a16:creationId xmlns:a16="http://schemas.microsoft.com/office/drawing/2014/main" id="{C8404749-E6A8-2E63-EFEF-E96A4BEF0BC8}"/>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2" name="Group 62">
              <a:extLst>
                <a:ext uri="{FF2B5EF4-FFF2-40B4-BE49-F238E27FC236}">
                  <a16:creationId xmlns:a16="http://schemas.microsoft.com/office/drawing/2014/main" id="{56659AF9-0ACC-A717-CC31-F5340921098D}"/>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5DDBCC0F-8525-319A-F29B-E1AD1AA4E36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4" name="TextBox 64">
                <a:extLst>
                  <a:ext uri="{FF2B5EF4-FFF2-40B4-BE49-F238E27FC236}">
                    <a16:creationId xmlns:a16="http://schemas.microsoft.com/office/drawing/2014/main" id="{10FC0B23-7019-E4B8-3875-C50083AC26CD}"/>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5" name="Group 65">
              <a:extLst>
                <a:ext uri="{FF2B5EF4-FFF2-40B4-BE49-F238E27FC236}">
                  <a16:creationId xmlns:a16="http://schemas.microsoft.com/office/drawing/2014/main" id="{B6985302-9D81-4C40-C3A7-9D3C48728C1A}"/>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9424EE4D-8932-679C-615B-5853B471C93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7" name="TextBox 67">
                <a:extLst>
                  <a:ext uri="{FF2B5EF4-FFF2-40B4-BE49-F238E27FC236}">
                    <a16:creationId xmlns:a16="http://schemas.microsoft.com/office/drawing/2014/main" id="{18687083-8571-3A95-E4BE-936826B45998}"/>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grpSp>
        <p:nvGrpSpPr>
          <p:cNvPr id="68" name="Group 68">
            <a:extLst>
              <a:ext uri="{FF2B5EF4-FFF2-40B4-BE49-F238E27FC236}">
                <a16:creationId xmlns:a16="http://schemas.microsoft.com/office/drawing/2014/main" id="{543AED92-122D-E0BB-9811-8E0084664B32}"/>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F78A0D5F-7DD6-20AB-5DFE-CFD41B7DE2C8}"/>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1502A0C1-8120-1A98-74B0-2261942031D1}"/>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1" name="TextBox 71">
                <a:extLst>
                  <a:ext uri="{FF2B5EF4-FFF2-40B4-BE49-F238E27FC236}">
                    <a16:creationId xmlns:a16="http://schemas.microsoft.com/office/drawing/2014/main" id="{5DECEE6D-6CAC-F773-BA0D-79201D96B0C1}"/>
                  </a:ext>
                </a:extLst>
              </p:cNvPr>
              <p:cNvSpPr txBox="1"/>
              <p:nvPr/>
            </p:nvSpPr>
            <p:spPr>
              <a:xfrm>
                <a:off x="0" y="-47625"/>
                <a:ext cx="458420" cy="126378"/>
              </a:xfrm>
              <a:prstGeom prst="rect">
                <a:avLst/>
              </a:prstGeom>
            </p:spPr>
            <p:txBody>
              <a:bodyPr lIns="49849" tIns="49849" rIns="49849" bIns="49849" rtlCol="0" anchor="ctr"/>
              <a:lstStyle/>
              <a:p>
                <a:pPr algn="ctr">
                  <a:lnSpc>
                    <a:spcPts val="2659"/>
                  </a:lnSpc>
                </a:pPr>
                <a:endParaRPr/>
              </a:p>
            </p:txBody>
          </p:sp>
        </p:grpSp>
        <p:grpSp>
          <p:nvGrpSpPr>
            <p:cNvPr id="72" name="Group 72">
              <a:extLst>
                <a:ext uri="{FF2B5EF4-FFF2-40B4-BE49-F238E27FC236}">
                  <a16:creationId xmlns:a16="http://schemas.microsoft.com/office/drawing/2014/main" id="{BD04CCFA-F118-4E86-5F99-EFB3340B5FEF}"/>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15F61CA4-BFE5-4E46-0455-2427AB17CD76}"/>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4" name="TextBox 74">
                <a:extLst>
                  <a:ext uri="{FF2B5EF4-FFF2-40B4-BE49-F238E27FC236}">
                    <a16:creationId xmlns:a16="http://schemas.microsoft.com/office/drawing/2014/main" id="{01C9CC8C-6230-61AF-C168-5DB0882C3C5D}"/>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5" name="Group 75">
              <a:extLst>
                <a:ext uri="{FF2B5EF4-FFF2-40B4-BE49-F238E27FC236}">
                  <a16:creationId xmlns:a16="http://schemas.microsoft.com/office/drawing/2014/main" id="{7312E425-D77C-3862-D063-C0932BE015C5}"/>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DFB19743-48CD-2B59-96E2-EF6231771753}"/>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7" name="TextBox 77">
                <a:extLst>
                  <a:ext uri="{FF2B5EF4-FFF2-40B4-BE49-F238E27FC236}">
                    <a16:creationId xmlns:a16="http://schemas.microsoft.com/office/drawing/2014/main" id="{EA9650ED-E864-6D5E-036F-5BA215AA5756}"/>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8" name="Group 78">
              <a:extLst>
                <a:ext uri="{FF2B5EF4-FFF2-40B4-BE49-F238E27FC236}">
                  <a16:creationId xmlns:a16="http://schemas.microsoft.com/office/drawing/2014/main" id="{55524EE7-502D-FD6D-EE03-D1C3B896ABBE}"/>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68A38C26-2D2A-9AAE-0A48-9720684B431F}"/>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0" name="TextBox 80">
                <a:extLst>
                  <a:ext uri="{FF2B5EF4-FFF2-40B4-BE49-F238E27FC236}">
                    <a16:creationId xmlns:a16="http://schemas.microsoft.com/office/drawing/2014/main" id="{B0FA8D10-CDC9-DB61-0435-82E5A952EAD9}"/>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81" name="Group 81">
              <a:extLst>
                <a:ext uri="{FF2B5EF4-FFF2-40B4-BE49-F238E27FC236}">
                  <a16:creationId xmlns:a16="http://schemas.microsoft.com/office/drawing/2014/main" id="{9DDCD57A-674B-5648-4A0B-058AE263958F}"/>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D3585633-8FCF-55BE-5641-33D58E7E8D9E}"/>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3" name="TextBox 83">
                <a:extLst>
                  <a:ext uri="{FF2B5EF4-FFF2-40B4-BE49-F238E27FC236}">
                    <a16:creationId xmlns:a16="http://schemas.microsoft.com/office/drawing/2014/main" id="{45CE6E20-B489-2A5B-6FAF-8D1180FF0108}"/>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sp>
        <p:nvSpPr>
          <p:cNvPr id="84" name="Freeform 84">
            <a:extLst>
              <a:ext uri="{FF2B5EF4-FFF2-40B4-BE49-F238E27FC236}">
                <a16:creationId xmlns:a16="http://schemas.microsoft.com/office/drawing/2014/main" id="{E538FF3D-F63E-8111-5118-1FDAF5F9BF09}"/>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98" name="TextBox 97">
            <a:extLst>
              <a:ext uri="{FF2B5EF4-FFF2-40B4-BE49-F238E27FC236}">
                <a16:creationId xmlns:a16="http://schemas.microsoft.com/office/drawing/2014/main" id="{F9A20E8E-DDF1-2CA7-2502-BF52262871BE}"/>
              </a:ext>
            </a:extLst>
          </p:cNvPr>
          <p:cNvSpPr txBox="1"/>
          <p:nvPr/>
        </p:nvSpPr>
        <p:spPr>
          <a:xfrm>
            <a:off x="1670655" y="1683601"/>
            <a:ext cx="15727454" cy="6832896"/>
          </a:xfrm>
          <a:prstGeom prst="rect">
            <a:avLst/>
          </a:prstGeom>
          <a:noFill/>
        </p:spPr>
        <p:txBody>
          <a:bodyPr wrap="square">
            <a:spAutoFit/>
          </a:bodyPr>
          <a:lstStyle/>
          <a:p>
            <a:pPr algn="just">
              <a:lnSpc>
                <a:spcPct val="150000"/>
              </a:lnSpc>
              <a:spcBef>
                <a:spcPts val="600"/>
              </a:spcBef>
              <a:spcAft>
                <a:spcPts val="600"/>
              </a:spcAft>
            </a:pPr>
            <a:r>
              <a:rPr lang="vi-VN" sz="4500" b="1">
                <a:latin typeface="American Typewriter" panose="02090604020004020304" pitchFamily="18" charset="77"/>
              </a:rPr>
              <a:t>✍️ Bài tập áp dụng: </a:t>
            </a:r>
            <a:r>
              <a:rPr lang="vi-VN" sz="4500" i="1">
                <a:latin typeface="American Typewriter" panose="02090604020004020304" pitchFamily="18" charset="77"/>
              </a:rPr>
              <a:t>Chuyển những câu sau sang tiếng Anh.</a:t>
            </a:r>
            <a:endParaRPr lang="vi-VN" sz="4500">
              <a:latin typeface="American Typewriter" panose="02090604020004020304" pitchFamily="18" charset="77"/>
            </a:endParaRPr>
          </a:p>
          <a:p>
            <a:pPr algn="just">
              <a:lnSpc>
                <a:spcPct val="150000"/>
              </a:lnSpc>
              <a:spcBef>
                <a:spcPts val="600"/>
              </a:spcBef>
              <a:spcAft>
                <a:spcPts val="600"/>
              </a:spcAft>
            </a:pPr>
            <a:r>
              <a:rPr lang="vi-VN" sz="4500" b="1">
                <a:latin typeface="American Typewriter" panose="02090604020004020304" pitchFamily="18" charset="77"/>
              </a:rPr>
              <a:t>3. </a:t>
            </a:r>
            <a:r>
              <a:rPr lang="vi-VN" sz="4500" b="1">
                <a:solidFill>
                  <a:schemeClr val="accent4"/>
                </a:solidFill>
                <a:latin typeface="American Typewriter" panose="02090604020004020304" pitchFamily="18" charset="77"/>
              </a:rPr>
              <a:t>Tôi</a:t>
            </a:r>
            <a:r>
              <a:rPr lang="vi-VN" sz="4500" b="1">
                <a:latin typeface="American Typewriter" panose="02090604020004020304" pitchFamily="18" charset="77"/>
              </a:rPr>
              <a:t> </a:t>
            </a:r>
            <a:r>
              <a:rPr lang="vi-VN" sz="4500" b="1">
                <a:solidFill>
                  <a:schemeClr val="accent3"/>
                </a:solidFill>
                <a:latin typeface="American Typewriter" panose="02090604020004020304" pitchFamily="18" charset="77"/>
              </a:rPr>
              <a:t>sẽ nộp </a:t>
            </a:r>
            <a:r>
              <a:rPr lang="vi-VN" sz="4500" b="1">
                <a:solidFill>
                  <a:schemeClr val="accent6"/>
                </a:solidFill>
                <a:latin typeface="American Typewriter" panose="02090604020004020304" pitchFamily="18" charset="77"/>
              </a:rPr>
              <a:t>bài luận của mình </a:t>
            </a:r>
            <a:r>
              <a:rPr lang="vi-VN" sz="4500" b="1">
                <a:solidFill>
                  <a:srgbClr val="00B0F0"/>
                </a:solidFill>
                <a:latin typeface="American Typewriter" panose="02090604020004020304" pitchFamily="18" charset="77"/>
              </a:rPr>
              <a:t>vào ngày mai</a:t>
            </a:r>
            <a:r>
              <a:rPr lang="vi-VN" sz="4500" b="1">
                <a:latin typeface="American Typewriter" panose="02090604020004020304" pitchFamily="18" charset="77"/>
              </a:rPr>
              <a:t>.</a:t>
            </a:r>
          </a:p>
          <a:p>
            <a:pPr algn="just">
              <a:lnSpc>
                <a:spcPct val="150000"/>
              </a:lnSpc>
              <a:spcBef>
                <a:spcPts val="600"/>
              </a:spcBef>
              <a:spcAft>
                <a:spcPts val="600"/>
              </a:spcAft>
            </a:pPr>
            <a:r>
              <a:rPr lang="vi-VN" sz="4500" b="1">
                <a:latin typeface="American Typewriter" panose="02090604020004020304" pitchFamily="18" charset="77"/>
              </a:rPr>
              <a:t>→ </a:t>
            </a:r>
            <a:r>
              <a:rPr lang="vi-VN" sz="4500" b="1">
                <a:solidFill>
                  <a:schemeClr val="accent4"/>
                </a:solidFill>
                <a:latin typeface="American Typewriter" panose="02090604020004020304" pitchFamily="18" charset="77"/>
              </a:rPr>
              <a:t>I</a:t>
            </a:r>
            <a:r>
              <a:rPr lang="vi-VN" sz="4500" b="1">
                <a:latin typeface="American Typewriter" panose="02090604020004020304" pitchFamily="18" charset="77"/>
              </a:rPr>
              <a:t> </a:t>
            </a:r>
            <a:r>
              <a:rPr lang="vi-VN" sz="4500" b="1">
                <a:solidFill>
                  <a:schemeClr val="accent3"/>
                </a:solidFill>
                <a:latin typeface="American Typewriter" panose="02090604020004020304" pitchFamily="18" charset="77"/>
              </a:rPr>
              <a:t>will submit </a:t>
            </a:r>
            <a:r>
              <a:rPr lang="vi-VN" sz="4500" b="1">
                <a:solidFill>
                  <a:schemeClr val="accent6"/>
                </a:solidFill>
                <a:latin typeface="American Typewriter" panose="02090604020004020304" pitchFamily="18" charset="77"/>
              </a:rPr>
              <a:t>my essay </a:t>
            </a:r>
            <a:r>
              <a:rPr lang="vi-VN" sz="4500" b="1">
                <a:solidFill>
                  <a:srgbClr val="00B0F0"/>
                </a:solidFill>
                <a:latin typeface="American Typewriter" panose="02090604020004020304" pitchFamily="18" charset="77"/>
              </a:rPr>
              <a:t>tomorrow</a:t>
            </a:r>
            <a:r>
              <a:rPr lang="vi-VN" sz="4500" b="1">
                <a:latin typeface="American Typewriter" panose="02090604020004020304" pitchFamily="18" charset="77"/>
              </a:rPr>
              <a:t>.</a:t>
            </a:r>
          </a:p>
          <a:p>
            <a:pPr algn="just">
              <a:lnSpc>
                <a:spcPct val="150000"/>
              </a:lnSpc>
              <a:spcBef>
                <a:spcPts val="600"/>
              </a:spcBef>
              <a:spcAft>
                <a:spcPts val="600"/>
              </a:spcAft>
            </a:pPr>
            <a:r>
              <a:rPr lang="vi-VN" sz="4500" b="1">
                <a:latin typeface="American Typewriter" panose="02090604020004020304" pitchFamily="18" charset="77"/>
              </a:rPr>
              <a:t>4. </a:t>
            </a:r>
            <a:r>
              <a:rPr lang="vi-VN" sz="4500" b="1">
                <a:solidFill>
                  <a:srgbClr val="00B0F0"/>
                </a:solidFill>
                <a:latin typeface="American Typewriter" panose="02090604020004020304" pitchFamily="18" charset="77"/>
              </a:rPr>
              <a:t>Chúng ta </a:t>
            </a:r>
            <a:r>
              <a:rPr lang="vi-VN" sz="4500" b="1">
                <a:solidFill>
                  <a:schemeClr val="accent2"/>
                </a:solidFill>
                <a:latin typeface="American Typewriter" panose="02090604020004020304" pitchFamily="18" charset="77"/>
              </a:rPr>
              <a:t>không nên </a:t>
            </a:r>
            <a:r>
              <a:rPr lang="vi-VN" sz="4500" b="1">
                <a:solidFill>
                  <a:schemeClr val="accent3"/>
                </a:solidFill>
                <a:latin typeface="American Typewriter" panose="02090604020004020304" pitchFamily="18" charset="77"/>
              </a:rPr>
              <a:t>sao chép </a:t>
            </a:r>
            <a:r>
              <a:rPr lang="vi-VN" sz="4500" b="1">
                <a:solidFill>
                  <a:schemeClr val="accent4"/>
                </a:solidFill>
                <a:latin typeface="American Typewriter" panose="02090604020004020304" pitchFamily="18" charset="77"/>
              </a:rPr>
              <a:t>ý tưởng </a:t>
            </a:r>
            <a:r>
              <a:rPr lang="vi-VN" sz="4500" b="1">
                <a:solidFill>
                  <a:schemeClr val="accent6"/>
                </a:solidFill>
                <a:latin typeface="American Typewriter" panose="02090604020004020304" pitchFamily="18" charset="77"/>
              </a:rPr>
              <a:t>trên mạng</a:t>
            </a:r>
            <a:r>
              <a:rPr lang="vi-VN" sz="4500" b="1">
                <a:latin typeface="American Typewriter" panose="02090604020004020304" pitchFamily="18" charset="77"/>
              </a:rPr>
              <a:t>.</a:t>
            </a:r>
          </a:p>
          <a:p>
            <a:pPr algn="just">
              <a:lnSpc>
                <a:spcPct val="150000"/>
              </a:lnSpc>
              <a:spcBef>
                <a:spcPts val="600"/>
              </a:spcBef>
              <a:spcAft>
                <a:spcPts val="600"/>
              </a:spcAft>
            </a:pPr>
            <a:r>
              <a:rPr lang="vi-VN" sz="4500" b="1">
                <a:latin typeface="American Typewriter" panose="02090604020004020304" pitchFamily="18" charset="77"/>
              </a:rPr>
              <a:t>→ </a:t>
            </a:r>
            <a:r>
              <a:rPr lang="vi-VN" sz="4500" b="1">
                <a:solidFill>
                  <a:srgbClr val="00B0F0"/>
                </a:solidFill>
                <a:latin typeface="American Typewriter" panose="02090604020004020304" pitchFamily="18" charset="77"/>
              </a:rPr>
              <a:t>We</a:t>
            </a:r>
            <a:r>
              <a:rPr lang="vi-VN" sz="4500" b="1">
                <a:latin typeface="American Typewriter" panose="02090604020004020304" pitchFamily="18" charset="77"/>
              </a:rPr>
              <a:t> </a:t>
            </a:r>
            <a:r>
              <a:rPr lang="vi-VN" sz="4500" b="1">
                <a:solidFill>
                  <a:schemeClr val="accent2"/>
                </a:solidFill>
                <a:latin typeface="American Typewriter" panose="02090604020004020304" pitchFamily="18" charset="77"/>
              </a:rPr>
              <a:t>should not </a:t>
            </a:r>
            <a:r>
              <a:rPr lang="vi-VN" sz="4500" b="1">
                <a:solidFill>
                  <a:schemeClr val="accent3"/>
                </a:solidFill>
                <a:latin typeface="American Typewriter" panose="02090604020004020304" pitchFamily="18" charset="77"/>
              </a:rPr>
              <a:t>copy</a:t>
            </a:r>
            <a:r>
              <a:rPr lang="vi-VN" sz="4500" b="1">
                <a:latin typeface="American Typewriter" panose="02090604020004020304" pitchFamily="18" charset="77"/>
              </a:rPr>
              <a:t> </a:t>
            </a:r>
            <a:r>
              <a:rPr lang="vi-VN" sz="4500" b="1">
                <a:solidFill>
                  <a:schemeClr val="accent4"/>
                </a:solidFill>
                <a:latin typeface="American Typewriter" panose="02090604020004020304" pitchFamily="18" charset="77"/>
              </a:rPr>
              <a:t>ideas</a:t>
            </a:r>
            <a:r>
              <a:rPr lang="vi-VN" sz="4500" b="1">
                <a:latin typeface="American Typewriter" panose="02090604020004020304" pitchFamily="18" charset="77"/>
              </a:rPr>
              <a:t> </a:t>
            </a:r>
            <a:r>
              <a:rPr lang="vi-VN" sz="4500" b="1">
                <a:solidFill>
                  <a:schemeClr val="accent6"/>
                </a:solidFill>
                <a:latin typeface="American Typewriter" panose="02090604020004020304" pitchFamily="18" charset="77"/>
              </a:rPr>
              <a:t>from the Internet</a:t>
            </a:r>
            <a:r>
              <a:rPr lang="vi-VN" sz="4500" b="1">
                <a:latin typeface="American Typewriter" panose="02090604020004020304" pitchFamily="18" charset="77"/>
              </a:rPr>
              <a:t>.</a:t>
            </a:r>
          </a:p>
        </p:txBody>
      </p:sp>
      <mc:AlternateContent xmlns:mc="http://schemas.openxmlformats.org/markup-compatibility/2006" xmlns:p14="http://schemas.microsoft.com/office/powerpoint/2010/main">
        <mc:Choice Requires="p14">
          <p:contentPart p14:bwMode="auto" r:id="rId6">
            <p14:nvContentPartPr>
              <p14:cNvPr id="20" name="Ink 19">
                <a:extLst>
                  <a:ext uri="{FF2B5EF4-FFF2-40B4-BE49-F238E27FC236}">
                    <a16:creationId xmlns:a16="http://schemas.microsoft.com/office/drawing/2014/main" id="{CD8F1431-1195-CACE-DDDB-9FC7785D4B24}"/>
                  </a:ext>
                </a:extLst>
              </p14:cNvPr>
              <p14:cNvContentPartPr/>
              <p14:nvPr/>
            </p14:nvContentPartPr>
            <p14:xfrm>
              <a:off x="6419880" y="3865680"/>
              <a:ext cx="5554080" cy="5279040"/>
            </p14:xfrm>
          </p:contentPart>
        </mc:Choice>
        <mc:Fallback xmlns="">
          <p:pic>
            <p:nvPicPr>
              <p:cNvPr id="20" name="Ink 19">
                <a:extLst>
                  <a:ext uri="{FF2B5EF4-FFF2-40B4-BE49-F238E27FC236}">
                    <a16:creationId xmlns:a16="http://schemas.microsoft.com/office/drawing/2014/main" id="{CD8F1431-1195-CACE-DDDB-9FC7785D4B24}"/>
                  </a:ext>
                </a:extLst>
              </p:cNvPr>
              <p:cNvPicPr/>
              <p:nvPr/>
            </p:nvPicPr>
            <p:blipFill>
              <a:blip r:embed="rId8"/>
              <a:stretch>
                <a:fillRect/>
              </a:stretch>
            </p:blipFill>
            <p:spPr>
              <a:xfrm>
                <a:off x="6410520" y="3856320"/>
                <a:ext cx="5572800" cy="5297760"/>
              </a:xfrm>
              <a:prstGeom prst="rect">
                <a:avLst/>
              </a:prstGeom>
            </p:spPr>
          </p:pic>
        </mc:Fallback>
      </mc:AlternateContent>
    </p:spTree>
    <p:extLst>
      <p:ext uri="{BB962C8B-B14F-4D97-AF65-F5344CB8AC3E}">
        <p14:creationId xmlns:p14="http://schemas.microsoft.com/office/powerpoint/2010/main" val="4131065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8">
                                            <p:txEl>
                                              <p:pRg st="4" end="4"/>
                                            </p:txEl>
                                          </p:spTgt>
                                        </p:tgtEl>
                                        <p:attrNameLst>
                                          <p:attrName>style.visibility</p:attrName>
                                        </p:attrNameLst>
                                      </p:cBhvr>
                                      <p:to>
                                        <p:strVal val="visible"/>
                                      </p:to>
                                    </p:set>
                                    <p:anim calcmode="lin" valueType="num">
                                      <p:cBhvr additive="base">
                                        <p:cTn id="31" dur="500" fill="hold"/>
                                        <p:tgtEl>
                                          <p:spTgt spid="9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8">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43C31-CAA1-6B2B-BDB8-25A9C6E74A8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D6B13F9-E19F-5FBF-EC67-06B91BEA2CDC}"/>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endParaRPr lang="en-VN"/>
          </a:p>
        </p:txBody>
      </p:sp>
      <p:sp>
        <p:nvSpPr>
          <p:cNvPr id="3" name="Freeform 3">
            <a:extLst>
              <a:ext uri="{FF2B5EF4-FFF2-40B4-BE49-F238E27FC236}">
                <a16:creationId xmlns:a16="http://schemas.microsoft.com/office/drawing/2014/main" id="{6954B713-DE1D-441F-4E1B-E18768A8426C}"/>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endParaRPr lang="en-VN"/>
          </a:p>
        </p:txBody>
      </p:sp>
      <p:sp>
        <p:nvSpPr>
          <p:cNvPr id="4" name="Freeform 4">
            <a:extLst>
              <a:ext uri="{FF2B5EF4-FFF2-40B4-BE49-F238E27FC236}">
                <a16:creationId xmlns:a16="http://schemas.microsoft.com/office/drawing/2014/main" id="{B91680E7-F7FF-C19E-E9EA-833D1DC50701}"/>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endParaRPr lang="en-VN"/>
          </a:p>
        </p:txBody>
      </p:sp>
      <p:grpSp>
        <p:nvGrpSpPr>
          <p:cNvPr id="5" name="Group 5">
            <a:extLst>
              <a:ext uri="{FF2B5EF4-FFF2-40B4-BE49-F238E27FC236}">
                <a16:creationId xmlns:a16="http://schemas.microsoft.com/office/drawing/2014/main" id="{1A10A22F-1B8E-9B37-E059-F3D85588D038}"/>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670503B1-623D-DE87-29B7-43C107ED7746}"/>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endParaRPr lang="en-VN"/>
            </a:p>
          </p:txBody>
        </p:sp>
        <p:sp>
          <p:nvSpPr>
            <p:cNvPr id="7" name="TextBox 7">
              <a:extLst>
                <a:ext uri="{FF2B5EF4-FFF2-40B4-BE49-F238E27FC236}">
                  <a16:creationId xmlns:a16="http://schemas.microsoft.com/office/drawing/2014/main" id="{AF420CFC-369D-80DC-D23F-A9642AEE7BEF}"/>
                </a:ext>
              </a:extLst>
            </p:cNvPr>
            <p:cNvSpPr txBox="1"/>
            <p:nvPr/>
          </p:nvSpPr>
          <p:spPr>
            <a:xfrm>
              <a:off x="0" y="-47625"/>
              <a:ext cx="5454346" cy="2751565"/>
            </a:xfrm>
            <a:prstGeom prst="rect">
              <a:avLst/>
            </a:prstGeom>
          </p:spPr>
          <p:txBody>
            <a:bodyPr lIns="49849" tIns="49849" rIns="49849" bIns="49849" rtlCol="0" anchor="ctr"/>
            <a:lstStyle/>
            <a:p>
              <a:pPr algn="ctr">
                <a:lnSpc>
                  <a:spcPts val="2659"/>
                </a:lnSpc>
              </a:pPr>
              <a:endParaRPr/>
            </a:p>
          </p:txBody>
        </p:sp>
      </p:grpSp>
      <p:grpSp>
        <p:nvGrpSpPr>
          <p:cNvPr id="8" name="Group 8">
            <a:extLst>
              <a:ext uri="{FF2B5EF4-FFF2-40B4-BE49-F238E27FC236}">
                <a16:creationId xmlns:a16="http://schemas.microsoft.com/office/drawing/2014/main" id="{A2F68783-FA7B-355E-F23E-43ED4D15DDEB}"/>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02043CBC-754B-9EC5-BC0F-2DA2C7C8DA8D}"/>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endParaRPr lang="en-VN"/>
            </a:p>
          </p:txBody>
        </p:sp>
        <p:sp>
          <p:nvSpPr>
            <p:cNvPr id="10" name="TextBox 10">
              <a:extLst>
                <a:ext uri="{FF2B5EF4-FFF2-40B4-BE49-F238E27FC236}">
                  <a16:creationId xmlns:a16="http://schemas.microsoft.com/office/drawing/2014/main" id="{A6795C5F-7D87-ACEB-AE29-7FFEB062ADF3}"/>
                </a:ext>
              </a:extLst>
            </p:cNvPr>
            <p:cNvSpPr txBox="1"/>
            <p:nvPr/>
          </p:nvSpPr>
          <p:spPr>
            <a:xfrm>
              <a:off x="0" y="-47625"/>
              <a:ext cx="5429786" cy="2704410"/>
            </a:xfrm>
            <a:prstGeom prst="rect">
              <a:avLst/>
            </a:prstGeom>
          </p:spPr>
          <p:txBody>
            <a:bodyPr lIns="49849" tIns="49849" rIns="49849" bIns="49849" rtlCol="0" anchor="ctr"/>
            <a:lstStyle/>
            <a:p>
              <a:pPr algn="ctr">
                <a:lnSpc>
                  <a:spcPts val="2659"/>
                </a:lnSpc>
              </a:pPr>
              <a:endParaRPr/>
            </a:p>
          </p:txBody>
        </p:sp>
      </p:grpSp>
      <p:grpSp>
        <p:nvGrpSpPr>
          <p:cNvPr id="11" name="Group 11">
            <a:extLst>
              <a:ext uri="{FF2B5EF4-FFF2-40B4-BE49-F238E27FC236}">
                <a16:creationId xmlns:a16="http://schemas.microsoft.com/office/drawing/2014/main" id="{787C81E2-E3CD-7CA4-43E8-FCE28947DAF6}"/>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472608AE-3D49-9143-B3FF-B2FBFC378A55}"/>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endParaRPr lang="en-VN"/>
            </a:p>
          </p:txBody>
        </p:sp>
        <p:sp>
          <p:nvSpPr>
            <p:cNvPr id="13" name="TextBox 13">
              <a:extLst>
                <a:ext uri="{FF2B5EF4-FFF2-40B4-BE49-F238E27FC236}">
                  <a16:creationId xmlns:a16="http://schemas.microsoft.com/office/drawing/2014/main" id="{C0012C2A-B7E5-5A4D-7BC9-71C3B49CF845}"/>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4" name="Group 14">
            <a:extLst>
              <a:ext uri="{FF2B5EF4-FFF2-40B4-BE49-F238E27FC236}">
                <a16:creationId xmlns:a16="http://schemas.microsoft.com/office/drawing/2014/main" id="{AF1840EC-A303-5603-8DBA-A098B5B83FE4}"/>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62A27AD0-FDC1-098C-93F5-A55B847A23C8}"/>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endParaRPr lang="en-VN"/>
            </a:p>
          </p:txBody>
        </p:sp>
        <p:sp>
          <p:nvSpPr>
            <p:cNvPr id="16" name="TextBox 16">
              <a:extLst>
                <a:ext uri="{FF2B5EF4-FFF2-40B4-BE49-F238E27FC236}">
                  <a16:creationId xmlns:a16="http://schemas.microsoft.com/office/drawing/2014/main" id="{1F615140-C702-3768-34D7-2493AA95C3BE}"/>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7" name="Group 17">
            <a:extLst>
              <a:ext uri="{FF2B5EF4-FFF2-40B4-BE49-F238E27FC236}">
                <a16:creationId xmlns:a16="http://schemas.microsoft.com/office/drawing/2014/main" id="{17EF0B5C-5286-CFBA-7488-3E9BCF92A942}"/>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7801D345-B267-BF90-7A44-C19567C7A99D}"/>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endParaRPr lang="en-VN"/>
            </a:p>
          </p:txBody>
        </p:sp>
        <p:sp>
          <p:nvSpPr>
            <p:cNvPr id="19" name="TextBox 19">
              <a:extLst>
                <a:ext uri="{FF2B5EF4-FFF2-40B4-BE49-F238E27FC236}">
                  <a16:creationId xmlns:a16="http://schemas.microsoft.com/office/drawing/2014/main" id="{FB37278A-17B0-FB10-1B4E-AA5D59A325B5}"/>
                </a:ext>
              </a:extLst>
            </p:cNvPr>
            <p:cNvSpPr txBox="1"/>
            <p:nvPr/>
          </p:nvSpPr>
          <p:spPr>
            <a:xfrm>
              <a:off x="0" y="-47625"/>
              <a:ext cx="3961731" cy="2448417"/>
            </a:xfrm>
            <a:prstGeom prst="rect">
              <a:avLst/>
            </a:prstGeom>
          </p:spPr>
          <p:txBody>
            <a:bodyPr lIns="49849" tIns="49849" rIns="49849" bIns="49849" rtlCol="0" anchor="ctr"/>
            <a:lstStyle/>
            <a:p>
              <a:pPr algn="ctr">
                <a:lnSpc>
                  <a:spcPts val="2659"/>
                </a:lnSpc>
              </a:pPr>
              <a:endParaRPr/>
            </a:p>
          </p:txBody>
        </p:sp>
      </p:grpSp>
      <p:sp>
        <p:nvSpPr>
          <p:cNvPr id="34" name="Freeform 34">
            <a:extLst>
              <a:ext uri="{FF2B5EF4-FFF2-40B4-BE49-F238E27FC236}">
                <a16:creationId xmlns:a16="http://schemas.microsoft.com/office/drawing/2014/main" id="{BCDCE9FD-F531-B08D-F06C-7E0532548FDA}"/>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endParaRPr lang="en-VN"/>
          </a:p>
        </p:txBody>
      </p:sp>
      <p:grpSp>
        <p:nvGrpSpPr>
          <p:cNvPr id="35" name="Group 35">
            <a:extLst>
              <a:ext uri="{FF2B5EF4-FFF2-40B4-BE49-F238E27FC236}">
                <a16:creationId xmlns:a16="http://schemas.microsoft.com/office/drawing/2014/main" id="{B276090A-03F3-4ECB-24DD-CE2C70A2DF54}"/>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F47586A2-3FED-C1B1-59A5-B293B7AD217D}"/>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6C60E0B0-9A1C-A131-09B9-3DC2CDA9E5B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38" name="TextBox 38">
                <a:extLst>
                  <a:ext uri="{FF2B5EF4-FFF2-40B4-BE49-F238E27FC236}">
                    <a16:creationId xmlns:a16="http://schemas.microsoft.com/office/drawing/2014/main" id="{ED8CACA4-728F-CD1D-CE35-293F0BD1078C}"/>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2E741D15-4812-5CE3-A833-6C754F26D7AF}"/>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F7124A5E-2ACD-872C-935D-408F6298F53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1" name="TextBox 41">
                <a:extLst>
                  <a:ext uri="{FF2B5EF4-FFF2-40B4-BE49-F238E27FC236}">
                    <a16:creationId xmlns:a16="http://schemas.microsoft.com/office/drawing/2014/main" id="{7913EDA1-08CC-A6B1-BD6F-3DB99F6CDBAC}"/>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CE3A4759-BC04-E218-5D2A-C8E7F5E584A9}"/>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9856B821-1603-C311-BE0E-619F5D2820D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4" name="TextBox 44">
                <a:extLst>
                  <a:ext uri="{FF2B5EF4-FFF2-40B4-BE49-F238E27FC236}">
                    <a16:creationId xmlns:a16="http://schemas.microsoft.com/office/drawing/2014/main" id="{CA9AFEFB-5ED1-5C73-004C-9C6B337C58F0}"/>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2A45D264-3A66-0719-4F11-8197EC8CB6A9}"/>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972DD0FE-3BCC-729E-E403-DA9EEB5CDFD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7" name="TextBox 47">
                <a:extLst>
                  <a:ext uri="{FF2B5EF4-FFF2-40B4-BE49-F238E27FC236}">
                    <a16:creationId xmlns:a16="http://schemas.microsoft.com/office/drawing/2014/main" id="{0581999A-24A9-480B-F17F-BB866E00E377}"/>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8" name="Group 48">
              <a:extLst>
                <a:ext uri="{FF2B5EF4-FFF2-40B4-BE49-F238E27FC236}">
                  <a16:creationId xmlns:a16="http://schemas.microsoft.com/office/drawing/2014/main" id="{C5DBD969-BA63-C752-C1B9-8BF017E9D888}"/>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A6F40098-A75B-BD7E-57A4-968D1C51041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0" name="TextBox 50">
                <a:extLst>
                  <a:ext uri="{FF2B5EF4-FFF2-40B4-BE49-F238E27FC236}">
                    <a16:creationId xmlns:a16="http://schemas.microsoft.com/office/drawing/2014/main" id="{315C85EF-A39E-3D41-387D-52EF4BAEB9AD}"/>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51" name="Freeform 51">
            <a:extLst>
              <a:ext uri="{FF2B5EF4-FFF2-40B4-BE49-F238E27FC236}">
                <a16:creationId xmlns:a16="http://schemas.microsoft.com/office/drawing/2014/main" id="{F0E64A56-A35A-870F-B1DC-C8513B0E1DDA}"/>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endParaRPr lang="en-VN"/>
          </a:p>
        </p:txBody>
      </p:sp>
      <p:grpSp>
        <p:nvGrpSpPr>
          <p:cNvPr id="52" name="Group 52">
            <a:extLst>
              <a:ext uri="{FF2B5EF4-FFF2-40B4-BE49-F238E27FC236}">
                <a16:creationId xmlns:a16="http://schemas.microsoft.com/office/drawing/2014/main" id="{F06B7A55-0DC7-814B-5A5A-869424DD3B54}"/>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0B1FCA2F-B22E-37F0-3275-897DDB03B703}"/>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668650A6-BC2E-455C-83E4-022D1154ABE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5" name="TextBox 55">
                <a:extLst>
                  <a:ext uri="{FF2B5EF4-FFF2-40B4-BE49-F238E27FC236}">
                    <a16:creationId xmlns:a16="http://schemas.microsoft.com/office/drawing/2014/main" id="{CFA63D9E-815D-B763-42C2-73EC36DBCA35}"/>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6" name="Group 56">
              <a:extLst>
                <a:ext uri="{FF2B5EF4-FFF2-40B4-BE49-F238E27FC236}">
                  <a16:creationId xmlns:a16="http://schemas.microsoft.com/office/drawing/2014/main" id="{3791E7AA-8A23-CD8E-DF6D-95336F8C7A76}"/>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382EC826-F074-9D21-A5B6-CD4B005FAB1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8" name="TextBox 58">
                <a:extLst>
                  <a:ext uri="{FF2B5EF4-FFF2-40B4-BE49-F238E27FC236}">
                    <a16:creationId xmlns:a16="http://schemas.microsoft.com/office/drawing/2014/main" id="{9753CD4C-09C7-C9EE-27DA-142C1B3EBD16}"/>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9" name="Group 59">
              <a:extLst>
                <a:ext uri="{FF2B5EF4-FFF2-40B4-BE49-F238E27FC236}">
                  <a16:creationId xmlns:a16="http://schemas.microsoft.com/office/drawing/2014/main" id="{06052BF6-8C89-50A6-117F-B7FE5BFC5DC0}"/>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D72E619F-D693-6855-DBAA-C4E59E4E173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1" name="TextBox 61">
                <a:extLst>
                  <a:ext uri="{FF2B5EF4-FFF2-40B4-BE49-F238E27FC236}">
                    <a16:creationId xmlns:a16="http://schemas.microsoft.com/office/drawing/2014/main" id="{D5C84AD6-F34D-A307-550F-331D64A6F403}"/>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2" name="Group 62">
              <a:extLst>
                <a:ext uri="{FF2B5EF4-FFF2-40B4-BE49-F238E27FC236}">
                  <a16:creationId xmlns:a16="http://schemas.microsoft.com/office/drawing/2014/main" id="{CC510187-6502-2575-4D5B-F6E3977C7E71}"/>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FE3F1AE0-AC00-FD61-B43A-848E5D6A5E4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4" name="TextBox 64">
                <a:extLst>
                  <a:ext uri="{FF2B5EF4-FFF2-40B4-BE49-F238E27FC236}">
                    <a16:creationId xmlns:a16="http://schemas.microsoft.com/office/drawing/2014/main" id="{FA9DA1A9-C7A3-29D5-AF12-04DC6850C537}"/>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5" name="Group 65">
              <a:extLst>
                <a:ext uri="{FF2B5EF4-FFF2-40B4-BE49-F238E27FC236}">
                  <a16:creationId xmlns:a16="http://schemas.microsoft.com/office/drawing/2014/main" id="{F06C8336-D788-801A-8A9F-FC2CE06A148A}"/>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56E36154-4E7A-636A-1DB4-AECA4F859AD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7" name="TextBox 67">
                <a:extLst>
                  <a:ext uri="{FF2B5EF4-FFF2-40B4-BE49-F238E27FC236}">
                    <a16:creationId xmlns:a16="http://schemas.microsoft.com/office/drawing/2014/main" id="{29972D94-C803-054A-C32B-52453D4346A8}"/>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grpSp>
        <p:nvGrpSpPr>
          <p:cNvPr id="68" name="Group 68">
            <a:extLst>
              <a:ext uri="{FF2B5EF4-FFF2-40B4-BE49-F238E27FC236}">
                <a16:creationId xmlns:a16="http://schemas.microsoft.com/office/drawing/2014/main" id="{809AC370-D59A-40A9-7C40-EF0B48714D5D}"/>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F9356B5D-B444-1461-F658-BA1993E50CA4}"/>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0563C12C-C158-C000-8DF5-C2386BA75F84}"/>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1" name="TextBox 71">
                <a:extLst>
                  <a:ext uri="{FF2B5EF4-FFF2-40B4-BE49-F238E27FC236}">
                    <a16:creationId xmlns:a16="http://schemas.microsoft.com/office/drawing/2014/main" id="{F80E11C0-AF04-2D6C-F063-1CF9801CF5AD}"/>
                  </a:ext>
                </a:extLst>
              </p:cNvPr>
              <p:cNvSpPr txBox="1"/>
              <p:nvPr/>
            </p:nvSpPr>
            <p:spPr>
              <a:xfrm>
                <a:off x="0" y="-47625"/>
                <a:ext cx="458420" cy="126378"/>
              </a:xfrm>
              <a:prstGeom prst="rect">
                <a:avLst/>
              </a:prstGeom>
            </p:spPr>
            <p:txBody>
              <a:bodyPr lIns="49849" tIns="49849" rIns="49849" bIns="49849" rtlCol="0" anchor="ctr"/>
              <a:lstStyle/>
              <a:p>
                <a:pPr algn="ctr">
                  <a:lnSpc>
                    <a:spcPts val="2659"/>
                  </a:lnSpc>
                </a:pPr>
                <a:endParaRPr/>
              </a:p>
            </p:txBody>
          </p:sp>
        </p:grpSp>
        <p:grpSp>
          <p:nvGrpSpPr>
            <p:cNvPr id="72" name="Group 72">
              <a:extLst>
                <a:ext uri="{FF2B5EF4-FFF2-40B4-BE49-F238E27FC236}">
                  <a16:creationId xmlns:a16="http://schemas.microsoft.com/office/drawing/2014/main" id="{770AD186-FCA1-69EF-5F83-CA20D80C049B}"/>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110F264B-6912-D2B8-2E74-E1C2A87E099D}"/>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4" name="TextBox 74">
                <a:extLst>
                  <a:ext uri="{FF2B5EF4-FFF2-40B4-BE49-F238E27FC236}">
                    <a16:creationId xmlns:a16="http://schemas.microsoft.com/office/drawing/2014/main" id="{A49D7D82-3D23-F7BC-85F7-7D0CCB2A44CF}"/>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5" name="Group 75">
              <a:extLst>
                <a:ext uri="{FF2B5EF4-FFF2-40B4-BE49-F238E27FC236}">
                  <a16:creationId xmlns:a16="http://schemas.microsoft.com/office/drawing/2014/main" id="{38301B6B-3165-1ACC-216C-94791B480213}"/>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D38C92EB-300E-D10C-9A89-29913C386D46}"/>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7" name="TextBox 77">
                <a:extLst>
                  <a:ext uri="{FF2B5EF4-FFF2-40B4-BE49-F238E27FC236}">
                    <a16:creationId xmlns:a16="http://schemas.microsoft.com/office/drawing/2014/main" id="{AC6C5070-F4CA-102C-88DE-03E6438D6FFF}"/>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8" name="Group 78">
              <a:extLst>
                <a:ext uri="{FF2B5EF4-FFF2-40B4-BE49-F238E27FC236}">
                  <a16:creationId xmlns:a16="http://schemas.microsoft.com/office/drawing/2014/main" id="{D2FA2460-C99A-3ED0-F402-9048AC5741B0}"/>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2AE664DB-5B12-86B7-9A7F-DBDAAB62A5B0}"/>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0" name="TextBox 80">
                <a:extLst>
                  <a:ext uri="{FF2B5EF4-FFF2-40B4-BE49-F238E27FC236}">
                    <a16:creationId xmlns:a16="http://schemas.microsoft.com/office/drawing/2014/main" id="{4EEB16DB-85BA-70C9-F4EF-F6F54336ED2D}"/>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81" name="Group 81">
              <a:extLst>
                <a:ext uri="{FF2B5EF4-FFF2-40B4-BE49-F238E27FC236}">
                  <a16:creationId xmlns:a16="http://schemas.microsoft.com/office/drawing/2014/main" id="{47F956BF-0856-BE98-3297-D4E6A493D3F9}"/>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FA9BDDEA-0CAA-3391-E90F-47A22B9CBEEC}"/>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3" name="TextBox 83">
                <a:extLst>
                  <a:ext uri="{FF2B5EF4-FFF2-40B4-BE49-F238E27FC236}">
                    <a16:creationId xmlns:a16="http://schemas.microsoft.com/office/drawing/2014/main" id="{55384978-7A9A-4B49-8738-B76E4EE3A1CF}"/>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sp>
        <p:nvSpPr>
          <p:cNvPr id="84" name="Freeform 84">
            <a:extLst>
              <a:ext uri="{FF2B5EF4-FFF2-40B4-BE49-F238E27FC236}">
                <a16:creationId xmlns:a16="http://schemas.microsoft.com/office/drawing/2014/main" id="{836B5209-3FFE-E751-DCBA-F0425EE6E026}"/>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98" name="TextBox 97">
            <a:extLst>
              <a:ext uri="{FF2B5EF4-FFF2-40B4-BE49-F238E27FC236}">
                <a16:creationId xmlns:a16="http://schemas.microsoft.com/office/drawing/2014/main" id="{E344D52B-BDE5-D684-5216-8D34C3CFCF5E}"/>
              </a:ext>
            </a:extLst>
          </p:cNvPr>
          <p:cNvSpPr txBox="1"/>
          <p:nvPr/>
        </p:nvSpPr>
        <p:spPr>
          <a:xfrm>
            <a:off x="1670013" y="1299163"/>
            <a:ext cx="15727454" cy="7460440"/>
          </a:xfrm>
          <a:prstGeom prst="rect">
            <a:avLst/>
          </a:prstGeom>
          <a:noFill/>
        </p:spPr>
        <p:txBody>
          <a:bodyPr wrap="square">
            <a:spAutoFit/>
          </a:bodyPr>
          <a:lstStyle/>
          <a:p>
            <a:pPr algn="ctr">
              <a:lnSpc>
                <a:spcPct val="150000"/>
              </a:lnSpc>
              <a:spcBef>
                <a:spcPts val="600"/>
              </a:spcBef>
              <a:spcAft>
                <a:spcPts val="600"/>
              </a:spcAft>
            </a:pPr>
            <a:r>
              <a:rPr lang="vi-VN" sz="5000" b="1">
                <a:solidFill>
                  <a:srgbClr val="FF0000"/>
                </a:solidFill>
                <a:latin typeface="American Typewriter" panose="02090604020004020304" pitchFamily="18" charset="77"/>
              </a:rPr>
              <a:t>LUYỆN TẬP CHUNG</a:t>
            </a:r>
          </a:p>
          <a:p>
            <a:pPr algn="just">
              <a:lnSpc>
                <a:spcPct val="150000"/>
              </a:lnSpc>
              <a:spcBef>
                <a:spcPts val="600"/>
              </a:spcBef>
              <a:spcAft>
                <a:spcPts val="600"/>
              </a:spcAft>
              <a:buNone/>
            </a:pPr>
            <a:r>
              <a:rPr lang="en-US" sz="4000" b="1" kern="100">
                <a:latin typeface="American Typewriter" panose="02090604020004020304" pitchFamily="18" charset="77"/>
                <a:ea typeface="Calibri" panose="020F0502020204030204" pitchFamily="34" charset="0"/>
                <a:cs typeface="Times New Roman" panose="02020603050405020304" pitchFamily="18" charset="0"/>
              </a:rPr>
              <a:t>Áp dụng các kiến thức đã đọc, chuyển các câu sau đây sang Tiếng Anh.</a:t>
            </a:r>
            <a:endParaRPr lang="en-VN" sz="4000" kern="100">
              <a:latin typeface="Calibri" panose="020F0502020204030204" pitchFamily="34" charset="0"/>
              <a:ea typeface="Calibri" panose="020F0502020204030204" pitchFamily="34" charset="0"/>
              <a:cs typeface="Times New Roman" panose="02020603050405020304" pitchFamily="18" charset="0"/>
            </a:endParaRPr>
          </a:p>
          <a:p>
            <a:pPr marR="6985" lvl="0" algn="just">
              <a:lnSpc>
                <a:spcPct val="150000"/>
              </a:lnSpc>
              <a:spcBef>
                <a:spcPts val="600"/>
              </a:spcBef>
              <a:spcAft>
                <a:spcPts val="600"/>
              </a:spcAft>
            </a:pPr>
            <a:r>
              <a:rPr lang="en-VN" sz="4000" kern="100">
                <a:latin typeface="American Typewriter" panose="02090604020004020304" pitchFamily="18" charset="77"/>
                <a:ea typeface="Calibri" panose="020F0502020204030204" pitchFamily="34" charset="0"/>
                <a:cs typeface="Times New Roman" panose="02020603050405020304" pitchFamily="18" charset="0"/>
              </a:rPr>
              <a:t>1. Những bài luận này rất hữu ích cho kỳ thi viết VSTEP.</a:t>
            </a:r>
            <a:endParaRPr lang="en-VN" sz="4000" kern="100">
              <a:latin typeface="Calibri" panose="020F0502020204030204" pitchFamily="34" charset="0"/>
              <a:ea typeface="Calibri" panose="020F0502020204030204" pitchFamily="34" charset="0"/>
              <a:cs typeface="Times New Roman" panose="02020603050405020304" pitchFamily="18" charset="0"/>
            </a:endParaRPr>
          </a:p>
          <a:p>
            <a:pPr marR="6985" algn="just">
              <a:lnSpc>
                <a:spcPct val="150000"/>
              </a:lnSpc>
              <a:spcBef>
                <a:spcPts val="600"/>
              </a:spcBef>
              <a:spcAft>
                <a:spcPts val="600"/>
              </a:spcAft>
            </a:pPr>
            <a:r>
              <a:rPr lang="en-VN" sz="4000" kern="100">
                <a:latin typeface="Times New Roman" panose="02020603050405020304" pitchFamily="18" charset="0"/>
                <a:ea typeface="Calibri" panose="020F0502020204030204" pitchFamily="34" charset="0"/>
                <a:cs typeface="Times New Roman" panose="02020603050405020304" pitchFamily="18" charset="0"/>
              </a:rPr>
              <a:t>→</a:t>
            </a:r>
            <a:r>
              <a:rPr lang="en-US" sz="4000" b="1">
                <a:latin typeface="American Typewriter" panose="02090604020004020304" pitchFamily="18" charset="77"/>
              </a:rPr>
              <a:t> These essays are </a:t>
            </a:r>
            <a:r>
              <a:rPr lang="en-US" sz="4000" b="1">
                <a:solidFill>
                  <a:srgbClr val="FF0000"/>
                </a:solidFill>
                <a:latin typeface="American Typewriter" panose="02090604020004020304" pitchFamily="18" charset="77"/>
              </a:rPr>
              <a:t>very useful </a:t>
            </a:r>
            <a:r>
              <a:rPr lang="en-US" sz="4000" b="1">
                <a:latin typeface="American Typewriter" panose="02090604020004020304" pitchFamily="18" charset="77"/>
              </a:rPr>
              <a:t>for the VSTEP writing exam.</a:t>
            </a:r>
          </a:p>
          <a:p>
            <a:pPr marR="6985" algn="just">
              <a:lnSpc>
                <a:spcPct val="150000"/>
              </a:lnSpc>
              <a:spcBef>
                <a:spcPts val="600"/>
              </a:spcBef>
              <a:spcAft>
                <a:spcPts val="600"/>
              </a:spcAft>
            </a:pPr>
            <a:r>
              <a:rPr lang="en-VN" sz="4000" kern="100">
                <a:latin typeface="American Typewriter" panose="02090604020004020304" pitchFamily="18" charset="77"/>
                <a:ea typeface="Calibri" panose="020F0502020204030204" pitchFamily="34" charset="0"/>
                <a:cs typeface="Times New Roman" panose="02020603050405020304" pitchFamily="18" charset="0"/>
              </a:rPr>
              <a:t>2. </a:t>
            </a:r>
            <a:r>
              <a:rPr lang="en-US" sz="4000" kern="100">
                <a:latin typeface="American Typewriter" panose="02090604020004020304" pitchFamily="18" charset="77"/>
                <a:ea typeface="Calibri" panose="020F0502020204030204" pitchFamily="34" charset="0"/>
                <a:cs typeface="Times New Roman" panose="02020603050405020304" pitchFamily="18" charset="0"/>
              </a:rPr>
              <a:t>Tôi hi vọng bạn sẽ đạt điểm cao trong kỳ thi này</a:t>
            </a:r>
            <a:r>
              <a:rPr lang="en-VN" sz="4000" kern="100">
                <a:latin typeface="American Typewriter" panose="02090604020004020304" pitchFamily="18" charset="77"/>
                <a:ea typeface="Calibri" panose="020F0502020204030204" pitchFamily="34" charset="0"/>
                <a:cs typeface="Times New Roman" panose="02020603050405020304" pitchFamily="18" charset="0"/>
              </a:rPr>
              <a:t>.</a:t>
            </a:r>
            <a:endParaRPr lang="en-VN" sz="4000" kern="100">
              <a:latin typeface="Calibri" panose="020F0502020204030204" pitchFamily="34" charset="0"/>
              <a:ea typeface="Calibri" panose="020F0502020204030204" pitchFamily="34" charset="0"/>
              <a:cs typeface="Times New Roman" panose="02020603050405020304" pitchFamily="18" charset="0"/>
            </a:endParaRPr>
          </a:p>
          <a:p>
            <a:pPr marR="6985" algn="just">
              <a:lnSpc>
                <a:spcPct val="150000"/>
              </a:lnSpc>
              <a:spcBef>
                <a:spcPts val="600"/>
              </a:spcBef>
              <a:spcAft>
                <a:spcPts val="600"/>
              </a:spcAft>
            </a:pPr>
            <a:r>
              <a:rPr lang="en-VN" sz="4000" kern="100">
                <a:latin typeface="Times New Roman" panose="02020603050405020304" pitchFamily="18" charset="0"/>
                <a:ea typeface="Calibri" panose="020F0502020204030204" pitchFamily="34" charset="0"/>
                <a:cs typeface="Times New Roman" panose="02020603050405020304" pitchFamily="18" charset="0"/>
              </a:rPr>
              <a:t>→</a:t>
            </a:r>
            <a:r>
              <a:rPr lang="en-US" sz="4000" b="1">
                <a:latin typeface="American Typewriter" panose="02090604020004020304" pitchFamily="18" charset="77"/>
              </a:rPr>
              <a:t> I hope you will </a:t>
            </a:r>
            <a:r>
              <a:rPr lang="en-US" sz="4000" b="1">
                <a:solidFill>
                  <a:srgbClr val="FF0000"/>
                </a:solidFill>
                <a:latin typeface="American Typewriter" panose="02090604020004020304" pitchFamily="18" charset="77"/>
              </a:rPr>
              <a:t>get/achieve high scores </a:t>
            </a:r>
            <a:r>
              <a:rPr lang="en-US" sz="4000" b="1">
                <a:latin typeface="American Typewriter" panose="02090604020004020304" pitchFamily="18" charset="77"/>
              </a:rPr>
              <a:t>in this exam.</a:t>
            </a:r>
          </a:p>
        </p:txBody>
      </p:sp>
    </p:spTree>
    <p:extLst>
      <p:ext uri="{BB962C8B-B14F-4D97-AF65-F5344CB8AC3E}">
        <p14:creationId xmlns:p14="http://schemas.microsoft.com/office/powerpoint/2010/main" val="2231708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8">
                                            <p:txEl>
                                              <p:pRg st="4" end="4"/>
                                            </p:txEl>
                                          </p:spTgt>
                                        </p:tgtEl>
                                        <p:attrNameLst>
                                          <p:attrName>style.visibility</p:attrName>
                                        </p:attrNameLst>
                                      </p:cBhvr>
                                      <p:to>
                                        <p:strVal val="visible"/>
                                      </p:to>
                                    </p:set>
                                    <p:anim calcmode="lin" valueType="num">
                                      <p:cBhvr additive="base">
                                        <p:cTn id="31" dur="500" fill="hold"/>
                                        <p:tgtEl>
                                          <p:spTgt spid="9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8">
                                            <p:txEl>
                                              <p:pRg st="5" end="5"/>
                                            </p:txEl>
                                          </p:spTgt>
                                        </p:tgtEl>
                                        <p:attrNameLst>
                                          <p:attrName>style.visibility</p:attrName>
                                        </p:attrNameLst>
                                      </p:cBhvr>
                                      <p:to>
                                        <p:strVal val="visible"/>
                                      </p:to>
                                    </p:set>
                                    <p:anim calcmode="lin" valueType="num">
                                      <p:cBhvr additive="base">
                                        <p:cTn id="37" dur="500" fill="hold"/>
                                        <p:tgtEl>
                                          <p:spTgt spid="9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8">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AA6CC-7B41-EDC8-6A26-4DCDBFEBF76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F126D10-C1AD-A058-4C5E-556F5D2E8AD3}"/>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endParaRPr lang="en-VN"/>
          </a:p>
        </p:txBody>
      </p:sp>
      <p:sp>
        <p:nvSpPr>
          <p:cNvPr id="3" name="Freeform 3">
            <a:extLst>
              <a:ext uri="{FF2B5EF4-FFF2-40B4-BE49-F238E27FC236}">
                <a16:creationId xmlns:a16="http://schemas.microsoft.com/office/drawing/2014/main" id="{29664811-2D3D-7EC1-E89A-DA3B6CCC7556}"/>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endParaRPr lang="en-VN"/>
          </a:p>
        </p:txBody>
      </p:sp>
      <p:sp>
        <p:nvSpPr>
          <p:cNvPr id="4" name="Freeform 4">
            <a:extLst>
              <a:ext uri="{FF2B5EF4-FFF2-40B4-BE49-F238E27FC236}">
                <a16:creationId xmlns:a16="http://schemas.microsoft.com/office/drawing/2014/main" id="{81EC30C9-9222-70F7-8C49-412A938793FE}"/>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endParaRPr lang="en-VN"/>
          </a:p>
        </p:txBody>
      </p:sp>
      <p:grpSp>
        <p:nvGrpSpPr>
          <p:cNvPr id="5" name="Group 5">
            <a:extLst>
              <a:ext uri="{FF2B5EF4-FFF2-40B4-BE49-F238E27FC236}">
                <a16:creationId xmlns:a16="http://schemas.microsoft.com/office/drawing/2014/main" id="{C73761B5-BF7C-3A7A-99EE-88DDA6681C68}"/>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F09721E3-FADD-E8C5-FBD8-FEC1CA6EE225}"/>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endParaRPr lang="en-VN"/>
            </a:p>
          </p:txBody>
        </p:sp>
        <p:sp>
          <p:nvSpPr>
            <p:cNvPr id="7" name="TextBox 7">
              <a:extLst>
                <a:ext uri="{FF2B5EF4-FFF2-40B4-BE49-F238E27FC236}">
                  <a16:creationId xmlns:a16="http://schemas.microsoft.com/office/drawing/2014/main" id="{4A48B1F1-D410-47ED-36D7-36760068C1C4}"/>
                </a:ext>
              </a:extLst>
            </p:cNvPr>
            <p:cNvSpPr txBox="1"/>
            <p:nvPr/>
          </p:nvSpPr>
          <p:spPr>
            <a:xfrm>
              <a:off x="0" y="-47625"/>
              <a:ext cx="5454346" cy="2751565"/>
            </a:xfrm>
            <a:prstGeom prst="rect">
              <a:avLst/>
            </a:prstGeom>
          </p:spPr>
          <p:txBody>
            <a:bodyPr lIns="49849" tIns="49849" rIns="49849" bIns="49849" rtlCol="0" anchor="ctr"/>
            <a:lstStyle/>
            <a:p>
              <a:pPr algn="ctr">
                <a:lnSpc>
                  <a:spcPts val="2659"/>
                </a:lnSpc>
              </a:pPr>
              <a:endParaRPr/>
            </a:p>
          </p:txBody>
        </p:sp>
      </p:grpSp>
      <p:grpSp>
        <p:nvGrpSpPr>
          <p:cNvPr id="8" name="Group 8">
            <a:extLst>
              <a:ext uri="{FF2B5EF4-FFF2-40B4-BE49-F238E27FC236}">
                <a16:creationId xmlns:a16="http://schemas.microsoft.com/office/drawing/2014/main" id="{6A7F8139-062C-1F10-B792-CD7EFB3A60E6}"/>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E5171C52-E21D-CB1B-DE0D-1B0EB12AFF41}"/>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endParaRPr lang="en-VN"/>
            </a:p>
          </p:txBody>
        </p:sp>
        <p:sp>
          <p:nvSpPr>
            <p:cNvPr id="10" name="TextBox 10">
              <a:extLst>
                <a:ext uri="{FF2B5EF4-FFF2-40B4-BE49-F238E27FC236}">
                  <a16:creationId xmlns:a16="http://schemas.microsoft.com/office/drawing/2014/main" id="{A74E843A-43F4-FBCF-17D5-B06A94576AFC}"/>
                </a:ext>
              </a:extLst>
            </p:cNvPr>
            <p:cNvSpPr txBox="1"/>
            <p:nvPr/>
          </p:nvSpPr>
          <p:spPr>
            <a:xfrm>
              <a:off x="0" y="-47625"/>
              <a:ext cx="5429786" cy="2704410"/>
            </a:xfrm>
            <a:prstGeom prst="rect">
              <a:avLst/>
            </a:prstGeom>
          </p:spPr>
          <p:txBody>
            <a:bodyPr lIns="49849" tIns="49849" rIns="49849" bIns="49849" rtlCol="0" anchor="ctr"/>
            <a:lstStyle/>
            <a:p>
              <a:pPr algn="ctr">
                <a:lnSpc>
                  <a:spcPts val="2659"/>
                </a:lnSpc>
              </a:pPr>
              <a:endParaRPr/>
            </a:p>
          </p:txBody>
        </p:sp>
      </p:grpSp>
      <p:grpSp>
        <p:nvGrpSpPr>
          <p:cNvPr id="11" name="Group 11">
            <a:extLst>
              <a:ext uri="{FF2B5EF4-FFF2-40B4-BE49-F238E27FC236}">
                <a16:creationId xmlns:a16="http://schemas.microsoft.com/office/drawing/2014/main" id="{2E9B3B28-34A5-4C84-67E0-26F5BC3DDE44}"/>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1A3AA818-BC75-3562-D78E-75EE6E343152}"/>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endParaRPr lang="en-VN"/>
            </a:p>
          </p:txBody>
        </p:sp>
        <p:sp>
          <p:nvSpPr>
            <p:cNvPr id="13" name="TextBox 13">
              <a:extLst>
                <a:ext uri="{FF2B5EF4-FFF2-40B4-BE49-F238E27FC236}">
                  <a16:creationId xmlns:a16="http://schemas.microsoft.com/office/drawing/2014/main" id="{51F0BC2E-A8A9-759D-7248-76CB3043D363}"/>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4" name="Group 14">
            <a:extLst>
              <a:ext uri="{FF2B5EF4-FFF2-40B4-BE49-F238E27FC236}">
                <a16:creationId xmlns:a16="http://schemas.microsoft.com/office/drawing/2014/main" id="{412B4D07-2E79-FCFB-F1BC-DE8C4A2BBB86}"/>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33D5278A-F900-1F00-6B79-9BF12CD14BF1}"/>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endParaRPr lang="en-VN"/>
            </a:p>
          </p:txBody>
        </p:sp>
        <p:sp>
          <p:nvSpPr>
            <p:cNvPr id="16" name="TextBox 16">
              <a:extLst>
                <a:ext uri="{FF2B5EF4-FFF2-40B4-BE49-F238E27FC236}">
                  <a16:creationId xmlns:a16="http://schemas.microsoft.com/office/drawing/2014/main" id="{66A9A9DE-68DA-3CC9-50E7-1708230E1BC3}"/>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7" name="Group 17">
            <a:extLst>
              <a:ext uri="{FF2B5EF4-FFF2-40B4-BE49-F238E27FC236}">
                <a16:creationId xmlns:a16="http://schemas.microsoft.com/office/drawing/2014/main" id="{DD097CD3-80CB-EEE3-AF54-BF9B444F5F61}"/>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5EAC47C4-3927-299A-1BF2-7D21BB69393D}"/>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endParaRPr lang="en-VN"/>
            </a:p>
          </p:txBody>
        </p:sp>
        <p:sp>
          <p:nvSpPr>
            <p:cNvPr id="19" name="TextBox 19">
              <a:extLst>
                <a:ext uri="{FF2B5EF4-FFF2-40B4-BE49-F238E27FC236}">
                  <a16:creationId xmlns:a16="http://schemas.microsoft.com/office/drawing/2014/main" id="{09D87C36-6E7F-1686-AEE4-2D41A175FDFA}"/>
                </a:ext>
              </a:extLst>
            </p:cNvPr>
            <p:cNvSpPr txBox="1"/>
            <p:nvPr/>
          </p:nvSpPr>
          <p:spPr>
            <a:xfrm>
              <a:off x="0" y="-47625"/>
              <a:ext cx="3961731" cy="2448417"/>
            </a:xfrm>
            <a:prstGeom prst="rect">
              <a:avLst/>
            </a:prstGeom>
          </p:spPr>
          <p:txBody>
            <a:bodyPr lIns="49849" tIns="49849" rIns="49849" bIns="49849" rtlCol="0" anchor="ctr"/>
            <a:lstStyle/>
            <a:p>
              <a:pPr algn="ctr">
                <a:lnSpc>
                  <a:spcPts val="2659"/>
                </a:lnSpc>
              </a:pPr>
              <a:endParaRPr/>
            </a:p>
          </p:txBody>
        </p:sp>
      </p:grpSp>
      <p:sp>
        <p:nvSpPr>
          <p:cNvPr id="34" name="Freeform 34">
            <a:extLst>
              <a:ext uri="{FF2B5EF4-FFF2-40B4-BE49-F238E27FC236}">
                <a16:creationId xmlns:a16="http://schemas.microsoft.com/office/drawing/2014/main" id="{C65016B7-0065-0F21-F951-4676BC243B20}"/>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endParaRPr lang="en-VN"/>
          </a:p>
        </p:txBody>
      </p:sp>
      <p:grpSp>
        <p:nvGrpSpPr>
          <p:cNvPr id="35" name="Group 35">
            <a:extLst>
              <a:ext uri="{FF2B5EF4-FFF2-40B4-BE49-F238E27FC236}">
                <a16:creationId xmlns:a16="http://schemas.microsoft.com/office/drawing/2014/main" id="{417BFA9F-EA2E-AB12-FB3D-BB5F19F02113}"/>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B562E55D-3169-5712-2825-14F074008B6C}"/>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6A78810B-872C-EC91-981A-D7A1F3D8EF3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38" name="TextBox 38">
                <a:extLst>
                  <a:ext uri="{FF2B5EF4-FFF2-40B4-BE49-F238E27FC236}">
                    <a16:creationId xmlns:a16="http://schemas.microsoft.com/office/drawing/2014/main" id="{7F41C874-1F76-8929-2E0E-1DD899DE8BE4}"/>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8F2DBC28-3D3A-3529-EFA8-CEC27292D2EB}"/>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F0107C5A-4314-1907-AB3C-28D14B9349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1" name="TextBox 41">
                <a:extLst>
                  <a:ext uri="{FF2B5EF4-FFF2-40B4-BE49-F238E27FC236}">
                    <a16:creationId xmlns:a16="http://schemas.microsoft.com/office/drawing/2014/main" id="{0D6E40C8-3AB4-640E-1805-77BA4ECBFA8D}"/>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6498A97B-1D1C-0CD4-E3B2-1388998EA433}"/>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1E39E526-E8A4-2B29-B32A-63575F9A7F9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4" name="TextBox 44">
                <a:extLst>
                  <a:ext uri="{FF2B5EF4-FFF2-40B4-BE49-F238E27FC236}">
                    <a16:creationId xmlns:a16="http://schemas.microsoft.com/office/drawing/2014/main" id="{814FACDD-33E4-B99B-BFAA-8A836B0ADD02}"/>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22C2C484-0CF4-640A-AD6E-A4181D4716DD}"/>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1F7977C6-98B8-3960-20D6-4C446127E5B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7" name="TextBox 47">
                <a:extLst>
                  <a:ext uri="{FF2B5EF4-FFF2-40B4-BE49-F238E27FC236}">
                    <a16:creationId xmlns:a16="http://schemas.microsoft.com/office/drawing/2014/main" id="{DD8E891A-76AF-C92A-B4BF-AB8A808EE7C1}"/>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8" name="Group 48">
              <a:extLst>
                <a:ext uri="{FF2B5EF4-FFF2-40B4-BE49-F238E27FC236}">
                  <a16:creationId xmlns:a16="http://schemas.microsoft.com/office/drawing/2014/main" id="{D61726CB-C093-5050-3F10-4660E8281190}"/>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E79572B7-C342-8F36-5454-6D373537944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0" name="TextBox 50">
                <a:extLst>
                  <a:ext uri="{FF2B5EF4-FFF2-40B4-BE49-F238E27FC236}">
                    <a16:creationId xmlns:a16="http://schemas.microsoft.com/office/drawing/2014/main" id="{CC06294A-15E7-9826-1E0F-1F0C1CC642D7}"/>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51" name="Freeform 51">
            <a:extLst>
              <a:ext uri="{FF2B5EF4-FFF2-40B4-BE49-F238E27FC236}">
                <a16:creationId xmlns:a16="http://schemas.microsoft.com/office/drawing/2014/main" id="{1E04C393-A02E-6E7D-31F2-2483BF5521B1}"/>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endParaRPr lang="en-VN"/>
          </a:p>
        </p:txBody>
      </p:sp>
      <p:grpSp>
        <p:nvGrpSpPr>
          <p:cNvPr id="52" name="Group 52">
            <a:extLst>
              <a:ext uri="{FF2B5EF4-FFF2-40B4-BE49-F238E27FC236}">
                <a16:creationId xmlns:a16="http://schemas.microsoft.com/office/drawing/2014/main" id="{DEB5A0F7-3B18-0E51-0129-29ECAAEDD698}"/>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2E90DAA6-541D-D627-33C1-66412DC429CC}"/>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5410D59C-10FE-63CD-C0FB-C41D0D614A2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5" name="TextBox 55">
                <a:extLst>
                  <a:ext uri="{FF2B5EF4-FFF2-40B4-BE49-F238E27FC236}">
                    <a16:creationId xmlns:a16="http://schemas.microsoft.com/office/drawing/2014/main" id="{74FCD4C6-A9D4-6223-7AC8-B30C610C8D37}"/>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6" name="Group 56">
              <a:extLst>
                <a:ext uri="{FF2B5EF4-FFF2-40B4-BE49-F238E27FC236}">
                  <a16:creationId xmlns:a16="http://schemas.microsoft.com/office/drawing/2014/main" id="{3A8F4A5B-8B2B-9C0D-2349-8D4655A594CE}"/>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EE6031AE-2429-805B-3288-491D090B2F7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8" name="TextBox 58">
                <a:extLst>
                  <a:ext uri="{FF2B5EF4-FFF2-40B4-BE49-F238E27FC236}">
                    <a16:creationId xmlns:a16="http://schemas.microsoft.com/office/drawing/2014/main" id="{01077DE3-9FE0-9893-DF94-E37F51415850}"/>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9" name="Group 59">
              <a:extLst>
                <a:ext uri="{FF2B5EF4-FFF2-40B4-BE49-F238E27FC236}">
                  <a16:creationId xmlns:a16="http://schemas.microsoft.com/office/drawing/2014/main" id="{8CE09D19-4907-1F1F-75D7-405F8AA098CA}"/>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965F487B-45F1-7565-FE05-90F60FF160E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1" name="TextBox 61">
                <a:extLst>
                  <a:ext uri="{FF2B5EF4-FFF2-40B4-BE49-F238E27FC236}">
                    <a16:creationId xmlns:a16="http://schemas.microsoft.com/office/drawing/2014/main" id="{C093EA31-81EA-9946-ED5E-DFE74D713FCC}"/>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2" name="Group 62">
              <a:extLst>
                <a:ext uri="{FF2B5EF4-FFF2-40B4-BE49-F238E27FC236}">
                  <a16:creationId xmlns:a16="http://schemas.microsoft.com/office/drawing/2014/main" id="{CD3D3924-D4DF-C22B-5033-CCE3C5EA2B36}"/>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9353E8DC-4E2E-59BA-EA66-945CC31CA0B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4" name="TextBox 64">
                <a:extLst>
                  <a:ext uri="{FF2B5EF4-FFF2-40B4-BE49-F238E27FC236}">
                    <a16:creationId xmlns:a16="http://schemas.microsoft.com/office/drawing/2014/main" id="{79B9E478-77E8-7F17-A826-6BA7802CE44F}"/>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5" name="Group 65">
              <a:extLst>
                <a:ext uri="{FF2B5EF4-FFF2-40B4-BE49-F238E27FC236}">
                  <a16:creationId xmlns:a16="http://schemas.microsoft.com/office/drawing/2014/main" id="{B209B690-E216-018A-21A0-E878065725E5}"/>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AD2BB095-3080-C47A-FB97-6C3061C74FB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7" name="TextBox 67">
                <a:extLst>
                  <a:ext uri="{FF2B5EF4-FFF2-40B4-BE49-F238E27FC236}">
                    <a16:creationId xmlns:a16="http://schemas.microsoft.com/office/drawing/2014/main" id="{11297C25-357D-D2AD-2AA0-CFC12EEB16ED}"/>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grpSp>
        <p:nvGrpSpPr>
          <p:cNvPr id="68" name="Group 68">
            <a:extLst>
              <a:ext uri="{FF2B5EF4-FFF2-40B4-BE49-F238E27FC236}">
                <a16:creationId xmlns:a16="http://schemas.microsoft.com/office/drawing/2014/main" id="{2047BDA7-8445-C751-FC9A-9E96FBD2BC7E}"/>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C2884DA8-7AE4-ACB9-A3AC-90AAD6FD3E97}"/>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C0ADD7BE-F453-4440-D01B-9EFC91D7D585}"/>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1" name="TextBox 71">
                <a:extLst>
                  <a:ext uri="{FF2B5EF4-FFF2-40B4-BE49-F238E27FC236}">
                    <a16:creationId xmlns:a16="http://schemas.microsoft.com/office/drawing/2014/main" id="{79158C90-F758-AA38-93C5-88D30F3F589F}"/>
                  </a:ext>
                </a:extLst>
              </p:cNvPr>
              <p:cNvSpPr txBox="1"/>
              <p:nvPr/>
            </p:nvSpPr>
            <p:spPr>
              <a:xfrm>
                <a:off x="0" y="-47625"/>
                <a:ext cx="458420" cy="126378"/>
              </a:xfrm>
              <a:prstGeom prst="rect">
                <a:avLst/>
              </a:prstGeom>
            </p:spPr>
            <p:txBody>
              <a:bodyPr lIns="49849" tIns="49849" rIns="49849" bIns="49849" rtlCol="0" anchor="ctr"/>
              <a:lstStyle/>
              <a:p>
                <a:pPr algn="ctr">
                  <a:lnSpc>
                    <a:spcPts val="2659"/>
                  </a:lnSpc>
                </a:pPr>
                <a:endParaRPr/>
              </a:p>
            </p:txBody>
          </p:sp>
        </p:grpSp>
        <p:grpSp>
          <p:nvGrpSpPr>
            <p:cNvPr id="72" name="Group 72">
              <a:extLst>
                <a:ext uri="{FF2B5EF4-FFF2-40B4-BE49-F238E27FC236}">
                  <a16:creationId xmlns:a16="http://schemas.microsoft.com/office/drawing/2014/main" id="{1D47A2AA-DD80-3A55-4630-7DD90DFE61C4}"/>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11D11EB8-8928-3E1E-3ABA-21EB91CCE1A8}"/>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4" name="TextBox 74">
                <a:extLst>
                  <a:ext uri="{FF2B5EF4-FFF2-40B4-BE49-F238E27FC236}">
                    <a16:creationId xmlns:a16="http://schemas.microsoft.com/office/drawing/2014/main" id="{38E2EBA7-86A8-340D-7497-991A338C888A}"/>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5" name="Group 75">
              <a:extLst>
                <a:ext uri="{FF2B5EF4-FFF2-40B4-BE49-F238E27FC236}">
                  <a16:creationId xmlns:a16="http://schemas.microsoft.com/office/drawing/2014/main" id="{51A9ACEE-4FB6-EF0C-B8A1-612A8C5C265F}"/>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CB4DA073-2785-C075-4F76-43145D227812}"/>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7" name="TextBox 77">
                <a:extLst>
                  <a:ext uri="{FF2B5EF4-FFF2-40B4-BE49-F238E27FC236}">
                    <a16:creationId xmlns:a16="http://schemas.microsoft.com/office/drawing/2014/main" id="{9C154924-F35A-D85D-CBFA-778395AA39C8}"/>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8" name="Group 78">
              <a:extLst>
                <a:ext uri="{FF2B5EF4-FFF2-40B4-BE49-F238E27FC236}">
                  <a16:creationId xmlns:a16="http://schemas.microsoft.com/office/drawing/2014/main" id="{2CD2450B-B6EE-E40F-33AF-1D0A306D8706}"/>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A22715EB-9FFF-E35F-3ECD-83CF21EB9CBE}"/>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0" name="TextBox 80">
                <a:extLst>
                  <a:ext uri="{FF2B5EF4-FFF2-40B4-BE49-F238E27FC236}">
                    <a16:creationId xmlns:a16="http://schemas.microsoft.com/office/drawing/2014/main" id="{F66A0067-F17A-4A53-9AD6-ABB90D7BB0B3}"/>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81" name="Group 81">
              <a:extLst>
                <a:ext uri="{FF2B5EF4-FFF2-40B4-BE49-F238E27FC236}">
                  <a16:creationId xmlns:a16="http://schemas.microsoft.com/office/drawing/2014/main" id="{4BA98CA5-1E4B-93D6-0678-836163302719}"/>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77D55404-B20B-3B12-B559-2872B99E53B7}"/>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3" name="TextBox 83">
                <a:extLst>
                  <a:ext uri="{FF2B5EF4-FFF2-40B4-BE49-F238E27FC236}">
                    <a16:creationId xmlns:a16="http://schemas.microsoft.com/office/drawing/2014/main" id="{82F90595-A614-62C6-3171-03644FFCEAA6}"/>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sp>
        <p:nvSpPr>
          <p:cNvPr id="84" name="Freeform 84">
            <a:extLst>
              <a:ext uri="{FF2B5EF4-FFF2-40B4-BE49-F238E27FC236}">
                <a16:creationId xmlns:a16="http://schemas.microsoft.com/office/drawing/2014/main" id="{F3780C45-A3E2-713D-3D12-E2B1ACCD9F85}"/>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98" name="TextBox 97">
            <a:extLst>
              <a:ext uri="{FF2B5EF4-FFF2-40B4-BE49-F238E27FC236}">
                <a16:creationId xmlns:a16="http://schemas.microsoft.com/office/drawing/2014/main" id="{6BDD48C9-1097-CDD2-E211-4BA671C47672}"/>
              </a:ext>
            </a:extLst>
          </p:cNvPr>
          <p:cNvSpPr txBox="1"/>
          <p:nvPr/>
        </p:nvSpPr>
        <p:spPr>
          <a:xfrm>
            <a:off x="1670655" y="1558571"/>
            <a:ext cx="15727454" cy="6175986"/>
          </a:xfrm>
          <a:prstGeom prst="rect">
            <a:avLst/>
          </a:prstGeom>
          <a:noFill/>
        </p:spPr>
        <p:txBody>
          <a:bodyPr wrap="square">
            <a:spAutoFit/>
          </a:bodyPr>
          <a:lstStyle/>
          <a:p>
            <a:pPr marR="6985" algn="just">
              <a:lnSpc>
                <a:spcPct val="150000"/>
              </a:lnSpc>
              <a:spcBef>
                <a:spcPts val="600"/>
              </a:spcBef>
              <a:spcAft>
                <a:spcPts val="600"/>
              </a:spcAft>
            </a:pPr>
            <a:r>
              <a:rPr lang="en-US" sz="4300">
                <a:latin typeface="American Typewriter" panose="02090604020004020304" pitchFamily="18" charset="77"/>
              </a:rPr>
              <a:t>3. Chúng tôi đã cố gắng hết sức để hoàn thành bài thuyết trình đúng hạn.</a:t>
            </a:r>
          </a:p>
          <a:p>
            <a:pPr marR="6985" algn="just">
              <a:lnSpc>
                <a:spcPct val="150000"/>
              </a:lnSpc>
              <a:spcBef>
                <a:spcPts val="600"/>
              </a:spcBef>
              <a:spcAft>
                <a:spcPts val="600"/>
              </a:spcAft>
            </a:pPr>
            <a:r>
              <a:rPr lang="en-VN" sz="4300" kern="100">
                <a:latin typeface="Times New Roman" panose="02020603050405020304" pitchFamily="18" charset="0"/>
                <a:ea typeface="Calibri" panose="020F0502020204030204" pitchFamily="34" charset="0"/>
                <a:cs typeface="Times New Roman" panose="02020603050405020304" pitchFamily="18" charset="0"/>
              </a:rPr>
              <a:t>→ </a:t>
            </a:r>
            <a:r>
              <a:rPr lang="en-US" sz="4300" b="1">
                <a:latin typeface="American Typewriter" panose="02090604020004020304" pitchFamily="18" charset="77"/>
              </a:rPr>
              <a:t>We </a:t>
            </a:r>
            <a:r>
              <a:rPr lang="en-US" sz="4300" b="1">
                <a:solidFill>
                  <a:srgbClr val="FF0000"/>
                </a:solidFill>
                <a:latin typeface="American Typewriter" panose="02090604020004020304" pitchFamily="18" charset="77"/>
              </a:rPr>
              <a:t>tried our best </a:t>
            </a:r>
            <a:r>
              <a:rPr lang="en-US" sz="4300" b="1">
                <a:latin typeface="American Typewriter" panose="02090604020004020304" pitchFamily="18" charset="77"/>
              </a:rPr>
              <a:t>to finish our/the presentation on time.</a:t>
            </a:r>
          </a:p>
          <a:p>
            <a:pPr marR="6985" algn="just">
              <a:lnSpc>
                <a:spcPct val="150000"/>
              </a:lnSpc>
            </a:pPr>
            <a:r>
              <a:rPr lang="en-VN" sz="4300" kern="100">
                <a:latin typeface="American Typewriter" panose="02090604020004020304" pitchFamily="18" charset="77"/>
                <a:ea typeface="Calibri" panose="020F0502020204030204" pitchFamily="34" charset="0"/>
                <a:cs typeface="Times New Roman" panose="02020603050405020304" pitchFamily="18" charset="0"/>
              </a:rPr>
              <a:t>4. </a:t>
            </a:r>
            <a:r>
              <a:rPr lang="vi-VN" sz="4300" kern="100">
                <a:latin typeface="American Typewriter" panose="02090604020004020304" pitchFamily="18" charset="77"/>
                <a:ea typeface="Calibri" panose="020F0502020204030204" pitchFamily="34" charset="0"/>
                <a:cs typeface="Times New Roman" panose="02020603050405020304" pitchFamily="18" charset="0"/>
              </a:rPr>
              <a:t>Chúng tôi vừa hoàn thành bản kế hoạch dự án nhóm</a:t>
            </a:r>
            <a:r>
              <a:rPr lang="en-VN" sz="4300" kern="100">
                <a:latin typeface="American Typewriter" panose="02090604020004020304" pitchFamily="18" charset="77"/>
                <a:ea typeface="Calibri" panose="020F0502020204030204" pitchFamily="34" charset="0"/>
                <a:cs typeface="Times New Roman" panose="02020603050405020304" pitchFamily="18" charset="0"/>
              </a:rPr>
              <a:t>.</a:t>
            </a:r>
            <a:endParaRPr lang="en-VN" sz="4300" kern="100">
              <a:latin typeface="Calibri" panose="020F0502020204030204" pitchFamily="34" charset="0"/>
              <a:ea typeface="Calibri" panose="020F0502020204030204" pitchFamily="34" charset="0"/>
              <a:cs typeface="Times New Roman" panose="02020603050405020304" pitchFamily="18" charset="0"/>
            </a:endParaRPr>
          </a:p>
          <a:p>
            <a:pPr marR="6985" algn="just">
              <a:lnSpc>
                <a:spcPct val="150000"/>
              </a:lnSpc>
            </a:pPr>
            <a:r>
              <a:rPr lang="en-VN" sz="4300" kern="100">
                <a:latin typeface="Times New Roman" panose="02020603050405020304" pitchFamily="18" charset="0"/>
                <a:ea typeface="Calibri" panose="020F0502020204030204" pitchFamily="34" charset="0"/>
                <a:cs typeface="Times New Roman" panose="02020603050405020304" pitchFamily="18" charset="0"/>
              </a:rPr>
              <a:t>→</a:t>
            </a:r>
            <a:r>
              <a:rPr lang="en-US" sz="4300" b="1">
                <a:latin typeface="American Typewriter" panose="02090604020004020304" pitchFamily="18" charset="77"/>
              </a:rPr>
              <a:t> We </a:t>
            </a:r>
            <a:r>
              <a:rPr lang="en-US" sz="4300" b="1">
                <a:solidFill>
                  <a:srgbClr val="FF0000"/>
                </a:solidFill>
                <a:latin typeface="American Typewriter" panose="02090604020004020304" pitchFamily="18" charset="77"/>
              </a:rPr>
              <a:t>have just completed the plan </a:t>
            </a:r>
            <a:r>
              <a:rPr lang="en-US" sz="4300" b="1">
                <a:latin typeface="American Typewriter" panose="02090604020004020304" pitchFamily="18" charset="77"/>
              </a:rPr>
              <a:t>for our group project.</a:t>
            </a:r>
          </a:p>
        </p:txBody>
      </p:sp>
    </p:spTree>
    <p:extLst>
      <p:ext uri="{BB962C8B-B14F-4D97-AF65-F5344CB8AC3E}">
        <p14:creationId xmlns:p14="http://schemas.microsoft.com/office/powerpoint/2010/main" val="3723046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FF9C6-6C00-244F-DE34-36EF2C70D6C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2E2A8BA-3EC8-817B-499F-B73BDAFBF341}"/>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endParaRPr lang="en-VN"/>
          </a:p>
        </p:txBody>
      </p:sp>
      <p:sp>
        <p:nvSpPr>
          <p:cNvPr id="3" name="Freeform 3">
            <a:extLst>
              <a:ext uri="{FF2B5EF4-FFF2-40B4-BE49-F238E27FC236}">
                <a16:creationId xmlns:a16="http://schemas.microsoft.com/office/drawing/2014/main" id="{9D962A40-659F-184D-D749-BAE4C22F891D}"/>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endParaRPr lang="en-VN"/>
          </a:p>
        </p:txBody>
      </p:sp>
      <p:sp>
        <p:nvSpPr>
          <p:cNvPr id="4" name="Freeform 4">
            <a:extLst>
              <a:ext uri="{FF2B5EF4-FFF2-40B4-BE49-F238E27FC236}">
                <a16:creationId xmlns:a16="http://schemas.microsoft.com/office/drawing/2014/main" id="{0A6437D3-B944-0268-456A-5BDDB0A51169}"/>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endParaRPr lang="en-VN"/>
          </a:p>
        </p:txBody>
      </p:sp>
      <p:grpSp>
        <p:nvGrpSpPr>
          <p:cNvPr id="5" name="Group 5">
            <a:extLst>
              <a:ext uri="{FF2B5EF4-FFF2-40B4-BE49-F238E27FC236}">
                <a16:creationId xmlns:a16="http://schemas.microsoft.com/office/drawing/2014/main" id="{C174A359-2944-FF77-03CE-4D064EF0F642}"/>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BE2BE8BE-F12C-FF5D-6B3A-C1B20B2C990A}"/>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endParaRPr lang="en-VN"/>
            </a:p>
          </p:txBody>
        </p:sp>
        <p:sp>
          <p:nvSpPr>
            <p:cNvPr id="7" name="TextBox 7">
              <a:extLst>
                <a:ext uri="{FF2B5EF4-FFF2-40B4-BE49-F238E27FC236}">
                  <a16:creationId xmlns:a16="http://schemas.microsoft.com/office/drawing/2014/main" id="{B8094FB0-E140-3C88-050F-FFC3DE1D831D}"/>
                </a:ext>
              </a:extLst>
            </p:cNvPr>
            <p:cNvSpPr txBox="1"/>
            <p:nvPr/>
          </p:nvSpPr>
          <p:spPr>
            <a:xfrm>
              <a:off x="0" y="-47625"/>
              <a:ext cx="5454346" cy="2751565"/>
            </a:xfrm>
            <a:prstGeom prst="rect">
              <a:avLst/>
            </a:prstGeom>
          </p:spPr>
          <p:txBody>
            <a:bodyPr lIns="49849" tIns="49849" rIns="49849" bIns="49849" rtlCol="0" anchor="ctr"/>
            <a:lstStyle/>
            <a:p>
              <a:pPr algn="ctr">
                <a:lnSpc>
                  <a:spcPts val="2659"/>
                </a:lnSpc>
              </a:pPr>
              <a:endParaRPr/>
            </a:p>
          </p:txBody>
        </p:sp>
      </p:grpSp>
      <p:grpSp>
        <p:nvGrpSpPr>
          <p:cNvPr id="8" name="Group 8">
            <a:extLst>
              <a:ext uri="{FF2B5EF4-FFF2-40B4-BE49-F238E27FC236}">
                <a16:creationId xmlns:a16="http://schemas.microsoft.com/office/drawing/2014/main" id="{1D39596C-0258-731F-95DD-DE4177FD1CEC}"/>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2FF52AC8-1B75-D865-FF7C-1CBA85093CE1}"/>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endParaRPr lang="en-VN"/>
            </a:p>
          </p:txBody>
        </p:sp>
        <p:sp>
          <p:nvSpPr>
            <p:cNvPr id="10" name="TextBox 10">
              <a:extLst>
                <a:ext uri="{FF2B5EF4-FFF2-40B4-BE49-F238E27FC236}">
                  <a16:creationId xmlns:a16="http://schemas.microsoft.com/office/drawing/2014/main" id="{2DF96710-FB4B-BE85-5BB8-62A1B1B96752}"/>
                </a:ext>
              </a:extLst>
            </p:cNvPr>
            <p:cNvSpPr txBox="1"/>
            <p:nvPr/>
          </p:nvSpPr>
          <p:spPr>
            <a:xfrm>
              <a:off x="0" y="-47625"/>
              <a:ext cx="5429786" cy="2704410"/>
            </a:xfrm>
            <a:prstGeom prst="rect">
              <a:avLst/>
            </a:prstGeom>
          </p:spPr>
          <p:txBody>
            <a:bodyPr lIns="49849" tIns="49849" rIns="49849" bIns="49849" rtlCol="0" anchor="ctr"/>
            <a:lstStyle/>
            <a:p>
              <a:pPr algn="ctr">
                <a:lnSpc>
                  <a:spcPts val="2659"/>
                </a:lnSpc>
              </a:pPr>
              <a:endParaRPr/>
            </a:p>
          </p:txBody>
        </p:sp>
      </p:grpSp>
      <p:grpSp>
        <p:nvGrpSpPr>
          <p:cNvPr id="11" name="Group 11">
            <a:extLst>
              <a:ext uri="{FF2B5EF4-FFF2-40B4-BE49-F238E27FC236}">
                <a16:creationId xmlns:a16="http://schemas.microsoft.com/office/drawing/2014/main" id="{07469FBF-1AEF-D3D4-7331-FA288ADC7622}"/>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333B1A8D-7EC1-33EE-34C0-43F6560A9CDE}"/>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endParaRPr lang="en-VN"/>
            </a:p>
          </p:txBody>
        </p:sp>
        <p:sp>
          <p:nvSpPr>
            <p:cNvPr id="13" name="TextBox 13">
              <a:extLst>
                <a:ext uri="{FF2B5EF4-FFF2-40B4-BE49-F238E27FC236}">
                  <a16:creationId xmlns:a16="http://schemas.microsoft.com/office/drawing/2014/main" id="{60E23996-7A75-B379-CC8C-57873214C403}"/>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4" name="Group 14">
            <a:extLst>
              <a:ext uri="{FF2B5EF4-FFF2-40B4-BE49-F238E27FC236}">
                <a16:creationId xmlns:a16="http://schemas.microsoft.com/office/drawing/2014/main" id="{86C59B16-CAFB-C53F-AAF1-8B52AE671418}"/>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5245E26D-1C72-8D1D-C5DA-C8E26F1205ED}"/>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endParaRPr lang="en-VN"/>
            </a:p>
          </p:txBody>
        </p:sp>
        <p:sp>
          <p:nvSpPr>
            <p:cNvPr id="16" name="TextBox 16">
              <a:extLst>
                <a:ext uri="{FF2B5EF4-FFF2-40B4-BE49-F238E27FC236}">
                  <a16:creationId xmlns:a16="http://schemas.microsoft.com/office/drawing/2014/main" id="{DE4F284F-E969-5B6A-4B32-E03540CA8174}"/>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7" name="Group 17">
            <a:extLst>
              <a:ext uri="{FF2B5EF4-FFF2-40B4-BE49-F238E27FC236}">
                <a16:creationId xmlns:a16="http://schemas.microsoft.com/office/drawing/2014/main" id="{8CB1E44E-E980-8C18-3903-80D0EE4CB9AC}"/>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1947EE50-889D-46CB-FA33-D411C1D9360F}"/>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endParaRPr lang="en-VN"/>
            </a:p>
          </p:txBody>
        </p:sp>
        <p:sp>
          <p:nvSpPr>
            <p:cNvPr id="19" name="TextBox 19">
              <a:extLst>
                <a:ext uri="{FF2B5EF4-FFF2-40B4-BE49-F238E27FC236}">
                  <a16:creationId xmlns:a16="http://schemas.microsoft.com/office/drawing/2014/main" id="{7E73332C-AA17-9F18-B6EE-7073771B1135}"/>
                </a:ext>
              </a:extLst>
            </p:cNvPr>
            <p:cNvSpPr txBox="1"/>
            <p:nvPr/>
          </p:nvSpPr>
          <p:spPr>
            <a:xfrm>
              <a:off x="0" y="-47625"/>
              <a:ext cx="3961731" cy="2448417"/>
            </a:xfrm>
            <a:prstGeom prst="rect">
              <a:avLst/>
            </a:prstGeom>
          </p:spPr>
          <p:txBody>
            <a:bodyPr lIns="49849" tIns="49849" rIns="49849" bIns="49849" rtlCol="0" anchor="ctr"/>
            <a:lstStyle/>
            <a:p>
              <a:pPr algn="ctr">
                <a:lnSpc>
                  <a:spcPts val="2659"/>
                </a:lnSpc>
              </a:pPr>
              <a:endParaRPr/>
            </a:p>
          </p:txBody>
        </p:sp>
      </p:grpSp>
      <p:sp>
        <p:nvSpPr>
          <p:cNvPr id="34" name="Freeform 34">
            <a:extLst>
              <a:ext uri="{FF2B5EF4-FFF2-40B4-BE49-F238E27FC236}">
                <a16:creationId xmlns:a16="http://schemas.microsoft.com/office/drawing/2014/main" id="{52B1DC72-27CA-D506-AC0A-B3CD090BEA07}"/>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endParaRPr lang="en-VN"/>
          </a:p>
        </p:txBody>
      </p:sp>
      <p:grpSp>
        <p:nvGrpSpPr>
          <p:cNvPr id="35" name="Group 35">
            <a:extLst>
              <a:ext uri="{FF2B5EF4-FFF2-40B4-BE49-F238E27FC236}">
                <a16:creationId xmlns:a16="http://schemas.microsoft.com/office/drawing/2014/main" id="{E0BF594D-84BB-46EF-E769-8F483EA7C8EE}"/>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18C6AC99-B77A-4D45-BDDA-93A699EF6BB2}"/>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78AC7D2C-128D-6511-503B-12FB327EE64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38" name="TextBox 38">
                <a:extLst>
                  <a:ext uri="{FF2B5EF4-FFF2-40B4-BE49-F238E27FC236}">
                    <a16:creationId xmlns:a16="http://schemas.microsoft.com/office/drawing/2014/main" id="{7553A199-BF9B-517A-2AB9-55B22A23192E}"/>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EA95EBEB-B247-F415-8C8D-1362DC2125B7}"/>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F19A22A7-91FA-56CD-0E3E-B23081A9404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1" name="TextBox 41">
                <a:extLst>
                  <a:ext uri="{FF2B5EF4-FFF2-40B4-BE49-F238E27FC236}">
                    <a16:creationId xmlns:a16="http://schemas.microsoft.com/office/drawing/2014/main" id="{770D4137-A85E-978C-E4A5-84258A7E7578}"/>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91C34C32-D344-783E-3CC4-66D57E10AD41}"/>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6A0E9827-FED2-2378-EF6B-0C44C4915F8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4" name="TextBox 44">
                <a:extLst>
                  <a:ext uri="{FF2B5EF4-FFF2-40B4-BE49-F238E27FC236}">
                    <a16:creationId xmlns:a16="http://schemas.microsoft.com/office/drawing/2014/main" id="{1125F013-D7A6-4BB4-5B74-7B00190EB2EC}"/>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BD297ADC-1401-67C5-1C1B-B0FA8C02A36F}"/>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F1203E6E-1828-29D0-AD89-CD6A48ACE6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7" name="TextBox 47">
                <a:extLst>
                  <a:ext uri="{FF2B5EF4-FFF2-40B4-BE49-F238E27FC236}">
                    <a16:creationId xmlns:a16="http://schemas.microsoft.com/office/drawing/2014/main" id="{38B7FA4D-0189-8818-8A3F-1DB7A767CF0D}"/>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8" name="Group 48">
              <a:extLst>
                <a:ext uri="{FF2B5EF4-FFF2-40B4-BE49-F238E27FC236}">
                  <a16:creationId xmlns:a16="http://schemas.microsoft.com/office/drawing/2014/main" id="{D0EE5620-98F5-FAF4-26DC-DDC614076C19}"/>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75C5D9F5-B4AA-B12A-8269-E1FA074C680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0" name="TextBox 50">
                <a:extLst>
                  <a:ext uri="{FF2B5EF4-FFF2-40B4-BE49-F238E27FC236}">
                    <a16:creationId xmlns:a16="http://schemas.microsoft.com/office/drawing/2014/main" id="{F905438D-9EDC-11F8-5EB2-6F7B28FD7C1F}"/>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51" name="Freeform 51">
            <a:extLst>
              <a:ext uri="{FF2B5EF4-FFF2-40B4-BE49-F238E27FC236}">
                <a16:creationId xmlns:a16="http://schemas.microsoft.com/office/drawing/2014/main" id="{61DBFCAF-03EF-C919-844A-93826608A50A}"/>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endParaRPr lang="en-VN"/>
          </a:p>
        </p:txBody>
      </p:sp>
      <p:grpSp>
        <p:nvGrpSpPr>
          <p:cNvPr id="52" name="Group 52">
            <a:extLst>
              <a:ext uri="{FF2B5EF4-FFF2-40B4-BE49-F238E27FC236}">
                <a16:creationId xmlns:a16="http://schemas.microsoft.com/office/drawing/2014/main" id="{127D82DC-CCAB-27E1-B7F7-2839AA10F4EA}"/>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D9283775-D437-23B9-D119-8ED59E848259}"/>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44F6F085-1E77-A74B-121B-7969D023C9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5" name="TextBox 55">
                <a:extLst>
                  <a:ext uri="{FF2B5EF4-FFF2-40B4-BE49-F238E27FC236}">
                    <a16:creationId xmlns:a16="http://schemas.microsoft.com/office/drawing/2014/main" id="{5AA2DD73-1609-6B43-D7F7-E5486CE0C588}"/>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6" name="Group 56">
              <a:extLst>
                <a:ext uri="{FF2B5EF4-FFF2-40B4-BE49-F238E27FC236}">
                  <a16:creationId xmlns:a16="http://schemas.microsoft.com/office/drawing/2014/main" id="{DC156DA8-C67C-91D3-2310-B47C737324E0}"/>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612D8711-7789-4543-26EC-7325F234568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8" name="TextBox 58">
                <a:extLst>
                  <a:ext uri="{FF2B5EF4-FFF2-40B4-BE49-F238E27FC236}">
                    <a16:creationId xmlns:a16="http://schemas.microsoft.com/office/drawing/2014/main" id="{79F4E12E-C6E8-4236-115E-8D92DD77679B}"/>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9" name="Group 59">
              <a:extLst>
                <a:ext uri="{FF2B5EF4-FFF2-40B4-BE49-F238E27FC236}">
                  <a16:creationId xmlns:a16="http://schemas.microsoft.com/office/drawing/2014/main" id="{9425E627-11B5-0A3A-A38F-4DEF93A9CD2D}"/>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F7932A0C-9FFD-A173-2F9D-8157BF31125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1" name="TextBox 61">
                <a:extLst>
                  <a:ext uri="{FF2B5EF4-FFF2-40B4-BE49-F238E27FC236}">
                    <a16:creationId xmlns:a16="http://schemas.microsoft.com/office/drawing/2014/main" id="{C20FE672-E4D0-C1D9-E738-1C80F5927B60}"/>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2" name="Group 62">
              <a:extLst>
                <a:ext uri="{FF2B5EF4-FFF2-40B4-BE49-F238E27FC236}">
                  <a16:creationId xmlns:a16="http://schemas.microsoft.com/office/drawing/2014/main" id="{81FC0641-6F03-B97F-0976-5DD3E5669426}"/>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24DD57F0-6597-5C94-DA8C-444EDB5BBEE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4" name="TextBox 64">
                <a:extLst>
                  <a:ext uri="{FF2B5EF4-FFF2-40B4-BE49-F238E27FC236}">
                    <a16:creationId xmlns:a16="http://schemas.microsoft.com/office/drawing/2014/main" id="{737C2110-EDDC-2A4A-716C-38F5CF2E4D98}"/>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5" name="Group 65">
              <a:extLst>
                <a:ext uri="{FF2B5EF4-FFF2-40B4-BE49-F238E27FC236}">
                  <a16:creationId xmlns:a16="http://schemas.microsoft.com/office/drawing/2014/main" id="{66263F19-CC72-D979-AB06-D6F6A54EEC06}"/>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F8D7743D-D785-037E-2CDB-EB0D6F271DE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7" name="TextBox 67">
                <a:extLst>
                  <a:ext uri="{FF2B5EF4-FFF2-40B4-BE49-F238E27FC236}">
                    <a16:creationId xmlns:a16="http://schemas.microsoft.com/office/drawing/2014/main" id="{B6FCF335-25C0-354D-494B-933AAE7405F0}"/>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grpSp>
        <p:nvGrpSpPr>
          <p:cNvPr id="68" name="Group 68">
            <a:extLst>
              <a:ext uri="{FF2B5EF4-FFF2-40B4-BE49-F238E27FC236}">
                <a16:creationId xmlns:a16="http://schemas.microsoft.com/office/drawing/2014/main" id="{7E4EA08D-418A-BCC7-6305-B8917B42E1FF}"/>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0ED874DD-A233-751A-695D-2DF2B7BB2967}"/>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FC7D763F-EFF0-F30B-3C50-1788F205F6BE}"/>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1" name="TextBox 71">
                <a:extLst>
                  <a:ext uri="{FF2B5EF4-FFF2-40B4-BE49-F238E27FC236}">
                    <a16:creationId xmlns:a16="http://schemas.microsoft.com/office/drawing/2014/main" id="{BDC406CF-1905-C19C-E109-C43E7DFB33B7}"/>
                  </a:ext>
                </a:extLst>
              </p:cNvPr>
              <p:cNvSpPr txBox="1"/>
              <p:nvPr/>
            </p:nvSpPr>
            <p:spPr>
              <a:xfrm>
                <a:off x="0" y="-47625"/>
                <a:ext cx="458420" cy="126378"/>
              </a:xfrm>
              <a:prstGeom prst="rect">
                <a:avLst/>
              </a:prstGeom>
            </p:spPr>
            <p:txBody>
              <a:bodyPr lIns="49849" tIns="49849" rIns="49849" bIns="49849" rtlCol="0" anchor="ctr"/>
              <a:lstStyle/>
              <a:p>
                <a:pPr algn="ctr">
                  <a:lnSpc>
                    <a:spcPts val="2659"/>
                  </a:lnSpc>
                </a:pPr>
                <a:endParaRPr/>
              </a:p>
            </p:txBody>
          </p:sp>
        </p:grpSp>
        <p:grpSp>
          <p:nvGrpSpPr>
            <p:cNvPr id="72" name="Group 72">
              <a:extLst>
                <a:ext uri="{FF2B5EF4-FFF2-40B4-BE49-F238E27FC236}">
                  <a16:creationId xmlns:a16="http://schemas.microsoft.com/office/drawing/2014/main" id="{BC911728-A86A-D274-51BB-5B978CC82639}"/>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963AFA1A-4302-B918-7F9D-0EC4F0AE0024}"/>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4" name="TextBox 74">
                <a:extLst>
                  <a:ext uri="{FF2B5EF4-FFF2-40B4-BE49-F238E27FC236}">
                    <a16:creationId xmlns:a16="http://schemas.microsoft.com/office/drawing/2014/main" id="{1D7159D6-D3D2-60A2-FA3E-2587592F6A45}"/>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5" name="Group 75">
              <a:extLst>
                <a:ext uri="{FF2B5EF4-FFF2-40B4-BE49-F238E27FC236}">
                  <a16:creationId xmlns:a16="http://schemas.microsoft.com/office/drawing/2014/main" id="{5997CF19-EB82-82C9-CF49-FFC73FD0ECED}"/>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838263C8-72CF-2AA1-ABBC-81F815D4A045}"/>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7" name="TextBox 77">
                <a:extLst>
                  <a:ext uri="{FF2B5EF4-FFF2-40B4-BE49-F238E27FC236}">
                    <a16:creationId xmlns:a16="http://schemas.microsoft.com/office/drawing/2014/main" id="{3C48C021-8198-84C3-FB7B-9232C0D3B51E}"/>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8" name="Group 78">
              <a:extLst>
                <a:ext uri="{FF2B5EF4-FFF2-40B4-BE49-F238E27FC236}">
                  <a16:creationId xmlns:a16="http://schemas.microsoft.com/office/drawing/2014/main" id="{55A1573B-612F-59FF-B4EE-13CE386E77C8}"/>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AAD772C0-D6A5-2A7B-345D-0026B099588D}"/>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0" name="TextBox 80">
                <a:extLst>
                  <a:ext uri="{FF2B5EF4-FFF2-40B4-BE49-F238E27FC236}">
                    <a16:creationId xmlns:a16="http://schemas.microsoft.com/office/drawing/2014/main" id="{C1684C3A-827B-983E-8627-0B9EB5A69AF7}"/>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81" name="Group 81">
              <a:extLst>
                <a:ext uri="{FF2B5EF4-FFF2-40B4-BE49-F238E27FC236}">
                  <a16:creationId xmlns:a16="http://schemas.microsoft.com/office/drawing/2014/main" id="{83690355-AF25-76FF-138E-A8225188C2DA}"/>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79CEAA2A-42D2-B5C7-8EC3-6B04D385025B}"/>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3" name="TextBox 83">
                <a:extLst>
                  <a:ext uri="{FF2B5EF4-FFF2-40B4-BE49-F238E27FC236}">
                    <a16:creationId xmlns:a16="http://schemas.microsoft.com/office/drawing/2014/main" id="{CF41643B-B7AD-0DF8-99BE-BC8C54E0B823}"/>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sp>
        <p:nvSpPr>
          <p:cNvPr id="84" name="Freeform 84">
            <a:extLst>
              <a:ext uri="{FF2B5EF4-FFF2-40B4-BE49-F238E27FC236}">
                <a16:creationId xmlns:a16="http://schemas.microsoft.com/office/drawing/2014/main" id="{780F802A-6DAD-F5E7-98E5-66902E04F92C}"/>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98" name="TextBox 97">
            <a:extLst>
              <a:ext uri="{FF2B5EF4-FFF2-40B4-BE49-F238E27FC236}">
                <a16:creationId xmlns:a16="http://schemas.microsoft.com/office/drawing/2014/main" id="{049F7807-B3B0-0BC4-8742-9DBE02809108}"/>
              </a:ext>
            </a:extLst>
          </p:cNvPr>
          <p:cNvSpPr txBox="1"/>
          <p:nvPr/>
        </p:nvSpPr>
        <p:spPr>
          <a:xfrm>
            <a:off x="1670013" y="1348429"/>
            <a:ext cx="15727454" cy="7260898"/>
          </a:xfrm>
          <a:prstGeom prst="rect">
            <a:avLst/>
          </a:prstGeom>
          <a:noFill/>
        </p:spPr>
        <p:txBody>
          <a:bodyPr wrap="square">
            <a:spAutoFit/>
          </a:bodyPr>
          <a:lstStyle/>
          <a:p>
            <a:pPr marR="6985" algn="just">
              <a:lnSpc>
                <a:spcPct val="150000"/>
              </a:lnSpc>
            </a:pPr>
            <a:r>
              <a:rPr lang="en-US" sz="4500">
                <a:latin typeface="American Typewriter" panose="02090604020004020304" pitchFamily="18" charset="77"/>
              </a:rPr>
              <a:t>5. </a:t>
            </a:r>
            <a:r>
              <a:rPr lang="vi-VN" sz="4500">
                <a:latin typeface="American Typewriter" panose="02090604020004020304" pitchFamily="18" charset="77"/>
              </a:rPr>
              <a:t>Tôi thường luyện nói tiếng Anh với bạn cùng lớp sau giờ học</a:t>
            </a:r>
            <a:r>
              <a:rPr lang="en-US" sz="4500">
                <a:latin typeface="American Typewriter" panose="02090604020004020304" pitchFamily="18" charset="77"/>
              </a:rPr>
              <a:t>.</a:t>
            </a:r>
          </a:p>
          <a:p>
            <a:pPr marR="6985" algn="just">
              <a:lnSpc>
                <a:spcPct val="150000"/>
              </a:lnSpc>
            </a:pPr>
            <a:r>
              <a:rPr lang="en-VN" sz="4500" kern="100">
                <a:latin typeface="Times New Roman" panose="02020603050405020304" pitchFamily="18" charset="0"/>
                <a:ea typeface="Calibri" panose="020F0502020204030204" pitchFamily="34" charset="0"/>
                <a:cs typeface="Times New Roman" panose="02020603050405020304" pitchFamily="18" charset="0"/>
              </a:rPr>
              <a:t>→ </a:t>
            </a:r>
            <a:r>
              <a:rPr lang="en-US" sz="4500" b="1">
                <a:latin typeface="American Typewriter" panose="02090604020004020304" pitchFamily="18" charset="77"/>
              </a:rPr>
              <a:t>I usually </a:t>
            </a:r>
            <a:r>
              <a:rPr lang="en-US" sz="4500" b="1">
                <a:solidFill>
                  <a:srgbClr val="FF0000"/>
                </a:solidFill>
                <a:latin typeface="American Typewriter" panose="02090604020004020304" pitchFamily="18" charset="77"/>
              </a:rPr>
              <a:t>practice speaking English </a:t>
            </a:r>
            <a:r>
              <a:rPr lang="en-US" sz="4500" b="1">
                <a:latin typeface="American Typewriter" panose="02090604020004020304" pitchFamily="18" charset="77"/>
              </a:rPr>
              <a:t>with my classmate after school.</a:t>
            </a:r>
          </a:p>
          <a:p>
            <a:pPr marR="6985" algn="just">
              <a:lnSpc>
                <a:spcPct val="150000"/>
              </a:lnSpc>
            </a:pPr>
            <a:r>
              <a:rPr lang="en-VN" sz="4500" kern="100">
                <a:latin typeface="American Typewriter" panose="02090604020004020304" pitchFamily="18" charset="77"/>
                <a:ea typeface="Calibri" panose="020F0502020204030204" pitchFamily="34" charset="0"/>
                <a:cs typeface="Times New Roman" panose="02020603050405020304" pitchFamily="18" charset="0"/>
              </a:rPr>
              <a:t>6. </a:t>
            </a:r>
            <a:r>
              <a:rPr lang="vi-VN" sz="4500" kern="100">
                <a:latin typeface="American Typewriter" panose="02090604020004020304" pitchFamily="18" charset="77"/>
                <a:ea typeface="Calibri" panose="020F0502020204030204" pitchFamily="34" charset="0"/>
                <a:cs typeface="Times New Roman" panose="02020603050405020304" pitchFamily="18" charset="0"/>
              </a:rPr>
              <a:t>Tôi không thể tham gia buổi học vì tôi bị ốm hôm qua</a:t>
            </a:r>
            <a:r>
              <a:rPr lang="en-VN" sz="4500" kern="100">
                <a:latin typeface="American Typewriter" panose="02090604020004020304" pitchFamily="18" charset="77"/>
                <a:ea typeface="Calibri" panose="020F0502020204030204" pitchFamily="34" charset="0"/>
                <a:cs typeface="Times New Roman" panose="02020603050405020304" pitchFamily="18" charset="0"/>
              </a:rPr>
              <a:t>.</a:t>
            </a:r>
            <a:endParaRPr lang="en-VN" sz="4500" kern="100">
              <a:latin typeface="Calibri" panose="020F0502020204030204" pitchFamily="34" charset="0"/>
              <a:ea typeface="Calibri" panose="020F0502020204030204" pitchFamily="34" charset="0"/>
              <a:cs typeface="Times New Roman" panose="02020603050405020304" pitchFamily="18" charset="0"/>
            </a:endParaRPr>
          </a:p>
          <a:p>
            <a:pPr marR="6985" algn="just">
              <a:lnSpc>
                <a:spcPct val="150000"/>
              </a:lnSpc>
            </a:pPr>
            <a:r>
              <a:rPr lang="en-VN" sz="4500" kern="100">
                <a:latin typeface="Times New Roman" panose="02020603050405020304" pitchFamily="18" charset="0"/>
                <a:ea typeface="Calibri" panose="020F0502020204030204" pitchFamily="34" charset="0"/>
                <a:cs typeface="Times New Roman" panose="02020603050405020304" pitchFamily="18" charset="0"/>
              </a:rPr>
              <a:t>→</a:t>
            </a:r>
            <a:r>
              <a:rPr lang="en-US" sz="4500" b="1">
                <a:latin typeface="American Typewriter" panose="02090604020004020304" pitchFamily="18" charset="77"/>
              </a:rPr>
              <a:t> I </a:t>
            </a:r>
            <a:r>
              <a:rPr lang="en-US" sz="4500" b="1">
                <a:solidFill>
                  <a:srgbClr val="FF0000"/>
                </a:solidFill>
                <a:latin typeface="American Typewriter" panose="02090604020004020304" pitchFamily="18" charset="77"/>
              </a:rPr>
              <a:t>could not attend </a:t>
            </a:r>
            <a:r>
              <a:rPr lang="en-US" sz="4500" b="1">
                <a:latin typeface="American Typewriter" panose="02090604020004020304" pitchFamily="18" charset="77"/>
              </a:rPr>
              <a:t>the class because I was sick yesterday.</a:t>
            </a:r>
          </a:p>
        </p:txBody>
      </p:sp>
    </p:spTree>
    <p:extLst>
      <p:ext uri="{BB962C8B-B14F-4D97-AF65-F5344CB8AC3E}">
        <p14:creationId xmlns:p14="http://schemas.microsoft.com/office/powerpoint/2010/main" val="1743224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041A2-4B34-C49C-4176-ACADA64BE14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A1CA748-CF12-C765-984F-7D570AD56E09}"/>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endParaRPr lang="en-VN"/>
          </a:p>
        </p:txBody>
      </p:sp>
      <p:sp>
        <p:nvSpPr>
          <p:cNvPr id="3" name="Freeform 3">
            <a:extLst>
              <a:ext uri="{FF2B5EF4-FFF2-40B4-BE49-F238E27FC236}">
                <a16:creationId xmlns:a16="http://schemas.microsoft.com/office/drawing/2014/main" id="{9E1D5A6A-4A1C-52A2-1B8C-C4FC942FBB0E}"/>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endParaRPr lang="en-VN"/>
          </a:p>
        </p:txBody>
      </p:sp>
      <p:sp>
        <p:nvSpPr>
          <p:cNvPr id="4" name="Freeform 4">
            <a:extLst>
              <a:ext uri="{FF2B5EF4-FFF2-40B4-BE49-F238E27FC236}">
                <a16:creationId xmlns:a16="http://schemas.microsoft.com/office/drawing/2014/main" id="{402B26F5-60DB-99D0-08E5-66513F9B0C4E}"/>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endParaRPr lang="en-VN"/>
          </a:p>
        </p:txBody>
      </p:sp>
      <p:grpSp>
        <p:nvGrpSpPr>
          <p:cNvPr id="5" name="Group 5">
            <a:extLst>
              <a:ext uri="{FF2B5EF4-FFF2-40B4-BE49-F238E27FC236}">
                <a16:creationId xmlns:a16="http://schemas.microsoft.com/office/drawing/2014/main" id="{B8DDA414-FB76-161B-599E-F26FB8984155}"/>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E8A2D543-D81D-B3B9-9D08-08042E185C31}"/>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endParaRPr lang="en-VN"/>
            </a:p>
          </p:txBody>
        </p:sp>
        <p:sp>
          <p:nvSpPr>
            <p:cNvPr id="7" name="TextBox 7">
              <a:extLst>
                <a:ext uri="{FF2B5EF4-FFF2-40B4-BE49-F238E27FC236}">
                  <a16:creationId xmlns:a16="http://schemas.microsoft.com/office/drawing/2014/main" id="{D91F6B20-2B80-77A1-87A7-1EE695DC4845}"/>
                </a:ext>
              </a:extLst>
            </p:cNvPr>
            <p:cNvSpPr txBox="1"/>
            <p:nvPr/>
          </p:nvSpPr>
          <p:spPr>
            <a:xfrm>
              <a:off x="0" y="-47625"/>
              <a:ext cx="5454346" cy="2751565"/>
            </a:xfrm>
            <a:prstGeom prst="rect">
              <a:avLst/>
            </a:prstGeom>
          </p:spPr>
          <p:txBody>
            <a:bodyPr lIns="49849" tIns="49849" rIns="49849" bIns="49849" rtlCol="0" anchor="ctr"/>
            <a:lstStyle/>
            <a:p>
              <a:pPr algn="ctr">
                <a:lnSpc>
                  <a:spcPts val="2659"/>
                </a:lnSpc>
              </a:pPr>
              <a:endParaRPr/>
            </a:p>
          </p:txBody>
        </p:sp>
      </p:grpSp>
      <p:grpSp>
        <p:nvGrpSpPr>
          <p:cNvPr id="8" name="Group 8">
            <a:extLst>
              <a:ext uri="{FF2B5EF4-FFF2-40B4-BE49-F238E27FC236}">
                <a16:creationId xmlns:a16="http://schemas.microsoft.com/office/drawing/2014/main" id="{94421D9F-A4B2-DDDF-31A7-7FE9658E759D}"/>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3023CCF3-07EA-393C-A8AF-AFF3185D67DB}"/>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endParaRPr lang="en-VN"/>
            </a:p>
          </p:txBody>
        </p:sp>
        <p:sp>
          <p:nvSpPr>
            <p:cNvPr id="10" name="TextBox 10">
              <a:extLst>
                <a:ext uri="{FF2B5EF4-FFF2-40B4-BE49-F238E27FC236}">
                  <a16:creationId xmlns:a16="http://schemas.microsoft.com/office/drawing/2014/main" id="{718AFAAB-2DE8-DD93-1757-1326054ECC8E}"/>
                </a:ext>
              </a:extLst>
            </p:cNvPr>
            <p:cNvSpPr txBox="1"/>
            <p:nvPr/>
          </p:nvSpPr>
          <p:spPr>
            <a:xfrm>
              <a:off x="0" y="-47625"/>
              <a:ext cx="5429786" cy="2704410"/>
            </a:xfrm>
            <a:prstGeom prst="rect">
              <a:avLst/>
            </a:prstGeom>
          </p:spPr>
          <p:txBody>
            <a:bodyPr lIns="49849" tIns="49849" rIns="49849" bIns="49849" rtlCol="0" anchor="ctr"/>
            <a:lstStyle/>
            <a:p>
              <a:pPr algn="ctr">
                <a:lnSpc>
                  <a:spcPts val="2659"/>
                </a:lnSpc>
              </a:pPr>
              <a:endParaRPr/>
            </a:p>
          </p:txBody>
        </p:sp>
      </p:grpSp>
      <p:grpSp>
        <p:nvGrpSpPr>
          <p:cNvPr id="11" name="Group 11">
            <a:extLst>
              <a:ext uri="{FF2B5EF4-FFF2-40B4-BE49-F238E27FC236}">
                <a16:creationId xmlns:a16="http://schemas.microsoft.com/office/drawing/2014/main" id="{44B775C4-5EB1-16BD-00BD-3448A2C4889C}"/>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F5F089F6-FC0C-9039-80C5-F18F4AC7FB51}"/>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endParaRPr lang="en-VN"/>
            </a:p>
          </p:txBody>
        </p:sp>
        <p:sp>
          <p:nvSpPr>
            <p:cNvPr id="13" name="TextBox 13">
              <a:extLst>
                <a:ext uri="{FF2B5EF4-FFF2-40B4-BE49-F238E27FC236}">
                  <a16:creationId xmlns:a16="http://schemas.microsoft.com/office/drawing/2014/main" id="{5FD4DA1D-2E60-F847-3442-A82BE77AAA38}"/>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4" name="Group 14">
            <a:extLst>
              <a:ext uri="{FF2B5EF4-FFF2-40B4-BE49-F238E27FC236}">
                <a16:creationId xmlns:a16="http://schemas.microsoft.com/office/drawing/2014/main" id="{3951C48E-FD88-2577-ED19-E282C619A786}"/>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E402D6A3-CD34-CE7F-5C75-7FC508032B63}"/>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endParaRPr lang="en-VN"/>
            </a:p>
          </p:txBody>
        </p:sp>
        <p:sp>
          <p:nvSpPr>
            <p:cNvPr id="16" name="TextBox 16">
              <a:extLst>
                <a:ext uri="{FF2B5EF4-FFF2-40B4-BE49-F238E27FC236}">
                  <a16:creationId xmlns:a16="http://schemas.microsoft.com/office/drawing/2014/main" id="{34E506D1-4A8D-B99F-87AA-88DE493AFFCC}"/>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7" name="Group 17">
            <a:extLst>
              <a:ext uri="{FF2B5EF4-FFF2-40B4-BE49-F238E27FC236}">
                <a16:creationId xmlns:a16="http://schemas.microsoft.com/office/drawing/2014/main" id="{A73A0EF2-6FFA-E351-3448-DD71545109AB}"/>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45FC7227-C91B-32E2-A099-009F46FD3597}"/>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endParaRPr lang="en-VN"/>
            </a:p>
          </p:txBody>
        </p:sp>
        <p:sp>
          <p:nvSpPr>
            <p:cNvPr id="19" name="TextBox 19">
              <a:extLst>
                <a:ext uri="{FF2B5EF4-FFF2-40B4-BE49-F238E27FC236}">
                  <a16:creationId xmlns:a16="http://schemas.microsoft.com/office/drawing/2014/main" id="{35A9B664-E7B9-BFD8-6DE6-89834FB11BA1}"/>
                </a:ext>
              </a:extLst>
            </p:cNvPr>
            <p:cNvSpPr txBox="1"/>
            <p:nvPr/>
          </p:nvSpPr>
          <p:spPr>
            <a:xfrm>
              <a:off x="0" y="-47625"/>
              <a:ext cx="3961731" cy="2448417"/>
            </a:xfrm>
            <a:prstGeom prst="rect">
              <a:avLst/>
            </a:prstGeom>
          </p:spPr>
          <p:txBody>
            <a:bodyPr lIns="49849" tIns="49849" rIns="49849" bIns="49849" rtlCol="0" anchor="ctr"/>
            <a:lstStyle/>
            <a:p>
              <a:pPr algn="ctr">
                <a:lnSpc>
                  <a:spcPts val="2659"/>
                </a:lnSpc>
              </a:pPr>
              <a:endParaRPr/>
            </a:p>
          </p:txBody>
        </p:sp>
      </p:grpSp>
      <p:sp>
        <p:nvSpPr>
          <p:cNvPr id="34" name="Freeform 34">
            <a:extLst>
              <a:ext uri="{FF2B5EF4-FFF2-40B4-BE49-F238E27FC236}">
                <a16:creationId xmlns:a16="http://schemas.microsoft.com/office/drawing/2014/main" id="{28EBBCAC-99A0-93FB-D698-48D96AD0D4C2}"/>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endParaRPr lang="en-VN"/>
          </a:p>
        </p:txBody>
      </p:sp>
      <p:grpSp>
        <p:nvGrpSpPr>
          <p:cNvPr id="35" name="Group 35">
            <a:extLst>
              <a:ext uri="{FF2B5EF4-FFF2-40B4-BE49-F238E27FC236}">
                <a16:creationId xmlns:a16="http://schemas.microsoft.com/office/drawing/2014/main" id="{73276C10-B724-72AD-4568-26DD713A1B99}"/>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E16AADE4-F8C0-DEC6-15FB-07AC26FAF8F0}"/>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5B82148F-650C-5391-F180-ACF7A94AD76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38" name="TextBox 38">
                <a:extLst>
                  <a:ext uri="{FF2B5EF4-FFF2-40B4-BE49-F238E27FC236}">
                    <a16:creationId xmlns:a16="http://schemas.microsoft.com/office/drawing/2014/main" id="{145810C4-A607-6588-11BB-C8316BE9F100}"/>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AF2ECAEA-F0D6-22A4-411E-57955CD5EDB2}"/>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0C8ED22D-D60D-BBD8-FF30-9F0903EF7E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1" name="TextBox 41">
                <a:extLst>
                  <a:ext uri="{FF2B5EF4-FFF2-40B4-BE49-F238E27FC236}">
                    <a16:creationId xmlns:a16="http://schemas.microsoft.com/office/drawing/2014/main" id="{EECE7F7D-734A-149D-ADB8-F2548E648256}"/>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C5086196-8D10-1060-DC7F-44535B51533C}"/>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1095259A-EED4-96CD-B1DD-1731CE711DC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4" name="TextBox 44">
                <a:extLst>
                  <a:ext uri="{FF2B5EF4-FFF2-40B4-BE49-F238E27FC236}">
                    <a16:creationId xmlns:a16="http://schemas.microsoft.com/office/drawing/2014/main" id="{68AD4061-4A15-24EF-5A99-32773A1A9A5C}"/>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FA3B5BC3-32CA-77A1-404D-2753D9647885}"/>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618E1F2E-0236-502A-4315-955396973BB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7" name="TextBox 47">
                <a:extLst>
                  <a:ext uri="{FF2B5EF4-FFF2-40B4-BE49-F238E27FC236}">
                    <a16:creationId xmlns:a16="http://schemas.microsoft.com/office/drawing/2014/main" id="{B0749D47-A4E6-080F-693B-44A4B68D1C56}"/>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8" name="Group 48">
              <a:extLst>
                <a:ext uri="{FF2B5EF4-FFF2-40B4-BE49-F238E27FC236}">
                  <a16:creationId xmlns:a16="http://schemas.microsoft.com/office/drawing/2014/main" id="{2F0318AE-B768-5756-1976-13560868A393}"/>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72BFF8AF-D860-F352-FE8A-5B8DFE4CFE3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0" name="TextBox 50">
                <a:extLst>
                  <a:ext uri="{FF2B5EF4-FFF2-40B4-BE49-F238E27FC236}">
                    <a16:creationId xmlns:a16="http://schemas.microsoft.com/office/drawing/2014/main" id="{5AF26891-AC67-3BFE-BD11-24F9EAF1A6D6}"/>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51" name="Freeform 51">
            <a:extLst>
              <a:ext uri="{FF2B5EF4-FFF2-40B4-BE49-F238E27FC236}">
                <a16:creationId xmlns:a16="http://schemas.microsoft.com/office/drawing/2014/main" id="{2C8119C8-78EF-79B5-18CF-DA648817003F}"/>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endParaRPr lang="en-VN"/>
          </a:p>
        </p:txBody>
      </p:sp>
      <p:grpSp>
        <p:nvGrpSpPr>
          <p:cNvPr id="52" name="Group 52">
            <a:extLst>
              <a:ext uri="{FF2B5EF4-FFF2-40B4-BE49-F238E27FC236}">
                <a16:creationId xmlns:a16="http://schemas.microsoft.com/office/drawing/2014/main" id="{4BDE7A95-9868-1557-D9BA-0BD8A964DF10}"/>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9E100BDF-E1E2-FFBB-4149-BB6B030ED220}"/>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3F7669AF-6A80-8FFA-49E8-25CEA0DC996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5" name="TextBox 55">
                <a:extLst>
                  <a:ext uri="{FF2B5EF4-FFF2-40B4-BE49-F238E27FC236}">
                    <a16:creationId xmlns:a16="http://schemas.microsoft.com/office/drawing/2014/main" id="{8A30873B-18D3-EE63-E491-7BB3D03D4C7D}"/>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6" name="Group 56">
              <a:extLst>
                <a:ext uri="{FF2B5EF4-FFF2-40B4-BE49-F238E27FC236}">
                  <a16:creationId xmlns:a16="http://schemas.microsoft.com/office/drawing/2014/main" id="{F6D49416-B7EC-2FE2-504B-A2940EC2470A}"/>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83E4B95E-FA1C-BF2D-1BAF-AE9AD96DB8C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8" name="TextBox 58">
                <a:extLst>
                  <a:ext uri="{FF2B5EF4-FFF2-40B4-BE49-F238E27FC236}">
                    <a16:creationId xmlns:a16="http://schemas.microsoft.com/office/drawing/2014/main" id="{179CEA03-A536-9EC2-4631-2C3830D8EDA8}"/>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9" name="Group 59">
              <a:extLst>
                <a:ext uri="{FF2B5EF4-FFF2-40B4-BE49-F238E27FC236}">
                  <a16:creationId xmlns:a16="http://schemas.microsoft.com/office/drawing/2014/main" id="{30CE394A-BB81-FC0B-B378-60BE13B31B99}"/>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C0EED8E6-43BE-3002-25D5-C0B2A880477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1" name="TextBox 61">
                <a:extLst>
                  <a:ext uri="{FF2B5EF4-FFF2-40B4-BE49-F238E27FC236}">
                    <a16:creationId xmlns:a16="http://schemas.microsoft.com/office/drawing/2014/main" id="{D6E3902F-C0A7-69CC-0347-6C41048708DB}"/>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2" name="Group 62">
              <a:extLst>
                <a:ext uri="{FF2B5EF4-FFF2-40B4-BE49-F238E27FC236}">
                  <a16:creationId xmlns:a16="http://schemas.microsoft.com/office/drawing/2014/main" id="{FB0DFE0C-68AB-74C8-F631-1B6D7396BB6B}"/>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7B142D5C-94CB-49F8-1A94-F9353CEA85F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4" name="TextBox 64">
                <a:extLst>
                  <a:ext uri="{FF2B5EF4-FFF2-40B4-BE49-F238E27FC236}">
                    <a16:creationId xmlns:a16="http://schemas.microsoft.com/office/drawing/2014/main" id="{A530E43D-04A3-C547-80A0-236E50659B42}"/>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5" name="Group 65">
              <a:extLst>
                <a:ext uri="{FF2B5EF4-FFF2-40B4-BE49-F238E27FC236}">
                  <a16:creationId xmlns:a16="http://schemas.microsoft.com/office/drawing/2014/main" id="{E3BFDB17-75E3-67ED-7074-14B84E622B68}"/>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3BCFD4EE-6BAD-4550-4E7B-A5BE8EC13FB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7" name="TextBox 67">
                <a:extLst>
                  <a:ext uri="{FF2B5EF4-FFF2-40B4-BE49-F238E27FC236}">
                    <a16:creationId xmlns:a16="http://schemas.microsoft.com/office/drawing/2014/main" id="{8CA8CC6D-1EFE-05ED-E953-C9187CF56D55}"/>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grpSp>
        <p:nvGrpSpPr>
          <p:cNvPr id="68" name="Group 68">
            <a:extLst>
              <a:ext uri="{FF2B5EF4-FFF2-40B4-BE49-F238E27FC236}">
                <a16:creationId xmlns:a16="http://schemas.microsoft.com/office/drawing/2014/main" id="{C2EF2516-0BFA-1AE5-016D-FB7B185FD178}"/>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7E6F2B80-F9DA-A681-5D4A-901CFE337C63}"/>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36157DE5-0BA1-6B03-8ADA-10468D81A002}"/>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1" name="TextBox 71">
                <a:extLst>
                  <a:ext uri="{FF2B5EF4-FFF2-40B4-BE49-F238E27FC236}">
                    <a16:creationId xmlns:a16="http://schemas.microsoft.com/office/drawing/2014/main" id="{406B4B2C-31F3-6DCA-D30A-7EADB9962350}"/>
                  </a:ext>
                </a:extLst>
              </p:cNvPr>
              <p:cNvSpPr txBox="1"/>
              <p:nvPr/>
            </p:nvSpPr>
            <p:spPr>
              <a:xfrm>
                <a:off x="0" y="-47625"/>
                <a:ext cx="458420" cy="126378"/>
              </a:xfrm>
              <a:prstGeom prst="rect">
                <a:avLst/>
              </a:prstGeom>
            </p:spPr>
            <p:txBody>
              <a:bodyPr lIns="49849" tIns="49849" rIns="49849" bIns="49849" rtlCol="0" anchor="ctr"/>
              <a:lstStyle/>
              <a:p>
                <a:pPr algn="ctr">
                  <a:lnSpc>
                    <a:spcPts val="2659"/>
                  </a:lnSpc>
                </a:pPr>
                <a:endParaRPr/>
              </a:p>
            </p:txBody>
          </p:sp>
        </p:grpSp>
        <p:grpSp>
          <p:nvGrpSpPr>
            <p:cNvPr id="72" name="Group 72">
              <a:extLst>
                <a:ext uri="{FF2B5EF4-FFF2-40B4-BE49-F238E27FC236}">
                  <a16:creationId xmlns:a16="http://schemas.microsoft.com/office/drawing/2014/main" id="{694D59AF-8C68-D54D-D16B-4C3E1452DAE0}"/>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2D835BA9-4B5B-D982-FE53-EC6FC4675288}"/>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4" name="TextBox 74">
                <a:extLst>
                  <a:ext uri="{FF2B5EF4-FFF2-40B4-BE49-F238E27FC236}">
                    <a16:creationId xmlns:a16="http://schemas.microsoft.com/office/drawing/2014/main" id="{3B996B41-7C65-BEF8-9758-B5504B9A263D}"/>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5" name="Group 75">
              <a:extLst>
                <a:ext uri="{FF2B5EF4-FFF2-40B4-BE49-F238E27FC236}">
                  <a16:creationId xmlns:a16="http://schemas.microsoft.com/office/drawing/2014/main" id="{0F2AD05F-65AC-FF1F-76D6-8D95AD8E311D}"/>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825A410E-CD7B-0FA3-114E-F544D057427A}"/>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7" name="TextBox 77">
                <a:extLst>
                  <a:ext uri="{FF2B5EF4-FFF2-40B4-BE49-F238E27FC236}">
                    <a16:creationId xmlns:a16="http://schemas.microsoft.com/office/drawing/2014/main" id="{3464A61F-E829-0E20-24D3-30DE74BB7056}"/>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8" name="Group 78">
              <a:extLst>
                <a:ext uri="{FF2B5EF4-FFF2-40B4-BE49-F238E27FC236}">
                  <a16:creationId xmlns:a16="http://schemas.microsoft.com/office/drawing/2014/main" id="{BED73F97-59A6-AEAB-3A92-615975685CEB}"/>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066EB5E9-7DCA-8D3F-823E-0633693C0B6F}"/>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0" name="TextBox 80">
                <a:extLst>
                  <a:ext uri="{FF2B5EF4-FFF2-40B4-BE49-F238E27FC236}">
                    <a16:creationId xmlns:a16="http://schemas.microsoft.com/office/drawing/2014/main" id="{F0E641B0-7EFD-C71B-5854-D0D967B16ABF}"/>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81" name="Group 81">
              <a:extLst>
                <a:ext uri="{FF2B5EF4-FFF2-40B4-BE49-F238E27FC236}">
                  <a16:creationId xmlns:a16="http://schemas.microsoft.com/office/drawing/2014/main" id="{7A0E5A30-C5E3-BDB7-A275-703E61B6493B}"/>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DA9CD916-F563-6285-BF1D-45D7A8EA7D6D}"/>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3" name="TextBox 83">
                <a:extLst>
                  <a:ext uri="{FF2B5EF4-FFF2-40B4-BE49-F238E27FC236}">
                    <a16:creationId xmlns:a16="http://schemas.microsoft.com/office/drawing/2014/main" id="{1C6656DD-AE24-B87F-0E85-340FDBEB7C51}"/>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sp>
        <p:nvSpPr>
          <p:cNvPr id="84" name="Freeform 84">
            <a:extLst>
              <a:ext uri="{FF2B5EF4-FFF2-40B4-BE49-F238E27FC236}">
                <a16:creationId xmlns:a16="http://schemas.microsoft.com/office/drawing/2014/main" id="{EBEFA891-5E60-C229-11CA-B147C647BAA7}"/>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98" name="TextBox 97">
            <a:extLst>
              <a:ext uri="{FF2B5EF4-FFF2-40B4-BE49-F238E27FC236}">
                <a16:creationId xmlns:a16="http://schemas.microsoft.com/office/drawing/2014/main" id="{EAB91387-F40D-1F51-436B-5B10120C6AA8}"/>
              </a:ext>
            </a:extLst>
          </p:cNvPr>
          <p:cNvSpPr txBox="1"/>
          <p:nvPr/>
        </p:nvSpPr>
        <p:spPr>
          <a:xfrm>
            <a:off x="1670655" y="1549269"/>
            <a:ext cx="15727454" cy="7101559"/>
          </a:xfrm>
          <a:prstGeom prst="rect">
            <a:avLst/>
          </a:prstGeom>
          <a:noFill/>
        </p:spPr>
        <p:txBody>
          <a:bodyPr wrap="square">
            <a:spAutoFit/>
          </a:bodyPr>
          <a:lstStyle/>
          <a:p>
            <a:pPr marR="6985" algn="just">
              <a:lnSpc>
                <a:spcPct val="150000"/>
              </a:lnSpc>
            </a:pPr>
            <a:r>
              <a:rPr lang="en-US" sz="4400">
                <a:latin typeface="American Typewriter" panose="02090604020004020304" pitchFamily="18" charset="77"/>
              </a:rPr>
              <a:t>7. </a:t>
            </a:r>
            <a:r>
              <a:rPr lang="vi-VN" sz="4400">
                <a:latin typeface="American Typewriter" panose="02090604020004020304" pitchFamily="18" charset="77"/>
              </a:rPr>
              <a:t>Tôi thích đọc sách tiếng Anh và viết nhật ký bằng tiếng Anh trong thời gian rảnh</a:t>
            </a:r>
            <a:r>
              <a:rPr lang="en-US" sz="4400">
                <a:latin typeface="American Typewriter" panose="02090604020004020304" pitchFamily="18" charset="77"/>
              </a:rPr>
              <a:t>.</a:t>
            </a:r>
          </a:p>
          <a:p>
            <a:pPr marR="6985" algn="just">
              <a:lnSpc>
                <a:spcPct val="150000"/>
              </a:lnSpc>
            </a:pPr>
            <a:r>
              <a:rPr lang="en-VN" sz="4400" kern="100">
                <a:latin typeface="Times New Roman" panose="02020603050405020304" pitchFamily="18" charset="0"/>
                <a:ea typeface="Calibri" panose="020F0502020204030204" pitchFamily="34" charset="0"/>
                <a:cs typeface="Times New Roman" panose="02020603050405020304" pitchFamily="18" charset="0"/>
              </a:rPr>
              <a:t>→ </a:t>
            </a:r>
            <a:r>
              <a:rPr lang="en-US" sz="4400" b="1">
                <a:latin typeface="American Typewriter" panose="02090604020004020304" pitchFamily="18" charset="77"/>
              </a:rPr>
              <a:t>I </a:t>
            </a:r>
            <a:r>
              <a:rPr lang="en-US" sz="4400" b="1">
                <a:solidFill>
                  <a:srgbClr val="FF0000"/>
                </a:solidFill>
                <a:latin typeface="American Typewriter" panose="02090604020004020304" pitchFamily="18" charset="77"/>
              </a:rPr>
              <a:t>enjoy reading English books and writing diaries in English</a:t>
            </a:r>
            <a:r>
              <a:rPr lang="en-US" sz="4400" b="1">
                <a:latin typeface="American Typewriter" panose="02090604020004020304" pitchFamily="18" charset="77"/>
              </a:rPr>
              <a:t> in my free time.</a:t>
            </a:r>
          </a:p>
          <a:p>
            <a:pPr marR="6985" algn="just">
              <a:lnSpc>
                <a:spcPct val="150000"/>
              </a:lnSpc>
            </a:pPr>
            <a:r>
              <a:rPr lang="en-VN" sz="4400" kern="100">
                <a:latin typeface="American Typewriter" panose="02090604020004020304" pitchFamily="18" charset="77"/>
                <a:ea typeface="Calibri" panose="020F0502020204030204" pitchFamily="34" charset="0"/>
                <a:cs typeface="Times New Roman" panose="02020603050405020304" pitchFamily="18" charset="0"/>
              </a:rPr>
              <a:t>8. </a:t>
            </a:r>
            <a:r>
              <a:rPr lang="vi-VN" sz="4400" kern="100">
                <a:latin typeface="American Typewriter" panose="02090604020004020304" pitchFamily="18" charset="77"/>
                <a:ea typeface="Calibri" panose="020F0502020204030204" pitchFamily="34" charset="0"/>
                <a:cs typeface="Times New Roman" panose="02020603050405020304" pitchFamily="18" charset="0"/>
              </a:rPr>
              <a:t>Nghe nhạc tiếng Anh có thể giúp tôi học thêm từ vựng</a:t>
            </a:r>
            <a:r>
              <a:rPr lang="en-VN" sz="4400" kern="100">
                <a:latin typeface="American Typewriter" panose="02090604020004020304" pitchFamily="18" charset="77"/>
                <a:ea typeface="Calibri" panose="020F0502020204030204" pitchFamily="34" charset="0"/>
                <a:cs typeface="Times New Roman" panose="02020603050405020304" pitchFamily="18" charset="0"/>
              </a:rPr>
              <a:t>.</a:t>
            </a:r>
            <a:endParaRPr lang="en-VN" sz="4400" kern="100">
              <a:latin typeface="Calibri" panose="020F0502020204030204" pitchFamily="34" charset="0"/>
              <a:ea typeface="Calibri" panose="020F0502020204030204" pitchFamily="34" charset="0"/>
              <a:cs typeface="Times New Roman" panose="02020603050405020304" pitchFamily="18" charset="0"/>
            </a:endParaRPr>
          </a:p>
          <a:p>
            <a:pPr marR="6985" algn="just">
              <a:lnSpc>
                <a:spcPct val="150000"/>
              </a:lnSpc>
            </a:pPr>
            <a:r>
              <a:rPr lang="en-VN" sz="4400" kern="100">
                <a:latin typeface="Times New Roman" panose="02020603050405020304" pitchFamily="18" charset="0"/>
                <a:ea typeface="Calibri" panose="020F0502020204030204" pitchFamily="34" charset="0"/>
                <a:cs typeface="Times New Roman" panose="02020603050405020304" pitchFamily="18" charset="0"/>
              </a:rPr>
              <a:t>→</a:t>
            </a:r>
            <a:r>
              <a:rPr lang="en-US" sz="4400" b="1">
                <a:latin typeface="American Typewriter" panose="02090604020004020304" pitchFamily="18" charset="77"/>
              </a:rPr>
              <a:t> Listening to English music can </a:t>
            </a:r>
            <a:r>
              <a:rPr lang="en-US" sz="4400" b="1">
                <a:solidFill>
                  <a:srgbClr val="FF0000"/>
                </a:solidFill>
                <a:latin typeface="American Typewriter" panose="02090604020004020304" pitchFamily="18" charset="77"/>
              </a:rPr>
              <a:t>help me learn more vocabulary</a:t>
            </a:r>
            <a:r>
              <a:rPr lang="en-US" sz="4400" b="1">
                <a:latin typeface="American Typewriter" panose="02090604020004020304" pitchFamily="18" charset="77"/>
              </a:rPr>
              <a:t>.</a:t>
            </a:r>
          </a:p>
        </p:txBody>
      </p:sp>
    </p:spTree>
    <p:extLst>
      <p:ext uri="{BB962C8B-B14F-4D97-AF65-F5344CB8AC3E}">
        <p14:creationId xmlns:p14="http://schemas.microsoft.com/office/powerpoint/2010/main" val="2229192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152F5-12A6-53C5-FF86-82FA6EEF7A1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5A1680B-6376-6BBA-6B54-72F4A46F97DE}"/>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endParaRPr lang="en-VN"/>
          </a:p>
        </p:txBody>
      </p:sp>
      <p:sp>
        <p:nvSpPr>
          <p:cNvPr id="3" name="Freeform 3">
            <a:extLst>
              <a:ext uri="{FF2B5EF4-FFF2-40B4-BE49-F238E27FC236}">
                <a16:creationId xmlns:a16="http://schemas.microsoft.com/office/drawing/2014/main" id="{9BF0C015-A4D0-2920-39B7-B8DCA89F4710}"/>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endParaRPr lang="en-VN"/>
          </a:p>
        </p:txBody>
      </p:sp>
      <p:sp>
        <p:nvSpPr>
          <p:cNvPr id="4" name="Freeform 4">
            <a:extLst>
              <a:ext uri="{FF2B5EF4-FFF2-40B4-BE49-F238E27FC236}">
                <a16:creationId xmlns:a16="http://schemas.microsoft.com/office/drawing/2014/main" id="{C47DB7A7-6D16-6780-16EE-E8FCE43CE890}"/>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endParaRPr lang="en-VN"/>
          </a:p>
        </p:txBody>
      </p:sp>
      <p:grpSp>
        <p:nvGrpSpPr>
          <p:cNvPr id="5" name="Group 5">
            <a:extLst>
              <a:ext uri="{FF2B5EF4-FFF2-40B4-BE49-F238E27FC236}">
                <a16:creationId xmlns:a16="http://schemas.microsoft.com/office/drawing/2014/main" id="{A14A49C1-F0A8-112D-0EA0-1146DBD00721}"/>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2819B299-A49B-C13A-806C-A02136CA2F9E}"/>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endParaRPr lang="en-VN"/>
            </a:p>
          </p:txBody>
        </p:sp>
        <p:sp>
          <p:nvSpPr>
            <p:cNvPr id="7" name="TextBox 7">
              <a:extLst>
                <a:ext uri="{FF2B5EF4-FFF2-40B4-BE49-F238E27FC236}">
                  <a16:creationId xmlns:a16="http://schemas.microsoft.com/office/drawing/2014/main" id="{B56FE092-7369-C595-7278-3828B0A106B9}"/>
                </a:ext>
              </a:extLst>
            </p:cNvPr>
            <p:cNvSpPr txBox="1"/>
            <p:nvPr/>
          </p:nvSpPr>
          <p:spPr>
            <a:xfrm>
              <a:off x="0" y="-47625"/>
              <a:ext cx="5454346" cy="2751565"/>
            </a:xfrm>
            <a:prstGeom prst="rect">
              <a:avLst/>
            </a:prstGeom>
          </p:spPr>
          <p:txBody>
            <a:bodyPr lIns="49849" tIns="49849" rIns="49849" bIns="49849" rtlCol="0" anchor="ctr"/>
            <a:lstStyle/>
            <a:p>
              <a:pPr algn="ctr">
                <a:lnSpc>
                  <a:spcPts val="2659"/>
                </a:lnSpc>
              </a:pPr>
              <a:endParaRPr/>
            </a:p>
          </p:txBody>
        </p:sp>
      </p:grpSp>
      <p:grpSp>
        <p:nvGrpSpPr>
          <p:cNvPr id="8" name="Group 8">
            <a:extLst>
              <a:ext uri="{FF2B5EF4-FFF2-40B4-BE49-F238E27FC236}">
                <a16:creationId xmlns:a16="http://schemas.microsoft.com/office/drawing/2014/main" id="{A3778798-5AF6-1F01-ECED-13196AEE8FD2}"/>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2738568D-93CA-C075-77FD-BE4CB1F79DDD}"/>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endParaRPr lang="en-VN"/>
            </a:p>
          </p:txBody>
        </p:sp>
        <p:sp>
          <p:nvSpPr>
            <p:cNvPr id="10" name="TextBox 10">
              <a:extLst>
                <a:ext uri="{FF2B5EF4-FFF2-40B4-BE49-F238E27FC236}">
                  <a16:creationId xmlns:a16="http://schemas.microsoft.com/office/drawing/2014/main" id="{EF45E7B6-4E7E-578C-2D87-22B8998A637D}"/>
                </a:ext>
              </a:extLst>
            </p:cNvPr>
            <p:cNvSpPr txBox="1"/>
            <p:nvPr/>
          </p:nvSpPr>
          <p:spPr>
            <a:xfrm>
              <a:off x="0" y="-47625"/>
              <a:ext cx="5429786" cy="2704410"/>
            </a:xfrm>
            <a:prstGeom prst="rect">
              <a:avLst/>
            </a:prstGeom>
          </p:spPr>
          <p:txBody>
            <a:bodyPr lIns="49849" tIns="49849" rIns="49849" bIns="49849" rtlCol="0" anchor="ctr"/>
            <a:lstStyle/>
            <a:p>
              <a:pPr algn="ctr">
                <a:lnSpc>
                  <a:spcPts val="2659"/>
                </a:lnSpc>
              </a:pPr>
              <a:endParaRPr/>
            </a:p>
          </p:txBody>
        </p:sp>
      </p:grpSp>
      <p:grpSp>
        <p:nvGrpSpPr>
          <p:cNvPr id="11" name="Group 11">
            <a:extLst>
              <a:ext uri="{FF2B5EF4-FFF2-40B4-BE49-F238E27FC236}">
                <a16:creationId xmlns:a16="http://schemas.microsoft.com/office/drawing/2014/main" id="{541C0644-7E54-DC3A-07BB-B3D034AE159E}"/>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CEE95737-48AF-4174-6358-0D79BFD3C745}"/>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endParaRPr lang="en-VN"/>
            </a:p>
          </p:txBody>
        </p:sp>
        <p:sp>
          <p:nvSpPr>
            <p:cNvPr id="13" name="TextBox 13">
              <a:extLst>
                <a:ext uri="{FF2B5EF4-FFF2-40B4-BE49-F238E27FC236}">
                  <a16:creationId xmlns:a16="http://schemas.microsoft.com/office/drawing/2014/main" id="{15C8B87E-60A5-19ED-43D5-7A9D0DFF4AC5}"/>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4" name="Group 14">
            <a:extLst>
              <a:ext uri="{FF2B5EF4-FFF2-40B4-BE49-F238E27FC236}">
                <a16:creationId xmlns:a16="http://schemas.microsoft.com/office/drawing/2014/main" id="{020138EE-0FA6-8CA3-9FE8-0D37C09B468C}"/>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428DAFE7-20BA-DEF8-21A9-FD1802E604E0}"/>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endParaRPr lang="en-VN"/>
            </a:p>
          </p:txBody>
        </p:sp>
        <p:sp>
          <p:nvSpPr>
            <p:cNvPr id="16" name="TextBox 16">
              <a:extLst>
                <a:ext uri="{FF2B5EF4-FFF2-40B4-BE49-F238E27FC236}">
                  <a16:creationId xmlns:a16="http://schemas.microsoft.com/office/drawing/2014/main" id="{E6CE864A-9ED3-FDD4-B5FD-FCBC9429A5ED}"/>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7" name="Group 17">
            <a:extLst>
              <a:ext uri="{FF2B5EF4-FFF2-40B4-BE49-F238E27FC236}">
                <a16:creationId xmlns:a16="http://schemas.microsoft.com/office/drawing/2014/main" id="{728A7C3A-628A-1394-27D2-31AFEA9768D6}"/>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48109101-D0C0-1B08-BA40-68C2894BE204}"/>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endParaRPr lang="en-VN"/>
            </a:p>
          </p:txBody>
        </p:sp>
        <p:sp>
          <p:nvSpPr>
            <p:cNvPr id="19" name="TextBox 19">
              <a:extLst>
                <a:ext uri="{FF2B5EF4-FFF2-40B4-BE49-F238E27FC236}">
                  <a16:creationId xmlns:a16="http://schemas.microsoft.com/office/drawing/2014/main" id="{7324BBC2-EBB6-06CD-5F89-93F992AC026A}"/>
                </a:ext>
              </a:extLst>
            </p:cNvPr>
            <p:cNvSpPr txBox="1"/>
            <p:nvPr/>
          </p:nvSpPr>
          <p:spPr>
            <a:xfrm>
              <a:off x="0" y="-47625"/>
              <a:ext cx="3961731" cy="2448417"/>
            </a:xfrm>
            <a:prstGeom prst="rect">
              <a:avLst/>
            </a:prstGeom>
          </p:spPr>
          <p:txBody>
            <a:bodyPr lIns="49849" tIns="49849" rIns="49849" bIns="49849" rtlCol="0" anchor="ctr"/>
            <a:lstStyle/>
            <a:p>
              <a:pPr algn="ctr">
                <a:lnSpc>
                  <a:spcPts val="2659"/>
                </a:lnSpc>
              </a:pPr>
              <a:endParaRPr/>
            </a:p>
          </p:txBody>
        </p:sp>
      </p:grpSp>
      <p:sp>
        <p:nvSpPr>
          <p:cNvPr id="34" name="Freeform 34">
            <a:extLst>
              <a:ext uri="{FF2B5EF4-FFF2-40B4-BE49-F238E27FC236}">
                <a16:creationId xmlns:a16="http://schemas.microsoft.com/office/drawing/2014/main" id="{11C7AD29-3A82-0A4F-4546-9AEAE118AE83}"/>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endParaRPr lang="en-VN"/>
          </a:p>
        </p:txBody>
      </p:sp>
      <p:grpSp>
        <p:nvGrpSpPr>
          <p:cNvPr id="35" name="Group 35">
            <a:extLst>
              <a:ext uri="{FF2B5EF4-FFF2-40B4-BE49-F238E27FC236}">
                <a16:creationId xmlns:a16="http://schemas.microsoft.com/office/drawing/2014/main" id="{2D1CB797-C695-C1DC-D780-47BD0D079E3D}"/>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CEE6CE5A-2371-F5D3-31F8-B55FD2255A3E}"/>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65B1609B-DD70-807F-1A5E-B4B5A8D38C1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38" name="TextBox 38">
                <a:extLst>
                  <a:ext uri="{FF2B5EF4-FFF2-40B4-BE49-F238E27FC236}">
                    <a16:creationId xmlns:a16="http://schemas.microsoft.com/office/drawing/2014/main" id="{0FEC12EC-4225-2640-E1E1-3199C7666561}"/>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42C4AEE3-17CE-1D36-7B92-2F251549FBF6}"/>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026F7742-43B3-70AA-411B-E6453A7A5BF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1" name="TextBox 41">
                <a:extLst>
                  <a:ext uri="{FF2B5EF4-FFF2-40B4-BE49-F238E27FC236}">
                    <a16:creationId xmlns:a16="http://schemas.microsoft.com/office/drawing/2014/main" id="{3A68207C-67EC-C532-D5D0-BBE6FB773737}"/>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5C338E3F-607B-4331-4A2B-4400002D4B64}"/>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AE1ABDB2-3909-7245-42C6-00D748A67E2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4" name="TextBox 44">
                <a:extLst>
                  <a:ext uri="{FF2B5EF4-FFF2-40B4-BE49-F238E27FC236}">
                    <a16:creationId xmlns:a16="http://schemas.microsoft.com/office/drawing/2014/main" id="{F06B1D17-0259-4B22-62AB-FB4B826E93AA}"/>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619F68F4-2585-7628-483D-FEF7AD40C60E}"/>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41C45C4D-FD83-876F-8980-92DF70EDDC4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7" name="TextBox 47">
                <a:extLst>
                  <a:ext uri="{FF2B5EF4-FFF2-40B4-BE49-F238E27FC236}">
                    <a16:creationId xmlns:a16="http://schemas.microsoft.com/office/drawing/2014/main" id="{7CEE5946-6CF7-626D-27F2-E3E1E5642AAE}"/>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8" name="Group 48">
              <a:extLst>
                <a:ext uri="{FF2B5EF4-FFF2-40B4-BE49-F238E27FC236}">
                  <a16:creationId xmlns:a16="http://schemas.microsoft.com/office/drawing/2014/main" id="{EB4F9638-DB5E-9D10-F6D4-137DE713D72A}"/>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4F0A264E-4847-6CF5-CD1E-08DD3062E6B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0" name="TextBox 50">
                <a:extLst>
                  <a:ext uri="{FF2B5EF4-FFF2-40B4-BE49-F238E27FC236}">
                    <a16:creationId xmlns:a16="http://schemas.microsoft.com/office/drawing/2014/main" id="{90429141-5607-CE1A-9355-EAA00C68BB83}"/>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51" name="Freeform 51">
            <a:extLst>
              <a:ext uri="{FF2B5EF4-FFF2-40B4-BE49-F238E27FC236}">
                <a16:creationId xmlns:a16="http://schemas.microsoft.com/office/drawing/2014/main" id="{08840DF2-1CAD-C663-E7F6-491D85AB66A5}"/>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endParaRPr lang="en-VN"/>
          </a:p>
        </p:txBody>
      </p:sp>
      <p:grpSp>
        <p:nvGrpSpPr>
          <p:cNvPr id="52" name="Group 52">
            <a:extLst>
              <a:ext uri="{FF2B5EF4-FFF2-40B4-BE49-F238E27FC236}">
                <a16:creationId xmlns:a16="http://schemas.microsoft.com/office/drawing/2014/main" id="{1C3CD383-2E6E-E4B0-77FE-FC93450D1987}"/>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E9CA6CA5-3C9D-969A-1F9C-58788FFDDAF5}"/>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44DFF96D-4AF8-67AD-B568-5EA4DE54005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5" name="TextBox 55">
                <a:extLst>
                  <a:ext uri="{FF2B5EF4-FFF2-40B4-BE49-F238E27FC236}">
                    <a16:creationId xmlns:a16="http://schemas.microsoft.com/office/drawing/2014/main" id="{E7BFCEF0-568B-DA3C-A168-F37EA10992AA}"/>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6" name="Group 56">
              <a:extLst>
                <a:ext uri="{FF2B5EF4-FFF2-40B4-BE49-F238E27FC236}">
                  <a16:creationId xmlns:a16="http://schemas.microsoft.com/office/drawing/2014/main" id="{1AAD416E-4E92-1AA3-493E-89758B2F6254}"/>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C246AA72-D8F3-058A-0F39-B25A1A964CA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8" name="TextBox 58">
                <a:extLst>
                  <a:ext uri="{FF2B5EF4-FFF2-40B4-BE49-F238E27FC236}">
                    <a16:creationId xmlns:a16="http://schemas.microsoft.com/office/drawing/2014/main" id="{F1CDB773-7E41-A831-DCA8-4DD87A091C4D}"/>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9" name="Group 59">
              <a:extLst>
                <a:ext uri="{FF2B5EF4-FFF2-40B4-BE49-F238E27FC236}">
                  <a16:creationId xmlns:a16="http://schemas.microsoft.com/office/drawing/2014/main" id="{C5ADA578-2642-86B2-1589-5C9A8D9591E3}"/>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AC13C635-21B2-8EDB-D17D-2C3CAA75655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1" name="TextBox 61">
                <a:extLst>
                  <a:ext uri="{FF2B5EF4-FFF2-40B4-BE49-F238E27FC236}">
                    <a16:creationId xmlns:a16="http://schemas.microsoft.com/office/drawing/2014/main" id="{E0BA372C-A819-634C-3CEC-4B72928A4D27}"/>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2" name="Group 62">
              <a:extLst>
                <a:ext uri="{FF2B5EF4-FFF2-40B4-BE49-F238E27FC236}">
                  <a16:creationId xmlns:a16="http://schemas.microsoft.com/office/drawing/2014/main" id="{E2A014F3-73F6-260D-16B5-C0832677F134}"/>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40F39D66-86AD-2485-CF9A-F67F8F1FB26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4" name="TextBox 64">
                <a:extLst>
                  <a:ext uri="{FF2B5EF4-FFF2-40B4-BE49-F238E27FC236}">
                    <a16:creationId xmlns:a16="http://schemas.microsoft.com/office/drawing/2014/main" id="{94C6AAA1-8B69-BFD5-622A-7E5116235AFE}"/>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5" name="Group 65">
              <a:extLst>
                <a:ext uri="{FF2B5EF4-FFF2-40B4-BE49-F238E27FC236}">
                  <a16:creationId xmlns:a16="http://schemas.microsoft.com/office/drawing/2014/main" id="{D012BC7C-E04D-7CE5-94BE-E97621BFEB16}"/>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C4EA6CF4-3B47-98C7-AEBF-36BCFD81EA1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7" name="TextBox 67">
                <a:extLst>
                  <a:ext uri="{FF2B5EF4-FFF2-40B4-BE49-F238E27FC236}">
                    <a16:creationId xmlns:a16="http://schemas.microsoft.com/office/drawing/2014/main" id="{02605A28-991D-71BE-5AB7-E434C5F8C731}"/>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grpSp>
        <p:nvGrpSpPr>
          <p:cNvPr id="68" name="Group 68">
            <a:extLst>
              <a:ext uri="{FF2B5EF4-FFF2-40B4-BE49-F238E27FC236}">
                <a16:creationId xmlns:a16="http://schemas.microsoft.com/office/drawing/2014/main" id="{452E0EAD-11C6-060E-1ECE-C7919A5DBE6E}"/>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E14A5F04-E093-6BF6-ABF4-444BF0EE2C1E}"/>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E303071E-766A-1172-6D94-5144D1ACF15C}"/>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1" name="TextBox 71">
                <a:extLst>
                  <a:ext uri="{FF2B5EF4-FFF2-40B4-BE49-F238E27FC236}">
                    <a16:creationId xmlns:a16="http://schemas.microsoft.com/office/drawing/2014/main" id="{9E333C65-1A7E-224A-EA62-69D45A66B587}"/>
                  </a:ext>
                </a:extLst>
              </p:cNvPr>
              <p:cNvSpPr txBox="1"/>
              <p:nvPr/>
            </p:nvSpPr>
            <p:spPr>
              <a:xfrm>
                <a:off x="0" y="-47625"/>
                <a:ext cx="458420" cy="126378"/>
              </a:xfrm>
              <a:prstGeom prst="rect">
                <a:avLst/>
              </a:prstGeom>
            </p:spPr>
            <p:txBody>
              <a:bodyPr lIns="49849" tIns="49849" rIns="49849" bIns="49849" rtlCol="0" anchor="ctr"/>
              <a:lstStyle/>
              <a:p>
                <a:pPr algn="ctr">
                  <a:lnSpc>
                    <a:spcPts val="2659"/>
                  </a:lnSpc>
                </a:pPr>
                <a:endParaRPr/>
              </a:p>
            </p:txBody>
          </p:sp>
        </p:grpSp>
        <p:grpSp>
          <p:nvGrpSpPr>
            <p:cNvPr id="72" name="Group 72">
              <a:extLst>
                <a:ext uri="{FF2B5EF4-FFF2-40B4-BE49-F238E27FC236}">
                  <a16:creationId xmlns:a16="http://schemas.microsoft.com/office/drawing/2014/main" id="{7E05302A-1341-6CDF-01BA-9B55022EC465}"/>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A94E74F0-ABD1-2F17-A386-9CB0F35B74F2}"/>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4" name="TextBox 74">
                <a:extLst>
                  <a:ext uri="{FF2B5EF4-FFF2-40B4-BE49-F238E27FC236}">
                    <a16:creationId xmlns:a16="http://schemas.microsoft.com/office/drawing/2014/main" id="{EB19298A-F4F7-CAC7-1D2D-712CEC72B805}"/>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5" name="Group 75">
              <a:extLst>
                <a:ext uri="{FF2B5EF4-FFF2-40B4-BE49-F238E27FC236}">
                  <a16:creationId xmlns:a16="http://schemas.microsoft.com/office/drawing/2014/main" id="{374F858F-02F8-AFEA-249B-9530370AD991}"/>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2FE61BE1-8145-460E-B476-73B7D611AE6C}"/>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7" name="TextBox 77">
                <a:extLst>
                  <a:ext uri="{FF2B5EF4-FFF2-40B4-BE49-F238E27FC236}">
                    <a16:creationId xmlns:a16="http://schemas.microsoft.com/office/drawing/2014/main" id="{E4C5EFC1-68EA-26CB-BA85-354117EAD0DB}"/>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8" name="Group 78">
              <a:extLst>
                <a:ext uri="{FF2B5EF4-FFF2-40B4-BE49-F238E27FC236}">
                  <a16:creationId xmlns:a16="http://schemas.microsoft.com/office/drawing/2014/main" id="{36F176B7-AC6C-FF95-A174-4783CA9E9D79}"/>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F8186565-D417-5EA8-A1FA-DEFDE9AF39F0}"/>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0" name="TextBox 80">
                <a:extLst>
                  <a:ext uri="{FF2B5EF4-FFF2-40B4-BE49-F238E27FC236}">
                    <a16:creationId xmlns:a16="http://schemas.microsoft.com/office/drawing/2014/main" id="{1FA79265-8C17-0DED-3A3A-540684C6153B}"/>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81" name="Group 81">
              <a:extLst>
                <a:ext uri="{FF2B5EF4-FFF2-40B4-BE49-F238E27FC236}">
                  <a16:creationId xmlns:a16="http://schemas.microsoft.com/office/drawing/2014/main" id="{652FF649-8480-590A-4DE2-2E620D8B0C61}"/>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2DEF3E24-539B-6EDF-8EAC-3743EC15BA1E}"/>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3" name="TextBox 83">
                <a:extLst>
                  <a:ext uri="{FF2B5EF4-FFF2-40B4-BE49-F238E27FC236}">
                    <a16:creationId xmlns:a16="http://schemas.microsoft.com/office/drawing/2014/main" id="{65607F85-9E74-3D62-95B7-6FEFB30BB214}"/>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sp>
        <p:nvSpPr>
          <p:cNvPr id="84" name="Freeform 84">
            <a:extLst>
              <a:ext uri="{FF2B5EF4-FFF2-40B4-BE49-F238E27FC236}">
                <a16:creationId xmlns:a16="http://schemas.microsoft.com/office/drawing/2014/main" id="{573C8D61-E14C-80CA-2440-DEB2D5E93C6E}"/>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98" name="TextBox 97">
            <a:extLst>
              <a:ext uri="{FF2B5EF4-FFF2-40B4-BE49-F238E27FC236}">
                <a16:creationId xmlns:a16="http://schemas.microsoft.com/office/drawing/2014/main" id="{AA04E9DD-9092-5349-DBFD-A985B66D5D09}"/>
              </a:ext>
            </a:extLst>
          </p:cNvPr>
          <p:cNvSpPr txBox="1"/>
          <p:nvPr/>
        </p:nvSpPr>
        <p:spPr>
          <a:xfrm>
            <a:off x="1689704" y="1066417"/>
            <a:ext cx="15727454" cy="8115683"/>
          </a:xfrm>
          <a:prstGeom prst="rect">
            <a:avLst/>
          </a:prstGeom>
          <a:noFill/>
        </p:spPr>
        <p:txBody>
          <a:bodyPr wrap="square">
            <a:spAutoFit/>
          </a:bodyPr>
          <a:lstStyle/>
          <a:p>
            <a:pPr marR="6985" algn="just">
              <a:lnSpc>
                <a:spcPct val="150000"/>
              </a:lnSpc>
            </a:pPr>
            <a:r>
              <a:rPr lang="en-US" sz="4400">
                <a:latin typeface="American Typewriter" panose="02090604020004020304" pitchFamily="18" charset="77"/>
              </a:rPr>
              <a:t>9. </a:t>
            </a:r>
            <a:r>
              <a:rPr lang="vi-VN" sz="4400">
                <a:latin typeface="American Typewriter" panose="02090604020004020304" pitchFamily="18" charset="77"/>
              </a:rPr>
              <a:t>Vào Tết Trung Thu, người Việt thường ăn tối và trò chuyện cùng gia đình </a:t>
            </a:r>
            <a:r>
              <a:rPr lang="en-US" sz="4400">
                <a:latin typeface="American Typewriter" panose="02090604020004020304" pitchFamily="18" charset="77"/>
              </a:rPr>
              <a:t>.</a:t>
            </a:r>
          </a:p>
          <a:p>
            <a:pPr marR="6985" algn="just">
              <a:lnSpc>
                <a:spcPct val="150000"/>
              </a:lnSpc>
            </a:pPr>
            <a:r>
              <a:rPr lang="en-VN" sz="4400" kern="100">
                <a:latin typeface="Times New Roman" panose="02020603050405020304" pitchFamily="18" charset="0"/>
                <a:ea typeface="Calibri" panose="020F0502020204030204" pitchFamily="34" charset="0"/>
                <a:cs typeface="Times New Roman" panose="02020603050405020304" pitchFamily="18" charset="0"/>
              </a:rPr>
              <a:t>→ </a:t>
            </a:r>
            <a:r>
              <a:rPr lang="en-US" sz="4400" b="1">
                <a:latin typeface="American Typewriter" panose="02090604020004020304" pitchFamily="18" charset="77"/>
              </a:rPr>
              <a:t>On the Mid-Autumn Festival, Vietnamese people often </a:t>
            </a:r>
            <a:r>
              <a:rPr lang="en-US" sz="4400" b="1">
                <a:solidFill>
                  <a:srgbClr val="FF0000"/>
                </a:solidFill>
                <a:latin typeface="American Typewriter" panose="02090604020004020304" pitchFamily="18" charset="77"/>
              </a:rPr>
              <a:t>have dinner</a:t>
            </a:r>
            <a:r>
              <a:rPr lang="en-US" sz="4400" b="1">
                <a:latin typeface="American Typewriter" panose="02090604020004020304" pitchFamily="18" charset="77"/>
              </a:rPr>
              <a:t> and </a:t>
            </a:r>
            <a:r>
              <a:rPr lang="en-US" sz="4400" b="1">
                <a:solidFill>
                  <a:srgbClr val="FF0000"/>
                </a:solidFill>
                <a:latin typeface="American Typewriter" panose="02090604020004020304" pitchFamily="18" charset="77"/>
              </a:rPr>
              <a:t>talk with their families</a:t>
            </a:r>
            <a:r>
              <a:rPr lang="en-US" sz="4400" b="1">
                <a:latin typeface="American Typewriter" panose="02090604020004020304" pitchFamily="18" charset="77"/>
              </a:rPr>
              <a:t>.</a:t>
            </a:r>
          </a:p>
          <a:p>
            <a:pPr marR="6985" algn="just">
              <a:lnSpc>
                <a:spcPct val="150000"/>
              </a:lnSpc>
            </a:pPr>
            <a:r>
              <a:rPr lang="en-US" sz="4400">
                <a:latin typeface="American Typewriter" panose="02090604020004020304" pitchFamily="18" charset="77"/>
              </a:rPr>
              <a:t>10. Bạn có thể tham gia các câu lạc bộ tiếng Anh để rèn kỹ năng giao tiếp.</a:t>
            </a:r>
          </a:p>
          <a:p>
            <a:pPr marR="6985" algn="just">
              <a:lnSpc>
                <a:spcPct val="150000"/>
              </a:lnSpc>
            </a:pPr>
            <a:r>
              <a:rPr lang="en-VN" sz="4400" kern="100">
                <a:latin typeface="Times New Roman" panose="02020603050405020304" pitchFamily="18" charset="0"/>
                <a:ea typeface="Calibri" panose="020F0502020204030204" pitchFamily="34" charset="0"/>
                <a:cs typeface="Times New Roman" panose="02020603050405020304" pitchFamily="18" charset="0"/>
              </a:rPr>
              <a:t>→ </a:t>
            </a:r>
            <a:r>
              <a:rPr lang="en-US" sz="4400" b="1">
                <a:latin typeface="American Typewriter" panose="02090604020004020304" pitchFamily="18" charset="77"/>
              </a:rPr>
              <a:t>You can </a:t>
            </a:r>
            <a:r>
              <a:rPr lang="en-US" sz="4400" b="1">
                <a:solidFill>
                  <a:srgbClr val="FF0000"/>
                </a:solidFill>
                <a:latin typeface="American Typewriter" panose="02090604020004020304" pitchFamily="18" charset="77"/>
              </a:rPr>
              <a:t>join English clubs </a:t>
            </a:r>
            <a:r>
              <a:rPr lang="en-US" sz="4400" b="1">
                <a:latin typeface="American Typewriter" panose="02090604020004020304" pitchFamily="18" charset="77"/>
              </a:rPr>
              <a:t>to </a:t>
            </a:r>
            <a:r>
              <a:rPr lang="en-US" sz="4400" b="1">
                <a:solidFill>
                  <a:srgbClr val="FF0000"/>
                </a:solidFill>
                <a:latin typeface="American Typewriter" panose="02090604020004020304" pitchFamily="18" charset="77"/>
              </a:rPr>
              <a:t>practice your communication skills</a:t>
            </a:r>
            <a:r>
              <a:rPr lang="en-US" sz="4400" b="1">
                <a:latin typeface="American Typewriter" panose="02090604020004020304" pitchFamily="18" charset="77"/>
              </a:rPr>
              <a:t>.</a:t>
            </a:r>
            <a:endParaRPr lang="en-US" sz="4400">
              <a:latin typeface="American Typewriter" panose="02090604020004020304" pitchFamily="18" charset="77"/>
            </a:endParaRPr>
          </a:p>
        </p:txBody>
      </p:sp>
    </p:spTree>
    <p:extLst>
      <p:ext uri="{BB962C8B-B14F-4D97-AF65-F5344CB8AC3E}">
        <p14:creationId xmlns:p14="http://schemas.microsoft.com/office/powerpoint/2010/main" val="3715446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7FFFE"/>
        </a:solidFill>
        <a:effectLst/>
      </p:bgPr>
    </p:bg>
    <p:spTree>
      <p:nvGrpSpPr>
        <p:cNvPr id="1" name="">
          <a:extLst>
            <a:ext uri="{FF2B5EF4-FFF2-40B4-BE49-F238E27FC236}">
              <a16:creationId xmlns:a16="http://schemas.microsoft.com/office/drawing/2014/main" id="{023A403F-8714-5DB9-A978-901949C7977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F5876C5-8D77-8E53-EDE9-0F4331056911}"/>
              </a:ext>
            </a:extLst>
          </p:cNvPr>
          <p:cNvSpPr/>
          <p:nvPr/>
        </p:nvSpPr>
        <p:spPr>
          <a:xfrm rot="2001536">
            <a:off x="-1431199" y="6329650"/>
            <a:ext cx="7656600" cy="5857299"/>
          </a:xfrm>
          <a:custGeom>
            <a:avLst/>
            <a:gdLst/>
            <a:ahLst/>
            <a:cxnLst/>
            <a:rect l="l" t="t" r="r" b="b"/>
            <a:pathLst>
              <a:path w="7656600" h="5857299">
                <a:moveTo>
                  <a:pt x="0" y="0"/>
                </a:moveTo>
                <a:lnTo>
                  <a:pt x="7656600" y="0"/>
                </a:lnTo>
                <a:lnTo>
                  <a:pt x="7656600" y="5857300"/>
                </a:lnTo>
                <a:lnTo>
                  <a:pt x="0" y="5857300"/>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Box 3">
            <a:extLst>
              <a:ext uri="{FF2B5EF4-FFF2-40B4-BE49-F238E27FC236}">
                <a16:creationId xmlns:a16="http://schemas.microsoft.com/office/drawing/2014/main" id="{EAF339FA-6510-7CED-8457-8D473AB0E2CB}"/>
              </a:ext>
            </a:extLst>
          </p:cNvPr>
          <p:cNvSpPr txBox="1"/>
          <p:nvPr/>
        </p:nvSpPr>
        <p:spPr>
          <a:xfrm>
            <a:off x="1201036" y="2860393"/>
            <a:ext cx="15885927" cy="3693319"/>
          </a:xfrm>
          <a:prstGeom prst="rect">
            <a:avLst/>
          </a:prstGeom>
        </p:spPr>
        <p:txBody>
          <a:bodyPr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0" b="1" i="0" u="none" strike="noStrike" kern="1200" cap="none" spc="0" normalizeH="0" baseline="0" noProof="0">
                <a:ln>
                  <a:noFill/>
                </a:ln>
                <a:solidFill>
                  <a:srgbClr val="8064A2">
                    <a:lumMod val="75000"/>
                  </a:srgbClr>
                </a:solidFill>
                <a:effectLst/>
                <a:uLnTx/>
                <a:uFillTx/>
                <a:latin typeface="American Typewriter" panose="02090604020004020304" pitchFamily="18" charset="77"/>
                <a:ea typeface="Peace Sans"/>
                <a:cs typeface="Peace Sans"/>
                <a:sym typeface="Peace Sans"/>
              </a:rPr>
              <a:t>GIỚI TỪ, TÍNH TỪ, TRẠNG TỪ</a:t>
            </a:r>
          </a:p>
        </p:txBody>
      </p:sp>
      <p:sp>
        <p:nvSpPr>
          <p:cNvPr id="4" name="Freeform 4">
            <a:extLst>
              <a:ext uri="{FF2B5EF4-FFF2-40B4-BE49-F238E27FC236}">
                <a16:creationId xmlns:a16="http://schemas.microsoft.com/office/drawing/2014/main" id="{67CF023C-6926-0F5E-9CF1-90482DB20B96}"/>
              </a:ext>
            </a:extLst>
          </p:cNvPr>
          <p:cNvSpPr/>
          <p:nvPr/>
        </p:nvSpPr>
        <p:spPr>
          <a:xfrm flipH="1">
            <a:off x="-3320873" y="-5760846"/>
            <a:ext cx="8699146" cy="9085270"/>
          </a:xfrm>
          <a:custGeom>
            <a:avLst/>
            <a:gdLst/>
            <a:ahLst/>
            <a:cxnLst/>
            <a:rect l="l" t="t" r="r" b="b"/>
            <a:pathLst>
              <a:path w="8699146" h="9085270">
                <a:moveTo>
                  <a:pt x="8699146" y="0"/>
                </a:moveTo>
                <a:lnTo>
                  <a:pt x="0" y="0"/>
                </a:lnTo>
                <a:lnTo>
                  <a:pt x="0" y="9085271"/>
                </a:lnTo>
                <a:lnTo>
                  <a:pt x="8699146" y="9085271"/>
                </a:lnTo>
                <a:lnTo>
                  <a:pt x="8699146"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Freeform 5">
            <a:extLst>
              <a:ext uri="{FF2B5EF4-FFF2-40B4-BE49-F238E27FC236}">
                <a16:creationId xmlns:a16="http://schemas.microsoft.com/office/drawing/2014/main" id="{F735F2AB-6484-0992-C821-696F7A3A7113}"/>
              </a:ext>
            </a:extLst>
          </p:cNvPr>
          <p:cNvSpPr/>
          <p:nvPr/>
        </p:nvSpPr>
        <p:spPr>
          <a:xfrm flipH="1">
            <a:off x="1028700" y="3605899"/>
            <a:ext cx="2539180" cy="3701895"/>
          </a:xfrm>
          <a:custGeom>
            <a:avLst/>
            <a:gdLst/>
            <a:ahLst/>
            <a:cxnLst/>
            <a:rect l="l" t="t" r="r" b="b"/>
            <a:pathLst>
              <a:path w="2539180" h="3701895">
                <a:moveTo>
                  <a:pt x="2539180" y="0"/>
                </a:moveTo>
                <a:lnTo>
                  <a:pt x="0" y="0"/>
                </a:lnTo>
                <a:lnTo>
                  <a:pt x="0" y="3701895"/>
                </a:lnTo>
                <a:lnTo>
                  <a:pt x="2539180" y="3701895"/>
                </a:lnTo>
                <a:lnTo>
                  <a:pt x="2539180" y="0"/>
                </a:lnTo>
                <a:close/>
              </a:path>
            </a:pathLst>
          </a:custGeom>
          <a:blipFill>
            <a:blip r:embed="rId4"/>
            <a:stretch>
              <a:fillRect t="-2260" b="-226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Freeform 6">
            <a:extLst>
              <a:ext uri="{FF2B5EF4-FFF2-40B4-BE49-F238E27FC236}">
                <a16:creationId xmlns:a16="http://schemas.microsoft.com/office/drawing/2014/main" id="{73B04349-8A8B-E476-2AF6-93DCDF33BA6F}"/>
              </a:ext>
            </a:extLst>
          </p:cNvPr>
          <p:cNvSpPr/>
          <p:nvPr/>
        </p:nvSpPr>
        <p:spPr>
          <a:xfrm rot="499500">
            <a:off x="14488579" y="4605393"/>
            <a:ext cx="2681948" cy="1421433"/>
          </a:xfrm>
          <a:custGeom>
            <a:avLst/>
            <a:gdLst/>
            <a:ahLst/>
            <a:cxnLst/>
            <a:rect l="l" t="t" r="r" b="b"/>
            <a:pathLst>
              <a:path w="2681948" h="1421433">
                <a:moveTo>
                  <a:pt x="0" y="0"/>
                </a:moveTo>
                <a:lnTo>
                  <a:pt x="2681948" y="0"/>
                </a:lnTo>
                <a:lnTo>
                  <a:pt x="2681948" y="1421433"/>
                </a:lnTo>
                <a:lnTo>
                  <a:pt x="0" y="142143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Freeform 7">
            <a:extLst>
              <a:ext uri="{FF2B5EF4-FFF2-40B4-BE49-F238E27FC236}">
                <a16:creationId xmlns:a16="http://schemas.microsoft.com/office/drawing/2014/main" id="{10800E90-D334-047B-B2D0-A3B9410B700E}"/>
              </a:ext>
            </a:extLst>
          </p:cNvPr>
          <p:cNvSpPr/>
          <p:nvPr/>
        </p:nvSpPr>
        <p:spPr>
          <a:xfrm>
            <a:off x="13043484" y="6456799"/>
            <a:ext cx="6163302" cy="5603002"/>
          </a:xfrm>
          <a:custGeom>
            <a:avLst/>
            <a:gdLst/>
            <a:ahLst/>
            <a:cxnLst/>
            <a:rect l="l" t="t" r="r" b="b"/>
            <a:pathLst>
              <a:path w="6163302" h="5603002">
                <a:moveTo>
                  <a:pt x="0" y="0"/>
                </a:moveTo>
                <a:lnTo>
                  <a:pt x="6163301" y="0"/>
                </a:lnTo>
                <a:lnTo>
                  <a:pt x="6163301" y="5603002"/>
                </a:lnTo>
                <a:lnTo>
                  <a:pt x="0" y="560300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Freeform 8">
            <a:extLst>
              <a:ext uri="{FF2B5EF4-FFF2-40B4-BE49-F238E27FC236}">
                <a16:creationId xmlns:a16="http://schemas.microsoft.com/office/drawing/2014/main" id="{4834D890-BA81-CC69-AE00-CCDF0520D5B2}"/>
              </a:ext>
            </a:extLst>
          </p:cNvPr>
          <p:cNvSpPr/>
          <p:nvPr/>
        </p:nvSpPr>
        <p:spPr>
          <a:xfrm rot="1408452">
            <a:off x="14799542" y="-1993381"/>
            <a:ext cx="4628192" cy="4710628"/>
          </a:xfrm>
          <a:custGeom>
            <a:avLst/>
            <a:gdLst/>
            <a:ahLst/>
            <a:cxnLst/>
            <a:rect l="l" t="t" r="r" b="b"/>
            <a:pathLst>
              <a:path w="4628192" h="4710628">
                <a:moveTo>
                  <a:pt x="0" y="0"/>
                </a:moveTo>
                <a:lnTo>
                  <a:pt x="4628192" y="0"/>
                </a:lnTo>
                <a:lnTo>
                  <a:pt x="4628192" y="4710628"/>
                </a:lnTo>
                <a:lnTo>
                  <a:pt x="0" y="4710628"/>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Box 9">
            <a:extLst>
              <a:ext uri="{FF2B5EF4-FFF2-40B4-BE49-F238E27FC236}">
                <a16:creationId xmlns:a16="http://schemas.microsoft.com/office/drawing/2014/main" id="{1A066FC1-D52B-7C70-961D-D10C23F14A81}"/>
              </a:ext>
            </a:extLst>
          </p:cNvPr>
          <p:cNvSpPr txBox="1"/>
          <p:nvPr/>
        </p:nvSpPr>
        <p:spPr>
          <a:xfrm>
            <a:off x="5181271" y="1214490"/>
            <a:ext cx="7925458" cy="923330"/>
          </a:xfrm>
          <a:prstGeom prst="rect">
            <a:avLst/>
          </a:prstGeom>
        </p:spPr>
        <p:txBody>
          <a:bodyPr lIns="0" tIns="0" rIns="0" bIns="0" rtlCol="0" anchor="t">
            <a:spAutoFit/>
          </a:bodyPr>
          <a:lstStyle/>
          <a:p>
            <a:pPr marL="0" marR="0" lvl="0" indent="0" algn="ctr" defTabSz="914400" rtl="0" eaLnBrk="1" fontAlgn="auto" latinLnBrk="0" hangingPunct="1">
              <a:lnSpc>
                <a:spcPts val="7185"/>
              </a:lnSpc>
              <a:spcBef>
                <a:spcPts val="0"/>
              </a:spcBef>
              <a:spcAft>
                <a:spcPts val="0"/>
              </a:spcAft>
              <a:buClrTx/>
              <a:buSzTx/>
              <a:buFontTx/>
              <a:buNone/>
              <a:tabLst/>
              <a:defRPr/>
            </a:pPr>
            <a:r>
              <a:rPr kumimoji="0" lang="en-US" sz="6000" b="1" i="0" u="none" strike="noStrike" kern="1200" cap="none" spc="0" normalizeH="0" baseline="0" noProof="0">
                <a:ln>
                  <a:noFill/>
                </a:ln>
                <a:solidFill>
                  <a:srgbClr val="C0504D"/>
                </a:solidFill>
                <a:effectLst/>
                <a:uLnTx/>
                <a:uFillTx/>
                <a:latin typeface="American Typewriter" panose="02090604020004020304" pitchFamily="18" charset="77"/>
                <a:ea typeface="Peace Sans"/>
                <a:cs typeface="Peace Sans"/>
                <a:sym typeface="Peace Sans"/>
              </a:rPr>
              <a:t>CHỦ ĐIỂM 02</a:t>
            </a:r>
            <a:endParaRPr kumimoji="0" lang="en-US" sz="4800" b="0" i="0" u="none" strike="noStrike" kern="1200" cap="none" spc="0" normalizeH="0" baseline="0" noProof="0">
              <a:ln>
                <a:noFill/>
              </a:ln>
              <a:solidFill>
                <a:srgbClr val="C0504D"/>
              </a:solidFill>
              <a:effectLst/>
              <a:uLnTx/>
              <a:uFillTx/>
              <a:latin typeface="Frutiger Condensed"/>
              <a:ea typeface="Frutiger Condensed"/>
              <a:cs typeface="Frutiger Condensed"/>
              <a:sym typeface="Frutiger Condensed"/>
            </a:endParaRPr>
          </a:p>
        </p:txBody>
      </p:sp>
      <p:sp>
        <p:nvSpPr>
          <p:cNvPr id="10" name="TextBox 9">
            <a:extLst>
              <a:ext uri="{FF2B5EF4-FFF2-40B4-BE49-F238E27FC236}">
                <a16:creationId xmlns:a16="http://schemas.microsoft.com/office/drawing/2014/main" id="{0C06AFD7-7BE6-2529-3A3A-0A8344A448A2}"/>
              </a:ext>
            </a:extLst>
          </p:cNvPr>
          <p:cNvSpPr txBox="1"/>
          <p:nvPr/>
        </p:nvSpPr>
        <p:spPr>
          <a:xfrm>
            <a:off x="5378273" y="7276285"/>
            <a:ext cx="7925458" cy="923330"/>
          </a:xfrm>
          <a:prstGeom prst="rect">
            <a:avLst/>
          </a:prstGeom>
        </p:spPr>
        <p:txBody>
          <a:bodyPr lIns="0" tIns="0" rIns="0" bIns="0" rtlCol="0" anchor="t">
            <a:spAutoFit/>
          </a:bodyPr>
          <a:lstStyle/>
          <a:p>
            <a:pPr marL="0" marR="0" lvl="0" indent="0" algn="ctr" defTabSz="914400" rtl="0" eaLnBrk="1" fontAlgn="auto" latinLnBrk="0" hangingPunct="1">
              <a:lnSpc>
                <a:spcPts val="7185"/>
              </a:lnSpc>
              <a:spcBef>
                <a:spcPts val="0"/>
              </a:spcBef>
              <a:spcAft>
                <a:spcPts val="0"/>
              </a:spcAft>
              <a:buClrTx/>
              <a:buSzTx/>
              <a:buFontTx/>
              <a:buNone/>
              <a:tabLst/>
              <a:defRPr/>
            </a:pPr>
            <a:r>
              <a:rPr kumimoji="0" lang="en-US" sz="6000" b="1" i="0" u="none" strike="noStrike" kern="1200" cap="none" spc="0" normalizeH="0" baseline="0" noProof="0">
                <a:ln>
                  <a:noFill/>
                </a:ln>
                <a:solidFill>
                  <a:srgbClr val="C0504D"/>
                </a:solidFill>
                <a:effectLst/>
                <a:uLnTx/>
                <a:uFillTx/>
                <a:latin typeface="American Typewriter" panose="02090604020004020304" pitchFamily="18" charset="77"/>
                <a:ea typeface="Frutiger Condensed"/>
                <a:cs typeface="Frutiger Condensed"/>
                <a:sym typeface="Peace Sans"/>
              </a:rPr>
              <a:t>VSTEP WRITING</a:t>
            </a:r>
            <a:endParaRPr kumimoji="0" lang="en-US" sz="4800" b="0" i="0" u="none" strike="noStrike" kern="1200" cap="none" spc="0" normalizeH="0" baseline="0" noProof="0">
              <a:ln>
                <a:noFill/>
              </a:ln>
              <a:solidFill>
                <a:srgbClr val="C0504D"/>
              </a:solidFill>
              <a:effectLst/>
              <a:uLnTx/>
              <a:uFillTx/>
              <a:latin typeface="Frutiger Condensed"/>
              <a:ea typeface="Frutiger Condensed"/>
              <a:cs typeface="Frutiger Condensed"/>
              <a:sym typeface="Frutiger Condensed"/>
            </a:endParaRPr>
          </a:p>
        </p:txBody>
      </p:sp>
    </p:spTree>
    <p:extLst>
      <p:ext uri="{BB962C8B-B14F-4D97-AF65-F5344CB8AC3E}">
        <p14:creationId xmlns:p14="http://schemas.microsoft.com/office/powerpoint/2010/main" val="419722047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CF9F2-C13C-C849-7D93-9365FAFE56D7}"/>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1CDF181F-6377-557C-7623-56B5D024423A}"/>
              </a:ext>
            </a:extLst>
          </p:cNvPr>
          <p:cNvSpPr/>
          <p:nvPr/>
        </p:nvSpPr>
        <p:spPr>
          <a:xfrm>
            <a:off x="13106400" y="2514995"/>
            <a:ext cx="6848327" cy="6926191"/>
          </a:xfrm>
          <a:custGeom>
            <a:avLst/>
            <a:gdLst/>
            <a:ahLst/>
            <a:cxnLst/>
            <a:rect l="l" t="t" r="r" b="b"/>
            <a:pathLst>
              <a:path w="6848327" h="6926191">
                <a:moveTo>
                  <a:pt x="0" y="0"/>
                </a:moveTo>
                <a:lnTo>
                  <a:pt x="6848327" y="0"/>
                </a:lnTo>
                <a:lnTo>
                  <a:pt x="6848327" y="6926192"/>
                </a:lnTo>
                <a:lnTo>
                  <a:pt x="0" y="6926192"/>
                </a:lnTo>
                <a:lnTo>
                  <a:pt x="0" y="0"/>
                </a:lnTo>
                <a:close/>
              </a:path>
            </a:pathLst>
          </a:custGeom>
          <a:blipFill>
            <a:blip r:embed="rId2"/>
            <a:stretch>
              <a:fillRect l="-1079" r="-107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Freeform 6">
            <a:extLst>
              <a:ext uri="{FF2B5EF4-FFF2-40B4-BE49-F238E27FC236}">
                <a16:creationId xmlns:a16="http://schemas.microsoft.com/office/drawing/2014/main" id="{E3F237E7-A3ED-78DE-5A01-38FA5B3FA1F9}"/>
              </a:ext>
            </a:extLst>
          </p:cNvPr>
          <p:cNvSpPr/>
          <p:nvPr/>
        </p:nvSpPr>
        <p:spPr>
          <a:xfrm>
            <a:off x="16391451" y="-1599805"/>
            <a:ext cx="1735697" cy="4114800"/>
          </a:xfrm>
          <a:custGeom>
            <a:avLst/>
            <a:gdLst/>
            <a:ahLst/>
            <a:cxnLst/>
            <a:rect l="l" t="t" r="r" b="b"/>
            <a:pathLst>
              <a:path w="1735697" h="4114800">
                <a:moveTo>
                  <a:pt x="0" y="0"/>
                </a:moveTo>
                <a:lnTo>
                  <a:pt x="1735698" y="0"/>
                </a:lnTo>
                <a:lnTo>
                  <a:pt x="1735698"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Box 9">
            <a:extLst>
              <a:ext uri="{FF2B5EF4-FFF2-40B4-BE49-F238E27FC236}">
                <a16:creationId xmlns:a16="http://schemas.microsoft.com/office/drawing/2014/main" id="{DB4F64C0-DEC4-757F-6D2C-C4CFD6F83B15}"/>
              </a:ext>
            </a:extLst>
          </p:cNvPr>
          <p:cNvSpPr txBox="1"/>
          <p:nvPr/>
        </p:nvSpPr>
        <p:spPr>
          <a:xfrm>
            <a:off x="533400" y="714755"/>
            <a:ext cx="13487400" cy="8857489"/>
          </a:xfrm>
          <a:prstGeom prst="rect">
            <a:avLst/>
          </a:prstGeom>
        </p:spPr>
        <p:txBody>
          <a:bodyPr wrap="square" lIns="0" tIns="0" rIns="0" bIns="0" rtlCol="0" anchor="t">
            <a:spAutoFit/>
          </a:bodyPr>
          <a:lstStyle/>
          <a:p>
            <a:pPr marL="0" marR="0" lvl="0" indent="0" algn="just" defTabSz="914400" rtl="0" eaLnBrk="1" fontAlgn="auto" latinLnBrk="0" hangingPunct="1">
              <a:lnSpc>
                <a:spcPct val="150000"/>
              </a:lnSpc>
              <a:spcBef>
                <a:spcPts val="600"/>
              </a:spcBef>
              <a:spcAft>
                <a:spcPts val="600"/>
              </a:spcAft>
              <a:buClrTx/>
              <a:buSzTx/>
              <a:buFontTx/>
              <a:buNone/>
              <a:tabLst/>
              <a:defRPr/>
            </a:pPr>
            <a:r>
              <a:rPr lang="en-US" sz="5000" b="1" kern="100" noProof="0">
                <a:solidFill>
                  <a:srgbClr val="C0504D"/>
                </a:solidFill>
                <a:latin typeface="American Typewriter" panose="02090604020004020304" pitchFamily="18" charset="77"/>
                <a:ea typeface="Calibri" panose="020F0502020204030204" pitchFamily="34" charset="0"/>
                <a:cs typeface="Times New Roman" panose="02020603050405020304" pitchFamily="18" charset="0"/>
              </a:rPr>
              <a:t>A</a:t>
            </a:r>
            <a:r>
              <a:rPr kumimoji="0" lang="hy-AM" sz="5000" b="1" i="0" u="none" strike="noStrike" kern="100" cap="none" spc="0" normalizeH="0" baseline="0" noProof="0">
                <a:ln>
                  <a:noFill/>
                </a:ln>
                <a:solidFill>
                  <a:srgbClr val="C0504D"/>
                </a:solidFill>
                <a:effectLst/>
                <a:uLnTx/>
                <a:uFillTx/>
                <a:latin typeface="American Typewriter" panose="02090604020004020304" pitchFamily="18" charset="77"/>
                <a:ea typeface="Calibri" panose="020F0502020204030204" pitchFamily="34" charset="0"/>
                <a:cs typeface="Times New Roman" panose="02020603050405020304" pitchFamily="18" charset="0"/>
              </a:rPr>
              <a:t>. </a:t>
            </a:r>
            <a:r>
              <a:rPr kumimoji="0" lang="en-US" sz="5000" b="1" i="0" u="none" strike="noStrike" kern="100" cap="none" spc="0" normalizeH="0" baseline="0" noProof="0">
                <a:ln>
                  <a:noFill/>
                </a:ln>
                <a:solidFill>
                  <a:srgbClr val="C0504D"/>
                </a:solidFill>
                <a:effectLst/>
                <a:uLnTx/>
                <a:uFillTx/>
                <a:latin typeface="American Typewriter" panose="02090604020004020304" pitchFamily="18" charset="77"/>
                <a:ea typeface="Calibri" panose="020F0502020204030204" pitchFamily="34" charset="0"/>
                <a:cs typeface="Times New Roman" panose="02020603050405020304" pitchFamily="18" charset="0"/>
              </a:rPr>
              <a:t>GIỚI TỪ</a:t>
            </a:r>
            <a:endParaRPr kumimoji="0" lang="en-VN" sz="5000" b="0" i="0" u="none" strike="noStrike" kern="100" cap="none" spc="0" normalizeH="0" baseline="0" noProof="0">
              <a:ln>
                <a:noFill/>
              </a:ln>
              <a:solidFill>
                <a:srgbClr val="C0504D"/>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Bef>
                <a:spcPts val="600"/>
              </a:spcBef>
              <a:spcAft>
                <a:spcPts val="600"/>
              </a:spcAft>
            </a:pPr>
            <a:r>
              <a:rPr lang="vi-VN" sz="4000" b="1">
                <a:latin typeface="American Typewriter" panose="02090604020004020304" pitchFamily="18" charset="77"/>
              </a:rPr>
              <a:t>Giới từ (prepositions)</a:t>
            </a:r>
            <a:r>
              <a:rPr lang="vi-VN" sz="4000">
                <a:latin typeface="American Typewriter" panose="02090604020004020304" pitchFamily="18" charset="77"/>
              </a:rPr>
              <a:t> là những từ đứng trước danh từ, cụm danh từ hoặc đại từ, dùng để diễn tả mối quan hệ giữa các thành phần trong câu về thời gian, nơi chốn, nguyên nhân, mục đích hoặc cách thức:</a:t>
            </a:r>
          </a:p>
          <a:p>
            <a:pPr marL="571500" indent="-571500" algn="just">
              <a:lnSpc>
                <a:spcPct val="150000"/>
              </a:lnSpc>
              <a:spcBef>
                <a:spcPts val="600"/>
              </a:spcBef>
              <a:spcAft>
                <a:spcPts val="600"/>
              </a:spcAft>
              <a:buFont typeface="Wingdings" pitchFamily="2" charset="2"/>
              <a:buChar char="§"/>
            </a:pPr>
            <a:r>
              <a:rPr lang="vi-VN" sz="3600" b="1">
                <a:latin typeface="American Typewriter" panose="02090604020004020304" pitchFamily="18" charset="77"/>
              </a:rPr>
              <a:t>Thời gian</a:t>
            </a:r>
            <a:r>
              <a:rPr lang="vi-VN" sz="3600">
                <a:latin typeface="American Typewriter" panose="02090604020004020304" pitchFamily="18" charset="77"/>
              </a:rPr>
              <a:t> (khi nào?): </a:t>
            </a:r>
            <a:r>
              <a:rPr lang="vi-VN" sz="3600" i="1">
                <a:latin typeface="American Typewriter" panose="02090604020004020304" pitchFamily="18" charset="77"/>
              </a:rPr>
              <a:t>in 2022, before lunch, …</a:t>
            </a:r>
            <a:endParaRPr lang="vi-VN" sz="3600">
              <a:latin typeface="American Typewriter" panose="02090604020004020304" pitchFamily="18" charset="77"/>
            </a:endParaRPr>
          </a:p>
          <a:p>
            <a:pPr marL="571500" indent="-571500" algn="just">
              <a:lnSpc>
                <a:spcPct val="150000"/>
              </a:lnSpc>
              <a:spcBef>
                <a:spcPts val="600"/>
              </a:spcBef>
              <a:spcAft>
                <a:spcPts val="600"/>
              </a:spcAft>
              <a:buFont typeface="Wingdings" pitchFamily="2" charset="2"/>
              <a:buChar char="§"/>
            </a:pPr>
            <a:r>
              <a:rPr lang="vi-VN" sz="3600" b="1">
                <a:latin typeface="American Typewriter" panose="02090604020004020304" pitchFamily="18" charset="77"/>
              </a:rPr>
              <a:t>Vị trí/nơi chốn</a:t>
            </a:r>
            <a:r>
              <a:rPr lang="vi-VN" sz="3600">
                <a:latin typeface="American Typewriter" panose="02090604020004020304" pitchFamily="18" charset="77"/>
              </a:rPr>
              <a:t> (ở đâu?): </a:t>
            </a:r>
            <a:r>
              <a:rPr lang="vi-VN" sz="3600" i="1">
                <a:latin typeface="American Typewriter" panose="02090604020004020304" pitchFamily="18" charset="77"/>
              </a:rPr>
              <a:t>at home, in the city, …</a:t>
            </a:r>
            <a:endParaRPr lang="vi-VN" sz="3600">
              <a:latin typeface="American Typewriter" panose="02090604020004020304" pitchFamily="18" charset="77"/>
            </a:endParaRPr>
          </a:p>
          <a:p>
            <a:pPr marL="571500" indent="-571500" algn="just">
              <a:lnSpc>
                <a:spcPct val="150000"/>
              </a:lnSpc>
              <a:spcBef>
                <a:spcPts val="600"/>
              </a:spcBef>
              <a:spcAft>
                <a:spcPts val="600"/>
              </a:spcAft>
              <a:buFont typeface="Wingdings" pitchFamily="2" charset="2"/>
              <a:buChar char="§"/>
            </a:pPr>
            <a:r>
              <a:rPr lang="vi-VN" sz="3600" b="1">
                <a:latin typeface="American Typewriter" panose="02090604020004020304" pitchFamily="18" charset="77"/>
              </a:rPr>
              <a:t>Lý do, mục đích</a:t>
            </a:r>
            <a:r>
              <a:rPr lang="vi-VN" sz="3600">
                <a:latin typeface="American Typewriter" panose="02090604020004020304" pitchFamily="18" charset="77"/>
              </a:rPr>
              <a:t>: </a:t>
            </a:r>
            <a:r>
              <a:rPr lang="vi-VN" sz="3600" i="1">
                <a:latin typeface="American Typewriter" panose="02090604020004020304" pitchFamily="18" charset="77"/>
              </a:rPr>
              <a:t>because of the rain, due to stress...</a:t>
            </a:r>
            <a:endParaRPr lang="vi-VN" sz="3600">
              <a:latin typeface="American Typewriter" panose="02090604020004020304" pitchFamily="18" charset="77"/>
            </a:endParaRPr>
          </a:p>
          <a:p>
            <a:pPr marL="571500" indent="-571500" algn="just">
              <a:lnSpc>
                <a:spcPct val="150000"/>
              </a:lnSpc>
              <a:spcBef>
                <a:spcPts val="600"/>
              </a:spcBef>
              <a:spcAft>
                <a:spcPts val="600"/>
              </a:spcAft>
              <a:buFont typeface="Wingdings" pitchFamily="2" charset="2"/>
              <a:buChar char="§"/>
            </a:pPr>
            <a:r>
              <a:rPr lang="vi-VN" sz="3600" b="1">
                <a:latin typeface="American Typewriter" panose="02090604020004020304" pitchFamily="18" charset="77"/>
              </a:rPr>
              <a:t>Cách thức/phương tiện</a:t>
            </a:r>
            <a:r>
              <a:rPr lang="vi-VN" sz="3600">
                <a:latin typeface="American Typewriter" panose="02090604020004020304" pitchFamily="18" charset="77"/>
              </a:rPr>
              <a:t>: </a:t>
            </a:r>
            <a:r>
              <a:rPr lang="vi-VN" sz="3600" i="1">
                <a:latin typeface="American Typewriter" panose="02090604020004020304" pitchFamily="18" charset="77"/>
              </a:rPr>
              <a:t>by car, with a pen...</a:t>
            </a:r>
            <a:endParaRPr lang="vi-VN" sz="3600">
              <a:latin typeface="American Typewriter" panose="02090604020004020304" pitchFamily="18" charset="77"/>
            </a:endParaRPr>
          </a:p>
        </p:txBody>
      </p:sp>
    </p:spTree>
    <p:extLst>
      <p:ext uri="{BB962C8B-B14F-4D97-AF65-F5344CB8AC3E}">
        <p14:creationId xmlns:p14="http://schemas.microsoft.com/office/powerpoint/2010/main" val="656646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p:tgtEl>
                                          <p:spTgt spid="9">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2D67A-F9AA-12C6-2F41-51C2AE12028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9C711FE-E925-FA71-EE43-E022FF91DC0F}"/>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endParaRPr lang="en-VN"/>
          </a:p>
        </p:txBody>
      </p:sp>
      <p:sp>
        <p:nvSpPr>
          <p:cNvPr id="3" name="Freeform 3">
            <a:extLst>
              <a:ext uri="{FF2B5EF4-FFF2-40B4-BE49-F238E27FC236}">
                <a16:creationId xmlns:a16="http://schemas.microsoft.com/office/drawing/2014/main" id="{C924735E-A012-D060-FDCF-D31234D15FEE}"/>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endParaRPr lang="en-VN"/>
          </a:p>
        </p:txBody>
      </p:sp>
      <p:sp>
        <p:nvSpPr>
          <p:cNvPr id="4" name="Freeform 4">
            <a:extLst>
              <a:ext uri="{FF2B5EF4-FFF2-40B4-BE49-F238E27FC236}">
                <a16:creationId xmlns:a16="http://schemas.microsoft.com/office/drawing/2014/main" id="{D40BB76A-51EE-3C5B-E9CC-76EDC260D26F}"/>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endParaRPr lang="en-VN"/>
          </a:p>
        </p:txBody>
      </p:sp>
      <p:grpSp>
        <p:nvGrpSpPr>
          <p:cNvPr id="5" name="Group 5">
            <a:extLst>
              <a:ext uri="{FF2B5EF4-FFF2-40B4-BE49-F238E27FC236}">
                <a16:creationId xmlns:a16="http://schemas.microsoft.com/office/drawing/2014/main" id="{6085F7C1-B86F-243E-19B9-620031EC5F76}"/>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3B7F8D42-9D64-2ADE-4291-EB309E417A00}"/>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endParaRPr lang="en-VN"/>
            </a:p>
          </p:txBody>
        </p:sp>
        <p:sp>
          <p:nvSpPr>
            <p:cNvPr id="7" name="TextBox 7">
              <a:extLst>
                <a:ext uri="{FF2B5EF4-FFF2-40B4-BE49-F238E27FC236}">
                  <a16:creationId xmlns:a16="http://schemas.microsoft.com/office/drawing/2014/main" id="{2EF0D93E-45A4-E141-0475-3B84F69C1FFE}"/>
                </a:ext>
              </a:extLst>
            </p:cNvPr>
            <p:cNvSpPr txBox="1"/>
            <p:nvPr/>
          </p:nvSpPr>
          <p:spPr>
            <a:xfrm>
              <a:off x="0" y="-47625"/>
              <a:ext cx="5454346" cy="2751565"/>
            </a:xfrm>
            <a:prstGeom prst="rect">
              <a:avLst/>
            </a:prstGeom>
          </p:spPr>
          <p:txBody>
            <a:bodyPr lIns="49849" tIns="49849" rIns="49849" bIns="49849" rtlCol="0" anchor="ctr"/>
            <a:lstStyle/>
            <a:p>
              <a:pPr algn="ctr">
                <a:lnSpc>
                  <a:spcPts val="2659"/>
                </a:lnSpc>
              </a:pPr>
              <a:endParaRPr/>
            </a:p>
          </p:txBody>
        </p:sp>
      </p:grpSp>
      <p:grpSp>
        <p:nvGrpSpPr>
          <p:cNvPr id="8" name="Group 8">
            <a:extLst>
              <a:ext uri="{FF2B5EF4-FFF2-40B4-BE49-F238E27FC236}">
                <a16:creationId xmlns:a16="http://schemas.microsoft.com/office/drawing/2014/main" id="{E1903A75-1A35-54E9-102E-22D2A0A28852}"/>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8B50A69F-75D7-0DE2-FF46-16C5CE6E7A53}"/>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endParaRPr lang="en-VN"/>
            </a:p>
          </p:txBody>
        </p:sp>
        <p:sp>
          <p:nvSpPr>
            <p:cNvPr id="10" name="TextBox 10">
              <a:extLst>
                <a:ext uri="{FF2B5EF4-FFF2-40B4-BE49-F238E27FC236}">
                  <a16:creationId xmlns:a16="http://schemas.microsoft.com/office/drawing/2014/main" id="{AE525392-209B-68D9-516E-AC1A91D08C02}"/>
                </a:ext>
              </a:extLst>
            </p:cNvPr>
            <p:cNvSpPr txBox="1"/>
            <p:nvPr/>
          </p:nvSpPr>
          <p:spPr>
            <a:xfrm>
              <a:off x="0" y="-47625"/>
              <a:ext cx="5429786" cy="2704410"/>
            </a:xfrm>
            <a:prstGeom prst="rect">
              <a:avLst/>
            </a:prstGeom>
          </p:spPr>
          <p:txBody>
            <a:bodyPr lIns="49849" tIns="49849" rIns="49849" bIns="49849" rtlCol="0" anchor="ctr"/>
            <a:lstStyle/>
            <a:p>
              <a:pPr algn="ctr">
                <a:lnSpc>
                  <a:spcPts val="2659"/>
                </a:lnSpc>
              </a:pPr>
              <a:endParaRPr/>
            </a:p>
          </p:txBody>
        </p:sp>
      </p:grpSp>
      <p:grpSp>
        <p:nvGrpSpPr>
          <p:cNvPr id="11" name="Group 11">
            <a:extLst>
              <a:ext uri="{FF2B5EF4-FFF2-40B4-BE49-F238E27FC236}">
                <a16:creationId xmlns:a16="http://schemas.microsoft.com/office/drawing/2014/main" id="{8D9A396D-4BD2-24A7-5F60-879B271F7730}"/>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1292F5DA-D83D-A61A-A092-38D71A0DD431}"/>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endParaRPr lang="en-VN"/>
            </a:p>
          </p:txBody>
        </p:sp>
        <p:sp>
          <p:nvSpPr>
            <p:cNvPr id="13" name="TextBox 13">
              <a:extLst>
                <a:ext uri="{FF2B5EF4-FFF2-40B4-BE49-F238E27FC236}">
                  <a16:creationId xmlns:a16="http://schemas.microsoft.com/office/drawing/2014/main" id="{817162EB-8686-514B-3DCC-5727DA74E897}"/>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4" name="Group 14">
            <a:extLst>
              <a:ext uri="{FF2B5EF4-FFF2-40B4-BE49-F238E27FC236}">
                <a16:creationId xmlns:a16="http://schemas.microsoft.com/office/drawing/2014/main" id="{08006B0A-6AA8-F27F-98FA-CADAFFA8B502}"/>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25E1F3D3-8569-1BF3-B3EC-9EA94D9601F7}"/>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endParaRPr lang="en-VN"/>
            </a:p>
          </p:txBody>
        </p:sp>
        <p:sp>
          <p:nvSpPr>
            <p:cNvPr id="16" name="TextBox 16">
              <a:extLst>
                <a:ext uri="{FF2B5EF4-FFF2-40B4-BE49-F238E27FC236}">
                  <a16:creationId xmlns:a16="http://schemas.microsoft.com/office/drawing/2014/main" id="{8074502A-D4CA-D963-3F2D-09BEDF5B1BD9}"/>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7" name="Group 17">
            <a:extLst>
              <a:ext uri="{FF2B5EF4-FFF2-40B4-BE49-F238E27FC236}">
                <a16:creationId xmlns:a16="http://schemas.microsoft.com/office/drawing/2014/main" id="{D5AE2026-3167-DAFD-A956-AC9BC7C8E21B}"/>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A3B6A451-4AB7-64A9-5F87-EEC8348F036E}"/>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endParaRPr lang="en-VN"/>
            </a:p>
          </p:txBody>
        </p:sp>
        <p:sp>
          <p:nvSpPr>
            <p:cNvPr id="19" name="TextBox 19">
              <a:extLst>
                <a:ext uri="{FF2B5EF4-FFF2-40B4-BE49-F238E27FC236}">
                  <a16:creationId xmlns:a16="http://schemas.microsoft.com/office/drawing/2014/main" id="{0CDD650D-92F2-C48A-255E-26F612336A90}"/>
                </a:ext>
              </a:extLst>
            </p:cNvPr>
            <p:cNvSpPr txBox="1"/>
            <p:nvPr/>
          </p:nvSpPr>
          <p:spPr>
            <a:xfrm>
              <a:off x="0" y="-47625"/>
              <a:ext cx="3961731" cy="2448417"/>
            </a:xfrm>
            <a:prstGeom prst="rect">
              <a:avLst/>
            </a:prstGeom>
          </p:spPr>
          <p:txBody>
            <a:bodyPr lIns="49849" tIns="49849" rIns="49849" bIns="49849" rtlCol="0" anchor="ctr"/>
            <a:lstStyle/>
            <a:p>
              <a:pPr algn="ctr">
                <a:lnSpc>
                  <a:spcPts val="2659"/>
                </a:lnSpc>
              </a:pPr>
              <a:endParaRPr/>
            </a:p>
          </p:txBody>
        </p:sp>
      </p:grpSp>
      <p:sp>
        <p:nvSpPr>
          <p:cNvPr id="34" name="Freeform 34">
            <a:extLst>
              <a:ext uri="{FF2B5EF4-FFF2-40B4-BE49-F238E27FC236}">
                <a16:creationId xmlns:a16="http://schemas.microsoft.com/office/drawing/2014/main" id="{1F0E4631-73EA-85F6-FEDD-4A3302D467F8}"/>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endParaRPr lang="en-VN"/>
          </a:p>
        </p:txBody>
      </p:sp>
      <p:grpSp>
        <p:nvGrpSpPr>
          <p:cNvPr id="35" name="Group 35">
            <a:extLst>
              <a:ext uri="{FF2B5EF4-FFF2-40B4-BE49-F238E27FC236}">
                <a16:creationId xmlns:a16="http://schemas.microsoft.com/office/drawing/2014/main" id="{3800BAFA-A2C2-F2F1-AACB-9DFB623BA503}"/>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E7F8543F-3DA4-B9FC-C1DE-18796DE32994}"/>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A78E8AB4-7EA2-603F-CB76-BFDEE41F0A8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38" name="TextBox 38">
                <a:extLst>
                  <a:ext uri="{FF2B5EF4-FFF2-40B4-BE49-F238E27FC236}">
                    <a16:creationId xmlns:a16="http://schemas.microsoft.com/office/drawing/2014/main" id="{C6B69C62-264A-8BD1-D3BD-8B1ED868A953}"/>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4049332C-4170-6D7C-0A28-B1D34C50CAA6}"/>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FB826E37-786A-8162-6589-2D25BED3114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1" name="TextBox 41">
                <a:extLst>
                  <a:ext uri="{FF2B5EF4-FFF2-40B4-BE49-F238E27FC236}">
                    <a16:creationId xmlns:a16="http://schemas.microsoft.com/office/drawing/2014/main" id="{0E200EE2-4CDC-AA01-B622-99AF0B71A188}"/>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82D3A1DE-9340-2E9B-AE69-8578FB45B8CE}"/>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8CEABDB0-AFA1-3EFA-3351-999F67633D3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4" name="TextBox 44">
                <a:extLst>
                  <a:ext uri="{FF2B5EF4-FFF2-40B4-BE49-F238E27FC236}">
                    <a16:creationId xmlns:a16="http://schemas.microsoft.com/office/drawing/2014/main" id="{0D090622-F130-8510-6251-715AA37DD784}"/>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EF490EB5-DD34-203D-11C3-C29FFC587920}"/>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48EDC611-2F43-5118-BA60-7F0321E32B9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7" name="TextBox 47">
                <a:extLst>
                  <a:ext uri="{FF2B5EF4-FFF2-40B4-BE49-F238E27FC236}">
                    <a16:creationId xmlns:a16="http://schemas.microsoft.com/office/drawing/2014/main" id="{DC9FECE0-6A54-79C1-EA77-63AC34F35DD5}"/>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8" name="Group 48">
              <a:extLst>
                <a:ext uri="{FF2B5EF4-FFF2-40B4-BE49-F238E27FC236}">
                  <a16:creationId xmlns:a16="http://schemas.microsoft.com/office/drawing/2014/main" id="{B80A623B-92BF-33C9-1F05-023ADD530E35}"/>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9CAC6A92-CBE9-07EB-22CA-74D4B4C38A5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0" name="TextBox 50">
                <a:extLst>
                  <a:ext uri="{FF2B5EF4-FFF2-40B4-BE49-F238E27FC236}">
                    <a16:creationId xmlns:a16="http://schemas.microsoft.com/office/drawing/2014/main" id="{1B194535-A4E9-AA52-8FFF-31E988A8139C}"/>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51" name="Freeform 51">
            <a:extLst>
              <a:ext uri="{FF2B5EF4-FFF2-40B4-BE49-F238E27FC236}">
                <a16:creationId xmlns:a16="http://schemas.microsoft.com/office/drawing/2014/main" id="{A84B8B4E-6DA7-480E-FC6D-40C2A525C1D7}"/>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endParaRPr lang="en-VN"/>
          </a:p>
        </p:txBody>
      </p:sp>
      <p:grpSp>
        <p:nvGrpSpPr>
          <p:cNvPr id="52" name="Group 52">
            <a:extLst>
              <a:ext uri="{FF2B5EF4-FFF2-40B4-BE49-F238E27FC236}">
                <a16:creationId xmlns:a16="http://schemas.microsoft.com/office/drawing/2014/main" id="{44649B50-18C4-F567-5751-D884D7154A9A}"/>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CADDDC83-A6ED-116E-96F9-566141C84A1D}"/>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944FE224-A2CF-3C09-441E-1F8FBE3C5CB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5" name="TextBox 55">
                <a:extLst>
                  <a:ext uri="{FF2B5EF4-FFF2-40B4-BE49-F238E27FC236}">
                    <a16:creationId xmlns:a16="http://schemas.microsoft.com/office/drawing/2014/main" id="{7C63AACC-2B67-ADF5-E56F-A9CF3FDC2385}"/>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6" name="Group 56">
              <a:extLst>
                <a:ext uri="{FF2B5EF4-FFF2-40B4-BE49-F238E27FC236}">
                  <a16:creationId xmlns:a16="http://schemas.microsoft.com/office/drawing/2014/main" id="{31F9CC06-DF9A-E1B7-0F6C-3ECF745A4A4D}"/>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A4F4A431-BD85-7FB8-E694-6F0B1EA8397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8" name="TextBox 58">
                <a:extLst>
                  <a:ext uri="{FF2B5EF4-FFF2-40B4-BE49-F238E27FC236}">
                    <a16:creationId xmlns:a16="http://schemas.microsoft.com/office/drawing/2014/main" id="{74F2D7CE-08B2-51F1-0460-3D58C1403B1B}"/>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9" name="Group 59">
              <a:extLst>
                <a:ext uri="{FF2B5EF4-FFF2-40B4-BE49-F238E27FC236}">
                  <a16:creationId xmlns:a16="http://schemas.microsoft.com/office/drawing/2014/main" id="{131AA19C-F7D3-8667-0720-03D3873172D4}"/>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E5AEB773-083A-6D57-56BB-75C014827C9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1" name="TextBox 61">
                <a:extLst>
                  <a:ext uri="{FF2B5EF4-FFF2-40B4-BE49-F238E27FC236}">
                    <a16:creationId xmlns:a16="http://schemas.microsoft.com/office/drawing/2014/main" id="{D2D71CD7-A623-8C57-E612-C8F1BA1EC6E6}"/>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2" name="Group 62">
              <a:extLst>
                <a:ext uri="{FF2B5EF4-FFF2-40B4-BE49-F238E27FC236}">
                  <a16:creationId xmlns:a16="http://schemas.microsoft.com/office/drawing/2014/main" id="{72FA4DDE-8229-226D-3983-45C27A59948C}"/>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90C54653-FD86-2CB7-2610-487C5F8484D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4" name="TextBox 64">
                <a:extLst>
                  <a:ext uri="{FF2B5EF4-FFF2-40B4-BE49-F238E27FC236}">
                    <a16:creationId xmlns:a16="http://schemas.microsoft.com/office/drawing/2014/main" id="{E4F41FCC-D7A8-B0DA-6EA2-D6776DEE804B}"/>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5" name="Group 65">
              <a:extLst>
                <a:ext uri="{FF2B5EF4-FFF2-40B4-BE49-F238E27FC236}">
                  <a16:creationId xmlns:a16="http://schemas.microsoft.com/office/drawing/2014/main" id="{8E2F6F2B-0D13-0824-796D-DAA310E2BA6F}"/>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5C273C4E-563D-CB13-32AC-DC72152ED41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7" name="TextBox 67">
                <a:extLst>
                  <a:ext uri="{FF2B5EF4-FFF2-40B4-BE49-F238E27FC236}">
                    <a16:creationId xmlns:a16="http://schemas.microsoft.com/office/drawing/2014/main" id="{D032E7D4-564F-C662-9E80-1C4C3CF78D05}"/>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grpSp>
        <p:nvGrpSpPr>
          <p:cNvPr id="68" name="Group 68">
            <a:extLst>
              <a:ext uri="{FF2B5EF4-FFF2-40B4-BE49-F238E27FC236}">
                <a16:creationId xmlns:a16="http://schemas.microsoft.com/office/drawing/2014/main" id="{81549892-84CA-BF57-06EB-A3660CF62908}"/>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AD776791-CB55-8630-3999-3AD68E96C441}"/>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ED46FA04-A946-5180-2356-C04895BAAC52}"/>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1" name="TextBox 71">
                <a:extLst>
                  <a:ext uri="{FF2B5EF4-FFF2-40B4-BE49-F238E27FC236}">
                    <a16:creationId xmlns:a16="http://schemas.microsoft.com/office/drawing/2014/main" id="{8E9FF739-4829-95A5-B7A3-9850996F6744}"/>
                  </a:ext>
                </a:extLst>
              </p:cNvPr>
              <p:cNvSpPr txBox="1"/>
              <p:nvPr/>
            </p:nvSpPr>
            <p:spPr>
              <a:xfrm>
                <a:off x="0" y="-47625"/>
                <a:ext cx="458420" cy="126378"/>
              </a:xfrm>
              <a:prstGeom prst="rect">
                <a:avLst/>
              </a:prstGeom>
            </p:spPr>
            <p:txBody>
              <a:bodyPr lIns="49849" tIns="49849" rIns="49849" bIns="49849" rtlCol="0" anchor="ctr"/>
              <a:lstStyle/>
              <a:p>
                <a:pPr algn="ctr">
                  <a:lnSpc>
                    <a:spcPts val="2659"/>
                  </a:lnSpc>
                </a:pPr>
                <a:endParaRPr/>
              </a:p>
            </p:txBody>
          </p:sp>
        </p:grpSp>
        <p:grpSp>
          <p:nvGrpSpPr>
            <p:cNvPr id="72" name="Group 72">
              <a:extLst>
                <a:ext uri="{FF2B5EF4-FFF2-40B4-BE49-F238E27FC236}">
                  <a16:creationId xmlns:a16="http://schemas.microsoft.com/office/drawing/2014/main" id="{D804CCC8-85CA-080A-574A-63FCA19158E1}"/>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5FBFA791-2010-3F0A-2C2B-FD48DEE22C12}"/>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4" name="TextBox 74">
                <a:extLst>
                  <a:ext uri="{FF2B5EF4-FFF2-40B4-BE49-F238E27FC236}">
                    <a16:creationId xmlns:a16="http://schemas.microsoft.com/office/drawing/2014/main" id="{E72B4CF4-B6CF-2B4E-5B97-4A821DABDC84}"/>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5" name="Group 75">
              <a:extLst>
                <a:ext uri="{FF2B5EF4-FFF2-40B4-BE49-F238E27FC236}">
                  <a16:creationId xmlns:a16="http://schemas.microsoft.com/office/drawing/2014/main" id="{1752D9D8-BAA0-B953-CD84-4778D60AEBC1}"/>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6D82BA00-FA6C-A301-8796-CC3E302D4F1D}"/>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7" name="TextBox 77">
                <a:extLst>
                  <a:ext uri="{FF2B5EF4-FFF2-40B4-BE49-F238E27FC236}">
                    <a16:creationId xmlns:a16="http://schemas.microsoft.com/office/drawing/2014/main" id="{AE71A472-525D-A6D7-69D5-70BF95136402}"/>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8" name="Group 78">
              <a:extLst>
                <a:ext uri="{FF2B5EF4-FFF2-40B4-BE49-F238E27FC236}">
                  <a16:creationId xmlns:a16="http://schemas.microsoft.com/office/drawing/2014/main" id="{4BF2778B-9717-C627-212A-B8C185E1B155}"/>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58E6319E-DC6E-FA01-8A02-A5A302945419}"/>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0" name="TextBox 80">
                <a:extLst>
                  <a:ext uri="{FF2B5EF4-FFF2-40B4-BE49-F238E27FC236}">
                    <a16:creationId xmlns:a16="http://schemas.microsoft.com/office/drawing/2014/main" id="{F6BEFC51-1A06-9BAB-F3A8-DFCEB4F1028E}"/>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81" name="Group 81">
              <a:extLst>
                <a:ext uri="{FF2B5EF4-FFF2-40B4-BE49-F238E27FC236}">
                  <a16:creationId xmlns:a16="http://schemas.microsoft.com/office/drawing/2014/main" id="{EA3C5420-1087-D4E9-7220-7063A15F3CED}"/>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FCB21DD0-1F89-4DEC-0139-9FF7294373E5}"/>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3" name="TextBox 83">
                <a:extLst>
                  <a:ext uri="{FF2B5EF4-FFF2-40B4-BE49-F238E27FC236}">
                    <a16:creationId xmlns:a16="http://schemas.microsoft.com/office/drawing/2014/main" id="{BCA0987D-9C40-E2ED-C207-125F6C62C5D8}"/>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sp>
        <p:nvSpPr>
          <p:cNvPr id="84" name="Freeform 84">
            <a:extLst>
              <a:ext uri="{FF2B5EF4-FFF2-40B4-BE49-F238E27FC236}">
                <a16:creationId xmlns:a16="http://schemas.microsoft.com/office/drawing/2014/main" id="{920BCEC9-A9AF-9DC1-98CA-894A625A1E67}"/>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98" name="TextBox 97">
            <a:extLst>
              <a:ext uri="{FF2B5EF4-FFF2-40B4-BE49-F238E27FC236}">
                <a16:creationId xmlns:a16="http://schemas.microsoft.com/office/drawing/2014/main" id="{08F3FB5B-6641-B90E-281B-21C8226A9890}"/>
              </a:ext>
            </a:extLst>
          </p:cNvPr>
          <p:cNvSpPr txBox="1"/>
          <p:nvPr/>
        </p:nvSpPr>
        <p:spPr>
          <a:xfrm>
            <a:off x="1927829" y="3347302"/>
            <a:ext cx="15211821" cy="3585084"/>
          </a:xfrm>
          <a:prstGeom prst="rect">
            <a:avLst/>
          </a:prstGeom>
          <a:noFill/>
        </p:spPr>
        <p:txBody>
          <a:bodyPr wrap="square">
            <a:spAutoFit/>
          </a:bodyPr>
          <a:lstStyle/>
          <a:p>
            <a:pPr marR="6985" algn="just">
              <a:lnSpc>
                <a:spcPct val="150000"/>
              </a:lnSpc>
            </a:pPr>
            <a:r>
              <a:rPr lang="en-US" sz="8000">
                <a:latin typeface="American Typewriter" panose="02090604020004020304" pitchFamily="18" charset="77"/>
              </a:rPr>
              <a:t>➡️ </a:t>
            </a:r>
            <a:r>
              <a:rPr lang="en-US" sz="8000" b="1">
                <a:latin typeface="American Typewriter" panose="02090604020004020304" pitchFamily="18" charset="77"/>
              </a:rPr>
              <a:t>Cấu trúc phổ biến:</a:t>
            </a:r>
            <a:endParaRPr lang="en-US" sz="8000">
              <a:latin typeface="American Typewriter" panose="02090604020004020304" pitchFamily="18" charset="77"/>
            </a:endParaRPr>
          </a:p>
          <a:p>
            <a:pPr marR="6985" algn="just">
              <a:lnSpc>
                <a:spcPct val="150000"/>
              </a:lnSpc>
            </a:pPr>
            <a:r>
              <a:rPr lang="en-US" sz="8000">
                <a:latin typeface="American Typewriter" panose="02090604020004020304" pitchFamily="18" charset="77"/>
              </a:rPr>
              <a:t>→ </a:t>
            </a:r>
            <a:r>
              <a:rPr lang="en-US" sz="8000">
                <a:solidFill>
                  <a:srgbClr val="FF0000"/>
                </a:solidFill>
                <a:latin typeface="American Typewriter" panose="02090604020004020304" pitchFamily="18" charset="77"/>
              </a:rPr>
              <a:t>giới từ </a:t>
            </a:r>
            <a:r>
              <a:rPr lang="en-US" sz="8000">
                <a:latin typeface="American Typewriter" panose="02090604020004020304" pitchFamily="18" charset="77"/>
              </a:rPr>
              <a:t>+ Noun / V</a:t>
            </a:r>
            <a:r>
              <a:rPr lang="en-US" sz="8000" baseline="-25000">
                <a:latin typeface="American Typewriter" panose="02090604020004020304" pitchFamily="18" charset="77"/>
              </a:rPr>
              <a:t>ing</a:t>
            </a:r>
          </a:p>
        </p:txBody>
      </p:sp>
    </p:spTree>
    <p:extLst>
      <p:ext uri="{BB962C8B-B14F-4D97-AF65-F5344CB8AC3E}">
        <p14:creationId xmlns:p14="http://schemas.microsoft.com/office/powerpoint/2010/main" val="2572014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BBD5D-B267-9864-547F-E01D25AB660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EB13689-F45D-417E-635D-93718E1F0E85}"/>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endParaRPr lang="en-VN"/>
          </a:p>
        </p:txBody>
      </p:sp>
      <p:sp>
        <p:nvSpPr>
          <p:cNvPr id="3" name="Freeform 3">
            <a:extLst>
              <a:ext uri="{FF2B5EF4-FFF2-40B4-BE49-F238E27FC236}">
                <a16:creationId xmlns:a16="http://schemas.microsoft.com/office/drawing/2014/main" id="{214C23F2-FB80-9DAA-D41C-ABDAFE74034E}"/>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endParaRPr lang="en-VN"/>
          </a:p>
        </p:txBody>
      </p:sp>
      <p:sp>
        <p:nvSpPr>
          <p:cNvPr id="4" name="Freeform 4">
            <a:extLst>
              <a:ext uri="{FF2B5EF4-FFF2-40B4-BE49-F238E27FC236}">
                <a16:creationId xmlns:a16="http://schemas.microsoft.com/office/drawing/2014/main" id="{4D38509A-AF4E-3192-51A3-DA9CF3BB94C6}"/>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endParaRPr lang="en-VN"/>
          </a:p>
        </p:txBody>
      </p:sp>
      <p:grpSp>
        <p:nvGrpSpPr>
          <p:cNvPr id="5" name="Group 5">
            <a:extLst>
              <a:ext uri="{FF2B5EF4-FFF2-40B4-BE49-F238E27FC236}">
                <a16:creationId xmlns:a16="http://schemas.microsoft.com/office/drawing/2014/main" id="{9D03A51B-1D06-CEC3-D94B-BD3171B0AC01}"/>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B01F9536-351B-DA74-BF88-C227C19FFC79}"/>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endParaRPr lang="en-VN"/>
            </a:p>
          </p:txBody>
        </p:sp>
        <p:sp>
          <p:nvSpPr>
            <p:cNvPr id="7" name="TextBox 7">
              <a:extLst>
                <a:ext uri="{FF2B5EF4-FFF2-40B4-BE49-F238E27FC236}">
                  <a16:creationId xmlns:a16="http://schemas.microsoft.com/office/drawing/2014/main" id="{7DA636C7-A88C-FB70-3118-C08BC72509C8}"/>
                </a:ext>
              </a:extLst>
            </p:cNvPr>
            <p:cNvSpPr txBox="1"/>
            <p:nvPr/>
          </p:nvSpPr>
          <p:spPr>
            <a:xfrm>
              <a:off x="0" y="-47625"/>
              <a:ext cx="5454346" cy="2751565"/>
            </a:xfrm>
            <a:prstGeom prst="rect">
              <a:avLst/>
            </a:prstGeom>
          </p:spPr>
          <p:txBody>
            <a:bodyPr lIns="49849" tIns="49849" rIns="49849" bIns="49849" rtlCol="0" anchor="ctr"/>
            <a:lstStyle/>
            <a:p>
              <a:pPr algn="ctr">
                <a:lnSpc>
                  <a:spcPts val="2659"/>
                </a:lnSpc>
              </a:pPr>
              <a:endParaRPr/>
            </a:p>
          </p:txBody>
        </p:sp>
      </p:grpSp>
      <p:grpSp>
        <p:nvGrpSpPr>
          <p:cNvPr id="8" name="Group 8">
            <a:extLst>
              <a:ext uri="{FF2B5EF4-FFF2-40B4-BE49-F238E27FC236}">
                <a16:creationId xmlns:a16="http://schemas.microsoft.com/office/drawing/2014/main" id="{D1CE88C6-D1F2-0ED6-D3C8-09B37F6B3309}"/>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9FF4CA07-23BE-4CB2-3572-EFAED2397CA3}"/>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endParaRPr lang="en-VN"/>
            </a:p>
          </p:txBody>
        </p:sp>
        <p:sp>
          <p:nvSpPr>
            <p:cNvPr id="10" name="TextBox 10">
              <a:extLst>
                <a:ext uri="{FF2B5EF4-FFF2-40B4-BE49-F238E27FC236}">
                  <a16:creationId xmlns:a16="http://schemas.microsoft.com/office/drawing/2014/main" id="{A65BE223-BB0A-7673-F66C-8449976C76FF}"/>
                </a:ext>
              </a:extLst>
            </p:cNvPr>
            <p:cNvSpPr txBox="1"/>
            <p:nvPr/>
          </p:nvSpPr>
          <p:spPr>
            <a:xfrm>
              <a:off x="0" y="-47625"/>
              <a:ext cx="5429786" cy="2704410"/>
            </a:xfrm>
            <a:prstGeom prst="rect">
              <a:avLst/>
            </a:prstGeom>
          </p:spPr>
          <p:txBody>
            <a:bodyPr lIns="49849" tIns="49849" rIns="49849" bIns="49849" rtlCol="0" anchor="ctr"/>
            <a:lstStyle/>
            <a:p>
              <a:pPr algn="ctr">
                <a:lnSpc>
                  <a:spcPts val="2659"/>
                </a:lnSpc>
              </a:pPr>
              <a:endParaRPr/>
            </a:p>
          </p:txBody>
        </p:sp>
      </p:grpSp>
      <p:grpSp>
        <p:nvGrpSpPr>
          <p:cNvPr id="11" name="Group 11">
            <a:extLst>
              <a:ext uri="{FF2B5EF4-FFF2-40B4-BE49-F238E27FC236}">
                <a16:creationId xmlns:a16="http://schemas.microsoft.com/office/drawing/2014/main" id="{13BF542A-C2A3-3D4A-ADDB-91776AD5382B}"/>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0D6EA730-C268-1877-B475-8785882FF057}"/>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endParaRPr lang="en-VN"/>
            </a:p>
          </p:txBody>
        </p:sp>
        <p:sp>
          <p:nvSpPr>
            <p:cNvPr id="13" name="TextBox 13">
              <a:extLst>
                <a:ext uri="{FF2B5EF4-FFF2-40B4-BE49-F238E27FC236}">
                  <a16:creationId xmlns:a16="http://schemas.microsoft.com/office/drawing/2014/main" id="{CEA2BD3D-975D-73EE-39A7-E5D7978C7FA1}"/>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4" name="Group 14">
            <a:extLst>
              <a:ext uri="{FF2B5EF4-FFF2-40B4-BE49-F238E27FC236}">
                <a16:creationId xmlns:a16="http://schemas.microsoft.com/office/drawing/2014/main" id="{2EAE5D19-5AAF-7503-3FF6-B144ABD3AADB}"/>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29EE0FE7-66D0-F5B8-3904-757C3D93DCC9}"/>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endParaRPr lang="en-VN"/>
            </a:p>
          </p:txBody>
        </p:sp>
        <p:sp>
          <p:nvSpPr>
            <p:cNvPr id="16" name="TextBox 16">
              <a:extLst>
                <a:ext uri="{FF2B5EF4-FFF2-40B4-BE49-F238E27FC236}">
                  <a16:creationId xmlns:a16="http://schemas.microsoft.com/office/drawing/2014/main" id="{4F812FCD-982C-3851-C741-098A7309DC34}"/>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7" name="Group 17">
            <a:extLst>
              <a:ext uri="{FF2B5EF4-FFF2-40B4-BE49-F238E27FC236}">
                <a16:creationId xmlns:a16="http://schemas.microsoft.com/office/drawing/2014/main" id="{B3DEBE7C-4D7C-3860-59F9-EC5478DD1B49}"/>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5838804D-2C92-F530-00E3-74E60709DC5B}"/>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endParaRPr lang="en-VN"/>
            </a:p>
          </p:txBody>
        </p:sp>
        <p:sp>
          <p:nvSpPr>
            <p:cNvPr id="19" name="TextBox 19">
              <a:extLst>
                <a:ext uri="{FF2B5EF4-FFF2-40B4-BE49-F238E27FC236}">
                  <a16:creationId xmlns:a16="http://schemas.microsoft.com/office/drawing/2014/main" id="{1692E0A1-1FC9-D7D8-D9B1-B01875195459}"/>
                </a:ext>
              </a:extLst>
            </p:cNvPr>
            <p:cNvSpPr txBox="1"/>
            <p:nvPr/>
          </p:nvSpPr>
          <p:spPr>
            <a:xfrm>
              <a:off x="0" y="-47625"/>
              <a:ext cx="3961731" cy="2448417"/>
            </a:xfrm>
            <a:prstGeom prst="rect">
              <a:avLst/>
            </a:prstGeom>
          </p:spPr>
          <p:txBody>
            <a:bodyPr lIns="49849" tIns="49849" rIns="49849" bIns="49849" rtlCol="0" anchor="ctr"/>
            <a:lstStyle/>
            <a:p>
              <a:pPr algn="ctr">
                <a:lnSpc>
                  <a:spcPts val="2659"/>
                </a:lnSpc>
              </a:pPr>
              <a:endParaRPr/>
            </a:p>
          </p:txBody>
        </p:sp>
      </p:grpSp>
      <p:sp>
        <p:nvSpPr>
          <p:cNvPr id="34" name="Freeform 34">
            <a:extLst>
              <a:ext uri="{FF2B5EF4-FFF2-40B4-BE49-F238E27FC236}">
                <a16:creationId xmlns:a16="http://schemas.microsoft.com/office/drawing/2014/main" id="{D3210D3B-0D90-A618-5F53-BD8D6F578AB4}"/>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endParaRPr lang="en-VN"/>
          </a:p>
        </p:txBody>
      </p:sp>
      <p:grpSp>
        <p:nvGrpSpPr>
          <p:cNvPr id="35" name="Group 35">
            <a:extLst>
              <a:ext uri="{FF2B5EF4-FFF2-40B4-BE49-F238E27FC236}">
                <a16:creationId xmlns:a16="http://schemas.microsoft.com/office/drawing/2014/main" id="{608CBA7A-41FD-3EDD-C32D-35C472BE46C8}"/>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8B5544C4-F367-97EA-DFED-0E5C5084E8F7}"/>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607A71E6-D8B8-3D6E-5CBA-B1369784487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38" name="TextBox 38">
                <a:extLst>
                  <a:ext uri="{FF2B5EF4-FFF2-40B4-BE49-F238E27FC236}">
                    <a16:creationId xmlns:a16="http://schemas.microsoft.com/office/drawing/2014/main" id="{33150F38-0A88-E85A-9B2F-42D7F0209AEB}"/>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87B57320-9D8D-B198-C39B-6466EB1355A7}"/>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6059C63C-E491-E019-AAAA-0BC791B701C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1" name="TextBox 41">
                <a:extLst>
                  <a:ext uri="{FF2B5EF4-FFF2-40B4-BE49-F238E27FC236}">
                    <a16:creationId xmlns:a16="http://schemas.microsoft.com/office/drawing/2014/main" id="{A8483EA1-BA21-0C99-9943-8599983DCA09}"/>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18DC559E-1D83-44E1-AA0A-5106ADA21623}"/>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70020BAC-03F6-87C5-509F-7EE393D7F5A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4" name="TextBox 44">
                <a:extLst>
                  <a:ext uri="{FF2B5EF4-FFF2-40B4-BE49-F238E27FC236}">
                    <a16:creationId xmlns:a16="http://schemas.microsoft.com/office/drawing/2014/main" id="{5622A3D6-F0D7-068B-7992-6F20B7B52960}"/>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151BDA34-AF3C-B3BD-E065-3994B2E83B37}"/>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E76C4712-82AE-E90D-0776-2F58EB4E85A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7" name="TextBox 47">
                <a:extLst>
                  <a:ext uri="{FF2B5EF4-FFF2-40B4-BE49-F238E27FC236}">
                    <a16:creationId xmlns:a16="http://schemas.microsoft.com/office/drawing/2014/main" id="{EF16FAAB-57D0-C91A-448A-2066C0DFBB2E}"/>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8" name="Group 48">
              <a:extLst>
                <a:ext uri="{FF2B5EF4-FFF2-40B4-BE49-F238E27FC236}">
                  <a16:creationId xmlns:a16="http://schemas.microsoft.com/office/drawing/2014/main" id="{43935F60-0AB9-FCC9-7907-BD881A37FF43}"/>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238769B5-8CC4-BE28-01C4-AF62F784DA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0" name="TextBox 50">
                <a:extLst>
                  <a:ext uri="{FF2B5EF4-FFF2-40B4-BE49-F238E27FC236}">
                    <a16:creationId xmlns:a16="http://schemas.microsoft.com/office/drawing/2014/main" id="{ECFF6DC0-982A-6520-10DB-4380D85C7760}"/>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51" name="Freeform 51">
            <a:extLst>
              <a:ext uri="{FF2B5EF4-FFF2-40B4-BE49-F238E27FC236}">
                <a16:creationId xmlns:a16="http://schemas.microsoft.com/office/drawing/2014/main" id="{875E8C27-3B7C-745C-545F-07D7D382EE4B}"/>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endParaRPr lang="en-VN"/>
          </a:p>
        </p:txBody>
      </p:sp>
      <p:grpSp>
        <p:nvGrpSpPr>
          <p:cNvPr id="52" name="Group 52">
            <a:extLst>
              <a:ext uri="{FF2B5EF4-FFF2-40B4-BE49-F238E27FC236}">
                <a16:creationId xmlns:a16="http://schemas.microsoft.com/office/drawing/2014/main" id="{64746EF1-191B-8942-3B12-C2B97EBE330B}"/>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CF63A27F-0698-D6C3-8CCE-A722DC17873E}"/>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A8B2E510-6E0F-B7CB-2EDE-F897EDBC6BB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5" name="TextBox 55">
                <a:extLst>
                  <a:ext uri="{FF2B5EF4-FFF2-40B4-BE49-F238E27FC236}">
                    <a16:creationId xmlns:a16="http://schemas.microsoft.com/office/drawing/2014/main" id="{FBFD7949-2F27-2FFA-4019-F1B03F6F1B82}"/>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6" name="Group 56">
              <a:extLst>
                <a:ext uri="{FF2B5EF4-FFF2-40B4-BE49-F238E27FC236}">
                  <a16:creationId xmlns:a16="http://schemas.microsoft.com/office/drawing/2014/main" id="{ADD5B71D-0B6D-A67A-CBCC-4395B109ADFD}"/>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3B6F8443-AC5C-42A5-F842-A128C5689C0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8" name="TextBox 58">
                <a:extLst>
                  <a:ext uri="{FF2B5EF4-FFF2-40B4-BE49-F238E27FC236}">
                    <a16:creationId xmlns:a16="http://schemas.microsoft.com/office/drawing/2014/main" id="{5AAB2B52-F09B-D82A-5331-5ACF8E0C9A84}"/>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9" name="Group 59">
              <a:extLst>
                <a:ext uri="{FF2B5EF4-FFF2-40B4-BE49-F238E27FC236}">
                  <a16:creationId xmlns:a16="http://schemas.microsoft.com/office/drawing/2014/main" id="{E3780B27-001D-55F3-4DA2-46CF40B6A80C}"/>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CB5C4042-0C72-60EA-4FD7-5DD33448B71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1" name="TextBox 61">
                <a:extLst>
                  <a:ext uri="{FF2B5EF4-FFF2-40B4-BE49-F238E27FC236}">
                    <a16:creationId xmlns:a16="http://schemas.microsoft.com/office/drawing/2014/main" id="{FD02AB45-4BAC-E314-C2E9-D2A65DB013C9}"/>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2" name="Group 62">
              <a:extLst>
                <a:ext uri="{FF2B5EF4-FFF2-40B4-BE49-F238E27FC236}">
                  <a16:creationId xmlns:a16="http://schemas.microsoft.com/office/drawing/2014/main" id="{2C95B776-5343-2464-1F02-B72110AAD01E}"/>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D2077F87-5858-690F-B7B6-C19AC1D07F9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4" name="TextBox 64">
                <a:extLst>
                  <a:ext uri="{FF2B5EF4-FFF2-40B4-BE49-F238E27FC236}">
                    <a16:creationId xmlns:a16="http://schemas.microsoft.com/office/drawing/2014/main" id="{10FC63F1-D23E-B5B2-553B-2975EE130BD4}"/>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5" name="Group 65">
              <a:extLst>
                <a:ext uri="{FF2B5EF4-FFF2-40B4-BE49-F238E27FC236}">
                  <a16:creationId xmlns:a16="http://schemas.microsoft.com/office/drawing/2014/main" id="{903B4F23-E694-303A-581A-0E3B01F44561}"/>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62E6E6F9-3807-6B06-AB54-EE709E0CA07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7" name="TextBox 67">
                <a:extLst>
                  <a:ext uri="{FF2B5EF4-FFF2-40B4-BE49-F238E27FC236}">
                    <a16:creationId xmlns:a16="http://schemas.microsoft.com/office/drawing/2014/main" id="{75361DF9-58C3-F726-7255-9C19DE24D3FD}"/>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grpSp>
        <p:nvGrpSpPr>
          <p:cNvPr id="68" name="Group 68">
            <a:extLst>
              <a:ext uri="{FF2B5EF4-FFF2-40B4-BE49-F238E27FC236}">
                <a16:creationId xmlns:a16="http://schemas.microsoft.com/office/drawing/2014/main" id="{5587FB14-9D03-FE30-330D-E095A94C126D}"/>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5A5B6AD7-9A35-86F6-351E-8A33FB4C8855}"/>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F1EC12C8-8709-9848-0433-9716D3C4111C}"/>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1" name="TextBox 71">
                <a:extLst>
                  <a:ext uri="{FF2B5EF4-FFF2-40B4-BE49-F238E27FC236}">
                    <a16:creationId xmlns:a16="http://schemas.microsoft.com/office/drawing/2014/main" id="{00904C30-68CF-4676-DE57-9A05C7286874}"/>
                  </a:ext>
                </a:extLst>
              </p:cNvPr>
              <p:cNvSpPr txBox="1"/>
              <p:nvPr/>
            </p:nvSpPr>
            <p:spPr>
              <a:xfrm>
                <a:off x="0" y="-47625"/>
                <a:ext cx="458420" cy="126378"/>
              </a:xfrm>
              <a:prstGeom prst="rect">
                <a:avLst/>
              </a:prstGeom>
            </p:spPr>
            <p:txBody>
              <a:bodyPr lIns="49849" tIns="49849" rIns="49849" bIns="49849" rtlCol="0" anchor="ctr"/>
              <a:lstStyle/>
              <a:p>
                <a:pPr algn="ctr">
                  <a:lnSpc>
                    <a:spcPts val="2659"/>
                  </a:lnSpc>
                </a:pPr>
                <a:endParaRPr/>
              </a:p>
            </p:txBody>
          </p:sp>
        </p:grpSp>
        <p:grpSp>
          <p:nvGrpSpPr>
            <p:cNvPr id="72" name="Group 72">
              <a:extLst>
                <a:ext uri="{FF2B5EF4-FFF2-40B4-BE49-F238E27FC236}">
                  <a16:creationId xmlns:a16="http://schemas.microsoft.com/office/drawing/2014/main" id="{DEE2C093-C420-FB4E-9E78-A92D07EDA465}"/>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07BBEFAE-B7D6-83A6-9DF7-192FEEC41AFB}"/>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4" name="TextBox 74">
                <a:extLst>
                  <a:ext uri="{FF2B5EF4-FFF2-40B4-BE49-F238E27FC236}">
                    <a16:creationId xmlns:a16="http://schemas.microsoft.com/office/drawing/2014/main" id="{0C61F6F2-FFED-B788-4DDA-EC257541DCEE}"/>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5" name="Group 75">
              <a:extLst>
                <a:ext uri="{FF2B5EF4-FFF2-40B4-BE49-F238E27FC236}">
                  <a16:creationId xmlns:a16="http://schemas.microsoft.com/office/drawing/2014/main" id="{222F0A38-CD99-D5BF-9E02-B90BD00F2E99}"/>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50B7DAFD-18C0-61C4-C2D9-22A599937149}"/>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7" name="TextBox 77">
                <a:extLst>
                  <a:ext uri="{FF2B5EF4-FFF2-40B4-BE49-F238E27FC236}">
                    <a16:creationId xmlns:a16="http://schemas.microsoft.com/office/drawing/2014/main" id="{CFFDC556-C4EC-CA64-8E6C-A123553CA521}"/>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8" name="Group 78">
              <a:extLst>
                <a:ext uri="{FF2B5EF4-FFF2-40B4-BE49-F238E27FC236}">
                  <a16:creationId xmlns:a16="http://schemas.microsoft.com/office/drawing/2014/main" id="{340A96EC-9008-98E0-257B-88E47B701006}"/>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D08BCC5F-8596-1A07-A936-32A3AD72E030}"/>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0" name="TextBox 80">
                <a:extLst>
                  <a:ext uri="{FF2B5EF4-FFF2-40B4-BE49-F238E27FC236}">
                    <a16:creationId xmlns:a16="http://schemas.microsoft.com/office/drawing/2014/main" id="{9CA3E24F-FDDF-4362-CB21-11B055B05387}"/>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81" name="Group 81">
              <a:extLst>
                <a:ext uri="{FF2B5EF4-FFF2-40B4-BE49-F238E27FC236}">
                  <a16:creationId xmlns:a16="http://schemas.microsoft.com/office/drawing/2014/main" id="{8944A4E2-DDE5-A0E2-2CF1-921D4523C2AD}"/>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AB96254C-3D2B-07FA-B005-E41F8C3A8071}"/>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3" name="TextBox 83">
                <a:extLst>
                  <a:ext uri="{FF2B5EF4-FFF2-40B4-BE49-F238E27FC236}">
                    <a16:creationId xmlns:a16="http://schemas.microsoft.com/office/drawing/2014/main" id="{BF6CA21F-43FB-3D19-42F0-1A5D1280B4AF}"/>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sp>
        <p:nvSpPr>
          <p:cNvPr id="84" name="Freeform 84">
            <a:extLst>
              <a:ext uri="{FF2B5EF4-FFF2-40B4-BE49-F238E27FC236}">
                <a16:creationId xmlns:a16="http://schemas.microsoft.com/office/drawing/2014/main" id="{0F31C9DD-0EF4-4CD9-8C20-2DE66535C7B3}"/>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98" name="TextBox 97">
            <a:extLst>
              <a:ext uri="{FF2B5EF4-FFF2-40B4-BE49-F238E27FC236}">
                <a16:creationId xmlns:a16="http://schemas.microsoft.com/office/drawing/2014/main" id="{A6C61130-21DF-99DA-3CED-35FE1DA15116}"/>
              </a:ext>
            </a:extLst>
          </p:cNvPr>
          <p:cNvSpPr txBox="1"/>
          <p:nvPr/>
        </p:nvSpPr>
        <p:spPr>
          <a:xfrm>
            <a:off x="1843541" y="1409700"/>
            <a:ext cx="15370090" cy="7486921"/>
          </a:xfrm>
          <a:prstGeom prst="rect">
            <a:avLst/>
          </a:prstGeom>
          <a:noFill/>
        </p:spPr>
        <p:txBody>
          <a:bodyPr wrap="square">
            <a:spAutoFit/>
          </a:bodyPr>
          <a:lstStyle/>
          <a:p>
            <a:pPr>
              <a:lnSpc>
                <a:spcPct val="150000"/>
              </a:lnSpc>
            </a:pPr>
            <a:r>
              <a:rPr lang="en-US" sz="4000" b="1">
                <a:solidFill>
                  <a:schemeClr val="accent6"/>
                </a:solidFill>
                <a:latin typeface="American Typewriter" panose="02090604020004020304" pitchFamily="18" charset="77"/>
              </a:rPr>
              <a:t>GIỚI TỪ CHỈ THỜI GIAN</a:t>
            </a:r>
          </a:p>
          <a:p>
            <a:pPr marL="571500" indent="-571500" algn="just">
              <a:lnSpc>
                <a:spcPct val="150000"/>
              </a:lnSpc>
              <a:buFont typeface="Wingdings" pitchFamily="2" charset="2"/>
              <a:buChar char="§"/>
            </a:pPr>
            <a:r>
              <a:rPr lang="en-US" sz="4000" b="1">
                <a:latin typeface="American Typewriter" panose="02090604020004020304" pitchFamily="18" charset="77"/>
              </a:rPr>
              <a:t>in</a:t>
            </a:r>
            <a:r>
              <a:rPr lang="en-US" sz="4000">
                <a:latin typeface="American Typewriter" panose="02090604020004020304" pitchFamily="18" charset="77"/>
              </a:rPr>
              <a:t>: dùng với tháng, năm, mùa hoặc một buổi trong ngày.</a:t>
            </a:r>
          </a:p>
          <a:p>
            <a:pPr algn="just">
              <a:lnSpc>
                <a:spcPct val="150000"/>
              </a:lnSpc>
            </a:pPr>
            <a:r>
              <a:rPr lang="vi-VN" sz="4000" b="1">
                <a:solidFill>
                  <a:srgbClr val="00B0F0"/>
                </a:solidFill>
                <a:latin typeface="American Typewriter" panose="02090604020004020304" pitchFamily="18" charset="77"/>
              </a:rPr>
              <a:t>→ </a:t>
            </a:r>
            <a:r>
              <a:rPr lang="en-US" sz="4000" b="1">
                <a:solidFill>
                  <a:srgbClr val="00B0F0"/>
                </a:solidFill>
                <a:latin typeface="American Typewriter" panose="02090604020004020304" pitchFamily="18" charset="77"/>
              </a:rPr>
              <a:t>Ví dụ: </a:t>
            </a:r>
            <a:r>
              <a:rPr lang="en-US" sz="4000">
                <a:solidFill>
                  <a:srgbClr val="00B0F0"/>
                </a:solidFill>
                <a:latin typeface="American Typewriter" panose="02090604020004020304" pitchFamily="18" charset="77"/>
              </a:rPr>
              <a:t>in 2019, in July, in spring, in the morning</a:t>
            </a:r>
          </a:p>
          <a:p>
            <a:pPr marL="571500" indent="-571500" algn="just">
              <a:lnSpc>
                <a:spcPct val="150000"/>
              </a:lnSpc>
              <a:buFont typeface="Wingdings" pitchFamily="2" charset="2"/>
              <a:buChar char="§"/>
            </a:pPr>
            <a:r>
              <a:rPr lang="en-US" sz="4000" b="1">
                <a:latin typeface="American Typewriter" panose="02090604020004020304" pitchFamily="18" charset="77"/>
              </a:rPr>
              <a:t>on</a:t>
            </a:r>
            <a:r>
              <a:rPr lang="en-US" sz="4000">
                <a:latin typeface="American Typewriter" panose="02090604020004020304" pitchFamily="18" charset="77"/>
              </a:rPr>
              <a:t>: dùng với ngày cụ thể, thứ trong tuần hoặc các dịp đặc biệt.</a:t>
            </a:r>
          </a:p>
          <a:p>
            <a:pPr algn="just">
              <a:lnSpc>
                <a:spcPct val="150000"/>
              </a:lnSpc>
            </a:pPr>
            <a:r>
              <a:rPr lang="vi-VN" sz="4000" b="1">
                <a:solidFill>
                  <a:srgbClr val="00B0F0"/>
                </a:solidFill>
                <a:latin typeface="American Typewriter" panose="02090604020004020304" pitchFamily="18" charset="77"/>
              </a:rPr>
              <a:t>→ </a:t>
            </a:r>
            <a:r>
              <a:rPr lang="en-US" sz="4000" b="1">
                <a:solidFill>
                  <a:srgbClr val="00B0F0"/>
                </a:solidFill>
                <a:latin typeface="American Typewriter" panose="02090604020004020304" pitchFamily="18" charset="77"/>
              </a:rPr>
              <a:t>Ví dụ: </a:t>
            </a:r>
            <a:r>
              <a:rPr lang="en-US" sz="4000">
                <a:solidFill>
                  <a:srgbClr val="00B0F0"/>
                </a:solidFill>
                <a:latin typeface="American Typewriter" panose="02090604020004020304" pitchFamily="18" charset="77"/>
              </a:rPr>
              <a:t>on Tuesday, on the 5th of July, on Tet holiday</a:t>
            </a:r>
          </a:p>
          <a:p>
            <a:pPr marL="571500" indent="-571500" algn="just">
              <a:lnSpc>
                <a:spcPct val="150000"/>
              </a:lnSpc>
              <a:buFont typeface="Wingdings" pitchFamily="2" charset="2"/>
              <a:buChar char="§"/>
            </a:pPr>
            <a:r>
              <a:rPr lang="en-US" sz="4000" b="1">
                <a:latin typeface="American Typewriter" panose="02090604020004020304" pitchFamily="18" charset="77"/>
              </a:rPr>
              <a:t>at</a:t>
            </a:r>
            <a:r>
              <a:rPr lang="en-US" sz="4000">
                <a:latin typeface="American Typewriter" panose="02090604020004020304" pitchFamily="18" charset="77"/>
              </a:rPr>
              <a:t>: dùng với giờ cụ thể hoặc thời điểm nhất định trong ngày.</a:t>
            </a:r>
          </a:p>
          <a:p>
            <a:pPr algn="just">
              <a:lnSpc>
                <a:spcPct val="150000"/>
              </a:lnSpc>
            </a:pPr>
            <a:r>
              <a:rPr lang="vi-VN" sz="4000" b="1">
                <a:solidFill>
                  <a:srgbClr val="00B0F0"/>
                </a:solidFill>
                <a:latin typeface="American Typewriter" panose="02090604020004020304" pitchFamily="18" charset="77"/>
              </a:rPr>
              <a:t>→ </a:t>
            </a:r>
            <a:r>
              <a:rPr lang="en-US" sz="4000" b="1">
                <a:solidFill>
                  <a:srgbClr val="00B0F0"/>
                </a:solidFill>
                <a:latin typeface="American Typewriter" panose="02090604020004020304" pitchFamily="18" charset="77"/>
              </a:rPr>
              <a:t>Ví dụ: </a:t>
            </a:r>
            <a:r>
              <a:rPr lang="en-US" sz="4000">
                <a:solidFill>
                  <a:srgbClr val="00B0F0"/>
                </a:solidFill>
                <a:latin typeface="American Typewriter" panose="02090604020004020304" pitchFamily="18" charset="77"/>
              </a:rPr>
              <a:t>at 5:30 p.m., at midnight, at noon</a:t>
            </a:r>
          </a:p>
        </p:txBody>
      </p:sp>
    </p:spTree>
    <p:extLst>
      <p:ext uri="{BB962C8B-B14F-4D97-AF65-F5344CB8AC3E}">
        <p14:creationId xmlns:p14="http://schemas.microsoft.com/office/powerpoint/2010/main" val="1281684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8">
                                            <p:txEl>
                                              <p:pRg st="4" end="4"/>
                                            </p:txEl>
                                          </p:spTgt>
                                        </p:tgtEl>
                                        <p:attrNameLst>
                                          <p:attrName>style.visibility</p:attrName>
                                        </p:attrNameLst>
                                      </p:cBhvr>
                                      <p:to>
                                        <p:strVal val="visible"/>
                                      </p:to>
                                    </p:set>
                                    <p:anim calcmode="lin" valueType="num">
                                      <p:cBhvr additive="base">
                                        <p:cTn id="31" dur="500" fill="hold"/>
                                        <p:tgtEl>
                                          <p:spTgt spid="9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8">
                                            <p:txEl>
                                              <p:pRg st="5" end="5"/>
                                            </p:txEl>
                                          </p:spTgt>
                                        </p:tgtEl>
                                        <p:attrNameLst>
                                          <p:attrName>style.visibility</p:attrName>
                                        </p:attrNameLst>
                                      </p:cBhvr>
                                      <p:to>
                                        <p:strVal val="visible"/>
                                      </p:to>
                                    </p:set>
                                    <p:anim calcmode="lin" valueType="num">
                                      <p:cBhvr additive="base">
                                        <p:cTn id="37" dur="500" fill="hold"/>
                                        <p:tgtEl>
                                          <p:spTgt spid="9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8">
                                            <p:txEl>
                                              <p:pRg st="6" end="6"/>
                                            </p:txEl>
                                          </p:spTgt>
                                        </p:tgtEl>
                                        <p:attrNameLst>
                                          <p:attrName>style.visibility</p:attrName>
                                        </p:attrNameLst>
                                      </p:cBhvr>
                                      <p:to>
                                        <p:strVal val="visible"/>
                                      </p:to>
                                    </p:set>
                                    <p:anim calcmode="lin" valueType="num">
                                      <p:cBhvr additive="base">
                                        <p:cTn id="43" dur="500" fill="hold"/>
                                        <p:tgtEl>
                                          <p:spTgt spid="98">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8">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74DD9-672E-AFB4-D0BE-7CA6695F9C3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4F8E90A-6E56-BA3E-E783-82B1592624C3}"/>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endParaRPr lang="en-VN"/>
          </a:p>
        </p:txBody>
      </p:sp>
      <p:sp>
        <p:nvSpPr>
          <p:cNvPr id="3" name="Freeform 3">
            <a:extLst>
              <a:ext uri="{FF2B5EF4-FFF2-40B4-BE49-F238E27FC236}">
                <a16:creationId xmlns:a16="http://schemas.microsoft.com/office/drawing/2014/main" id="{35C70080-06DA-654F-F18B-CB091A9E61B4}"/>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endParaRPr lang="en-VN"/>
          </a:p>
        </p:txBody>
      </p:sp>
      <p:sp>
        <p:nvSpPr>
          <p:cNvPr id="4" name="Freeform 4">
            <a:extLst>
              <a:ext uri="{FF2B5EF4-FFF2-40B4-BE49-F238E27FC236}">
                <a16:creationId xmlns:a16="http://schemas.microsoft.com/office/drawing/2014/main" id="{DE3B20D2-3E48-2A70-AFBF-B911AD858B9D}"/>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endParaRPr lang="en-VN"/>
          </a:p>
        </p:txBody>
      </p:sp>
      <p:grpSp>
        <p:nvGrpSpPr>
          <p:cNvPr id="5" name="Group 5">
            <a:extLst>
              <a:ext uri="{FF2B5EF4-FFF2-40B4-BE49-F238E27FC236}">
                <a16:creationId xmlns:a16="http://schemas.microsoft.com/office/drawing/2014/main" id="{7E953A24-AB2E-012F-826D-E97BC214F9E8}"/>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7239D350-F027-B823-6721-AF8F8126E61E}"/>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endParaRPr lang="en-VN"/>
            </a:p>
          </p:txBody>
        </p:sp>
        <p:sp>
          <p:nvSpPr>
            <p:cNvPr id="7" name="TextBox 7">
              <a:extLst>
                <a:ext uri="{FF2B5EF4-FFF2-40B4-BE49-F238E27FC236}">
                  <a16:creationId xmlns:a16="http://schemas.microsoft.com/office/drawing/2014/main" id="{A05E7216-92BC-D51B-FA47-6938B422A45C}"/>
                </a:ext>
              </a:extLst>
            </p:cNvPr>
            <p:cNvSpPr txBox="1"/>
            <p:nvPr/>
          </p:nvSpPr>
          <p:spPr>
            <a:xfrm>
              <a:off x="0" y="-47625"/>
              <a:ext cx="5454346" cy="2751565"/>
            </a:xfrm>
            <a:prstGeom prst="rect">
              <a:avLst/>
            </a:prstGeom>
          </p:spPr>
          <p:txBody>
            <a:bodyPr lIns="49849" tIns="49849" rIns="49849" bIns="49849" rtlCol="0" anchor="ctr"/>
            <a:lstStyle/>
            <a:p>
              <a:pPr algn="ctr">
                <a:lnSpc>
                  <a:spcPts val="2659"/>
                </a:lnSpc>
              </a:pPr>
              <a:endParaRPr/>
            </a:p>
          </p:txBody>
        </p:sp>
      </p:grpSp>
      <p:grpSp>
        <p:nvGrpSpPr>
          <p:cNvPr id="8" name="Group 8">
            <a:extLst>
              <a:ext uri="{FF2B5EF4-FFF2-40B4-BE49-F238E27FC236}">
                <a16:creationId xmlns:a16="http://schemas.microsoft.com/office/drawing/2014/main" id="{DF299A64-C59A-770A-3653-FFD087D93DEC}"/>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EF8C6542-5328-D9FF-2FF9-28698A3AD28A}"/>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endParaRPr lang="en-VN"/>
            </a:p>
          </p:txBody>
        </p:sp>
        <p:sp>
          <p:nvSpPr>
            <p:cNvPr id="10" name="TextBox 10">
              <a:extLst>
                <a:ext uri="{FF2B5EF4-FFF2-40B4-BE49-F238E27FC236}">
                  <a16:creationId xmlns:a16="http://schemas.microsoft.com/office/drawing/2014/main" id="{31759B36-ADAE-0325-3429-82EFE68B740B}"/>
                </a:ext>
              </a:extLst>
            </p:cNvPr>
            <p:cNvSpPr txBox="1"/>
            <p:nvPr/>
          </p:nvSpPr>
          <p:spPr>
            <a:xfrm>
              <a:off x="0" y="-47625"/>
              <a:ext cx="5429786" cy="2704410"/>
            </a:xfrm>
            <a:prstGeom prst="rect">
              <a:avLst/>
            </a:prstGeom>
          </p:spPr>
          <p:txBody>
            <a:bodyPr lIns="49849" tIns="49849" rIns="49849" bIns="49849" rtlCol="0" anchor="ctr"/>
            <a:lstStyle/>
            <a:p>
              <a:pPr algn="ctr">
                <a:lnSpc>
                  <a:spcPts val="2659"/>
                </a:lnSpc>
              </a:pPr>
              <a:endParaRPr/>
            </a:p>
          </p:txBody>
        </p:sp>
      </p:grpSp>
      <p:grpSp>
        <p:nvGrpSpPr>
          <p:cNvPr id="11" name="Group 11">
            <a:extLst>
              <a:ext uri="{FF2B5EF4-FFF2-40B4-BE49-F238E27FC236}">
                <a16:creationId xmlns:a16="http://schemas.microsoft.com/office/drawing/2014/main" id="{6DC7FC84-DA44-C2CD-633A-EC59E0DA200B}"/>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5D0D413F-E01C-733C-23BD-7A522C511716}"/>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endParaRPr lang="en-VN"/>
            </a:p>
          </p:txBody>
        </p:sp>
        <p:sp>
          <p:nvSpPr>
            <p:cNvPr id="13" name="TextBox 13">
              <a:extLst>
                <a:ext uri="{FF2B5EF4-FFF2-40B4-BE49-F238E27FC236}">
                  <a16:creationId xmlns:a16="http://schemas.microsoft.com/office/drawing/2014/main" id="{0CBC7A74-AA82-9C14-6CE0-33DB35A63F11}"/>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4" name="Group 14">
            <a:extLst>
              <a:ext uri="{FF2B5EF4-FFF2-40B4-BE49-F238E27FC236}">
                <a16:creationId xmlns:a16="http://schemas.microsoft.com/office/drawing/2014/main" id="{3855C312-66ED-024A-E071-70F4C37019F3}"/>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6AF17B7A-7936-525D-BFAA-3A51FC4EFC1F}"/>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endParaRPr lang="en-VN"/>
            </a:p>
          </p:txBody>
        </p:sp>
        <p:sp>
          <p:nvSpPr>
            <p:cNvPr id="16" name="TextBox 16">
              <a:extLst>
                <a:ext uri="{FF2B5EF4-FFF2-40B4-BE49-F238E27FC236}">
                  <a16:creationId xmlns:a16="http://schemas.microsoft.com/office/drawing/2014/main" id="{E183EF4B-8D0E-572D-1E44-2F3CC67AD58C}"/>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7" name="Group 17">
            <a:extLst>
              <a:ext uri="{FF2B5EF4-FFF2-40B4-BE49-F238E27FC236}">
                <a16:creationId xmlns:a16="http://schemas.microsoft.com/office/drawing/2014/main" id="{38940D1E-9E07-3E55-1261-52C32E3BD031}"/>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B95558A2-5BB5-A1F1-CFA3-F2D3F98F8BE5}"/>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endParaRPr lang="en-VN"/>
            </a:p>
          </p:txBody>
        </p:sp>
        <p:sp>
          <p:nvSpPr>
            <p:cNvPr id="19" name="TextBox 19">
              <a:extLst>
                <a:ext uri="{FF2B5EF4-FFF2-40B4-BE49-F238E27FC236}">
                  <a16:creationId xmlns:a16="http://schemas.microsoft.com/office/drawing/2014/main" id="{13DD21DB-E8FB-42BA-FA09-FDE0E4170128}"/>
                </a:ext>
              </a:extLst>
            </p:cNvPr>
            <p:cNvSpPr txBox="1"/>
            <p:nvPr/>
          </p:nvSpPr>
          <p:spPr>
            <a:xfrm>
              <a:off x="0" y="-47625"/>
              <a:ext cx="3961731" cy="2448417"/>
            </a:xfrm>
            <a:prstGeom prst="rect">
              <a:avLst/>
            </a:prstGeom>
          </p:spPr>
          <p:txBody>
            <a:bodyPr lIns="49849" tIns="49849" rIns="49849" bIns="49849" rtlCol="0" anchor="ctr"/>
            <a:lstStyle/>
            <a:p>
              <a:pPr algn="ctr">
                <a:lnSpc>
                  <a:spcPts val="2659"/>
                </a:lnSpc>
              </a:pPr>
              <a:endParaRPr/>
            </a:p>
          </p:txBody>
        </p:sp>
      </p:grpSp>
      <p:sp>
        <p:nvSpPr>
          <p:cNvPr id="34" name="Freeform 34">
            <a:extLst>
              <a:ext uri="{FF2B5EF4-FFF2-40B4-BE49-F238E27FC236}">
                <a16:creationId xmlns:a16="http://schemas.microsoft.com/office/drawing/2014/main" id="{6907FBE2-B2D1-04C7-7CD8-EC3842813E3B}"/>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endParaRPr lang="en-VN"/>
          </a:p>
        </p:txBody>
      </p:sp>
      <p:grpSp>
        <p:nvGrpSpPr>
          <p:cNvPr id="35" name="Group 35">
            <a:extLst>
              <a:ext uri="{FF2B5EF4-FFF2-40B4-BE49-F238E27FC236}">
                <a16:creationId xmlns:a16="http://schemas.microsoft.com/office/drawing/2014/main" id="{2E4A6678-02DE-BCF8-080A-7822BF9AEA3C}"/>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32277E93-93B0-9199-9B30-5037BB439419}"/>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BEFF46B9-B0AB-C988-E44C-5C0230A40E4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38" name="TextBox 38">
                <a:extLst>
                  <a:ext uri="{FF2B5EF4-FFF2-40B4-BE49-F238E27FC236}">
                    <a16:creationId xmlns:a16="http://schemas.microsoft.com/office/drawing/2014/main" id="{CE46F81A-58CE-A71D-EEF6-52DD5D9A94BC}"/>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10F968A3-A579-614B-D7FD-4C03B618DE78}"/>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D8148211-8979-46E1-A2F2-CE6B90F0C90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1" name="TextBox 41">
                <a:extLst>
                  <a:ext uri="{FF2B5EF4-FFF2-40B4-BE49-F238E27FC236}">
                    <a16:creationId xmlns:a16="http://schemas.microsoft.com/office/drawing/2014/main" id="{108C8EA9-8E34-F4C3-C04F-EBED9117D539}"/>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8DCFFAC4-4B69-FDED-E614-1A23353DD8FF}"/>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1432D6F3-3A69-49CD-597C-AEA2F57BB95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4" name="TextBox 44">
                <a:extLst>
                  <a:ext uri="{FF2B5EF4-FFF2-40B4-BE49-F238E27FC236}">
                    <a16:creationId xmlns:a16="http://schemas.microsoft.com/office/drawing/2014/main" id="{C5C94BC4-9B81-90E4-CC5B-25B390592901}"/>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AE9DBDC1-4CC0-B9FD-AC22-80CF18B5CB3B}"/>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967AB4EE-0F11-B276-604B-B61FC61BC0F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7" name="TextBox 47">
                <a:extLst>
                  <a:ext uri="{FF2B5EF4-FFF2-40B4-BE49-F238E27FC236}">
                    <a16:creationId xmlns:a16="http://schemas.microsoft.com/office/drawing/2014/main" id="{999E8CAD-557F-FA0B-2BBE-99B31071EC28}"/>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8" name="Group 48">
              <a:extLst>
                <a:ext uri="{FF2B5EF4-FFF2-40B4-BE49-F238E27FC236}">
                  <a16:creationId xmlns:a16="http://schemas.microsoft.com/office/drawing/2014/main" id="{298B4D10-4F19-E85A-2EA5-BD0527986F55}"/>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D7909E6B-4E98-106C-ABA7-AB7A200DF0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0" name="TextBox 50">
                <a:extLst>
                  <a:ext uri="{FF2B5EF4-FFF2-40B4-BE49-F238E27FC236}">
                    <a16:creationId xmlns:a16="http://schemas.microsoft.com/office/drawing/2014/main" id="{6DA90F9A-1F85-0018-68F7-A3FD676A1EEF}"/>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51" name="Freeform 51">
            <a:extLst>
              <a:ext uri="{FF2B5EF4-FFF2-40B4-BE49-F238E27FC236}">
                <a16:creationId xmlns:a16="http://schemas.microsoft.com/office/drawing/2014/main" id="{250463A1-04C9-CD1A-CE90-EF2C3EED6862}"/>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endParaRPr lang="en-VN"/>
          </a:p>
        </p:txBody>
      </p:sp>
      <p:grpSp>
        <p:nvGrpSpPr>
          <p:cNvPr id="52" name="Group 52">
            <a:extLst>
              <a:ext uri="{FF2B5EF4-FFF2-40B4-BE49-F238E27FC236}">
                <a16:creationId xmlns:a16="http://schemas.microsoft.com/office/drawing/2014/main" id="{1765D2C1-E97F-BB52-30D7-E926AA97E3C8}"/>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3BC7D484-8170-6A12-0797-0FCB998B2F3B}"/>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114AA1A0-2BB5-4E9D-E195-76BDDCBA941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5" name="TextBox 55">
                <a:extLst>
                  <a:ext uri="{FF2B5EF4-FFF2-40B4-BE49-F238E27FC236}">
                    <a16:creationId xmlns:a16="http://schemas.microsoft.com/office/drawing/2014/main" id="{372759A1-78C7-3507-8494-3C15A5887790}"/>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6" name="Group 56">
              <a:extLst>
                <a:ext uri="{FF2B5EF4-FFF2-40B4-BE49-F238E27FC236}">
                  <a16:creationId xmlns:a16="http://schemas.microsoft.com/office/drawing/2014/main" id="{F01F8CC7-64F2-413A-A83A-184DE37FAA7F}"/>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E330D7D1-2D83-5CE3-DBDF-23D25648B8E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8" name="TextBox 58">
                <a:extLst>
                  <a:ext uri="{FF2B5EF4-FFF2-40B4-BE49-F238E27FC236}">
                    <a16:creationId xmlns:a16="http://schemas.microsoft.com/office/drawing/2014/main" id="{0F511BF6-4C19-7039-0ABF-A32E4561EF44}"/>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9" name="Group 59">
              <a:extLst>
                <a:ext uri="{FF2B5EF4-FFF2-40B4-BE49-F238E27FC236}">
                  <a16:creationId xmlns:a16="http://schemas.microsoft.com/office/drawing/2014/main" id="{0ED1B15F-0567-5991-FC37-FB350806CDF1}"/>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53B38E19-514A-A42B-2BAE-600CAD77F0A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1" name="TextBox 61">
                <a:extLst>
                  <a:ext uri="{FF2B5EF4-FFF2-40B4-BE49-F238E27FC236}">
                    <a16:creationId xmlns:a16="http://schemas.microsoft.com/office/drawing/2014/main" id="{28019959-ADD2-A44D-F239-DB1C8F7A8E8B}"/>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2" name="Group 62">
              <a:extLst>
                <a:ext uri="{FF2B5EF4-FFF2-40B4-BE49-F238E27FC236}">
                  <a16:creationId xmlns:a16="http://schemas.microsoft.com/office/drawing/2014/main" id="{0A1FBF2A-5948-48D9-61AA-983E5A7DF304}"/>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E561FB57-08C4-CE41-E11E-C877EE28A03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4" name="TextBox 64">
                <a:extLst>
                  <a:ext uri="{FF2B5EF4-FFF2-40B4-BE49-F238E27FC236}">
                    <a16:creationId xmlns:a16="http://schemas.microsoft.com/office/drawing/2014/main" id="{387E96CA-2494-C774-44BF-652A11254D02}"/>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5" name="Group 65">
              <a:extLst>
                <a:ext uri="{FF2B5EF4-FFF2-40B4-BE49-F238E27FC236}">
                  <a16:creationId xmlns:a16="http://schemas.microsoft.com/office/drawing/2014/main" id="{FE892A22-4DCD-73E3-8E8D-7BF5CB67E60A}"/>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31FA1310-9828-C554-4A81-5E53A60A8D9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7" name="TextBox 67">
                <a:extLst>
                  <a:ext uri="{FF2B5EF4-FFF2-40B4-BE49-F238E27FC236}">
                    <a16:creationId xmlns:a16="http://schemas.microsoft.com/office/drawing/2014/main" id="{44D0AB56-7A03-8CE0-FABD-35E71D514E33}"/>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grpSp>
        <p:nvGrpSpPr>
          <p:cNvPr id="68" name="Group 68">
            <a:extLst>
              <a:ext uri="{FF2B5EF4-FFF2-40B4-BE49-F238E27FC236}">
                <a16:creationId xmlns:a16="http://schemas.microsoft.com/office/drawing/2014/main" id="{106B1358-BDE6-D931-B665-631CB261DF0A}"/>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675B8329-414A-B702-7ED9-4F0D3AA9EC82}"/>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2580321F-DD79-7B4F-317C-A69545520090}"/>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1" name="TextBox 71">
                <a:extLst>
                  <a:ext uri="{FF2B5EF4-FFF2-40B4-BE49-F238E27FC236}">
                    <a16:creationId xmlns:a16="http://schemas.microsoft.com/office/drawing/2014/main" id="{360A458C-8A5E-4048-92EC-E1B3EA37A65C}"/>
                  </a:ext>
                </a:extLst>
              </p:cNvPr>
              <p:cNvSpPr txBox="1"/>
              <p:nvPr/>
            </p:nvSpPr>
            <p:spPr>
              <a:xfrm>
                <a:off x="0" y="-47625"/>
                <a:ext cx="458420" cy="126378"/>
              </a:xfrm>
              <a:prstGeom prst="rect">
                <a:avLst/>
              </a:prstGeom>
            </p:spPr>
            <p:txBody>
              <a:bodyPr lIns="49849" tIns="49849" rIns="49849" bIns="49849" rtlCol="0" anchor="ctr"/>
              <a:lstStyle/>
              <a:p>
                <a:pPr algn="ctr">
                  <a:lnSpc>
                    <a:spcPts val="2659"/>
                  </a:lnSpc>
                </a:pPr>
                <a:endParaRPr/>
              </a:p>
            </p:txBody>
          </p:sp>
        </p:grpSp>
        <p:grpSp>
          <p:nvGrpSpPr>
            <p:cNvPr id="72" name="Group 72">
              <a:extLst>
                <a:ext uri="{FF2B5EF4-FFF2-40B4-BE49-F238E27FC236}">
                  <a16:creationId xmlns:a16="http://schemas.microsoft.com/office/drawing/2014/main" id="{8CFF5F8A-8FA8-4A29-1749-289B414D936A}"/>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15FD43DC-C6D4-807B-3C72-C7CA4FBA78CA}"/>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4" name="TextBox 74">
                <a:extLst>
                  <a:ext uri="{FF2B5EF4-FFF2-40B4-BE49-F238E27FC236}">
                    <a16:creationId xmlns:a16="http://schemas.microsoft.com/office/drawing/2014/main" id="{A4008570-D4C8-0503-56BA-A583A7A9FFC3}"/>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5" name="Group 75">
              <a:extLst>
                <a:ext uri="{FF2B5EF4-FFF2-40B4-BE49-F238E27FC236}">
                  <a16:creationId xmlns:a16="http://schemas.microsoft.com/office/drawing/2014/main" id="{536D880C-7D26-E032-A69F-1CE7FF2784C0}"/>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D8A1160E-A8D1-0280-BBF8-F2CDFD989DDC}"/>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7" name="TextBox 77">
                <a:extLst>
                  <a:ext uri="{FF2B5EF4-FFF2-40B4-BE49-F238E27FC236}">
                    <a16:creationId xmlns:a16="http://schemas.microsoft.com/office/drawing/2014/main" id="{EBD97152-BC13-E7AF-BAE2-516AC3511484}"/>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8" name="Group 78">
              <a:extLst>
                <a:ext uri="{FF2B5EF4-FFF2-40B4-BE49-F238E27FC236}">
                  <a16:creationId xmlns:a16="http://schemas.microsoft.com/office/drawing/2014/main" id="{F3C36763-C2C8-5AC5-766F-48BF92F00AC8}"/>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12402D83-C06D-16BB-7DF0-F7CDBE3C9B93}"/>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0" name="TextBox 80">
                <a:extLst>
                  <a:ext uri="{FF2B5EF4-FFF2-40B4-BE49-F238E27FC236}">
                    <a16:creationId xmlns:a16="http://schemas.microsoft.com/office/drawing/2014/main" id="{5C34CFE6-75AE-E4D0-58D3-BF433D082EBA}"/>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81" name="Group 81">
              <a:extLst>
                <a:ext uri="{FF2B5EF4-FFF2-40B4-BE49-F238E27FC236}">
                  <a16:creationId xmlns:a16="http://schemas.microsoft.com/office/drawing/2014/main" id="{58ED0965-9665-9CEC-8059-20573E8CD72B}"/>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18747B54-DA10-B3F6-B4F1-FC9A77F23439}"/>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3" name="TextBox 83">
                <a:extLst>
                  <a:ext uri="{FF2B5EF4-FFF2-40B4-BE49-F238E27FC236}">
                    <a16:creationId xmlns:a16="http://schemas.microsoft.com/office/drawing/2014/main" id="{35ED3EFE-E9BD-A788-7519-9678D65345C7}"/>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sp>
        <p:nvSpPr>
          <p:cNvPr id="84" name="Freeform 84">
            <a:extLst>
              <a:ext uri="{FF2B5EF4-FFF2-40B4-BE49-F238E27FC236}">
                <a16:creationId xmlns:a16="http://schemas.microsoft.com/office/drawing/2014/main" id="{73EB96D0-8AD0-BDBB-83D7-437131C5C9A7}"/>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98" name="TextBox 97">
            <a:extLst>
              <a:ext uri="{FF2B5EF4-FFF2-40B4-BE49-F238E27FC236}">
                <a16:creationId xmlns:a16="http://schemas.microsoft.com/office/drawing/2014/main" id="{C2BA1248-0285-2262-4531-092865B788C1}"/>
              </a:ext>
            </a:extLst>
          </p:cNvPr>
          <p:cNvSpPr txBox="1"/>
          <p:nvPr/>
        </p:nvSpPr>
        <p:spPr>
          <a:xfrm>
            <a:off x="1843541" y="1409700"/>
            <a:ext cx="15370090" cy="7378751"/>
          </a:xfrm>
          <a:prstGeom prst="rect">
            <a:avLst/>
          </a:prstGeom>
          <a:noFill/>
        </p:spPr>
        <p:txBody>
          <a:bodyPr wrap="square">
            <a:spAutoFit/>
          </a:bodyPr>
          <a:lstStyle/>
          <a:p>
            <a:pPr>
              <a:lnSpc>
                <a:spcPct val="150000"/>
              </a:lnSpc>
            </a:pPr>
            <a:r>
              <a:rPr lang="en-US" sz="4000" b="1">
                <a:solidFill>
                  <a:schemeClr val="accent6"/>
                </a:solidFill>
                <a:latin typeface="American Typewriter" panose="02090604020004020304" pitchFamily="18" charset="77"/>
              </a:rPr>
              <a:t>GIỚI TỪ CHỈ THỜI GIAN</a:t>
            </a:r>
          </a:p>
          <a:p>
            <a:pPr marL="571500" indent="-571500" algn="just">
              <a:lnSpc>
                <a:spcPct val="150000"/>
              </a:lnSpc>
              <a:buFont typeface="Wingdings" pitchFamily="2" charset="2"/>
              <a:buChar char="§"/>
            </a:pPr>
            <a:r>
              <a:rPr lang="en-US" sz="4000" b="1">
                <a:latin typeface="American Typewriter" panose="02090604020004020304" pitchFamily="18" charset="77"/>
              </a:rPr>
              <a:t>for</a:t>
            </a:r>
            <a:r>
              <a:rPr lang="en-US" sz="4000">
                <a:latin typeface="American Typewriter" panose="02090604020004020304" pitchFamily="18" charset="77"/>
              </a:rPr>
              <a:t>: dùng với khoảng thời gian kéo dài.</a:t>
            </a:r>
          </a:p>
          <a:p>
            <a:pPr algn="just">
              <a:lnSpc>
                <a:spcPct val="150000"/>
              </a:lnSpc>
            </a:pPr>
            <a:r>
              <a:rPr lang="vi-VN" sz="4000" b="1">
                <a:solidFill>
                  <a:srgbClr val="00B0F0"/>
                </a:solidFill>
                <a:latin typeface="American Typewriter" panose="02090604020004020304" pitchFamily="18" charset="77"/>
              </a:rPr>
              <a:t>→ </a:t>
            </a:r>
            <a:r>
              <a:rPr lang="en-US" sz="4000" b="1">
                <a:solidFill>
                  <a:srgbClr val="00B0F0"/>
                </a:solidFill>
                <a:latin typeface="American Typewriter" panose="02090604020004020304" pitchFamily="18" charset="77"/>
              </a:rPr>
              <a:t>Ví dụ: </a:t>
            </a:r>
            <a:r>
              <a:rPr lang="en-US" sz="4000">
                <a:solidFill>
                  <a:srgbClr val="00B0F0"/>
                </a:solidFill>
                <a:latin typeface="American Typewriter" panose="02090604020004020304" pitchFamily="18" charset="77"/>
              </a:rPr>
              <a:t>for 3 years, for a few days</a:t>
            </a:r>
          </a:p>
          <a:p>
            <a:pPr marL="571500" indent="-571500" algn="just">
              <a:lnSpc>
                <a:spcPct val="150000"/>
              </a:lnSpc>
              <a:buFont typeface="Wingdings" pitchFamily="2" charset="2"/>
              <a:buChar char="§"/>
            </a:pPr>
            <a:r>
              <a:rPr lang="en-US" sz="4000" b="1">
                <a:latin typeface="American Typewriter" panose="02090604020004020304" pitchFamily="18" charset="77"/>
              </a:rPr>
              <a:t>since</a:t>
            </a:r>
            <a:r>
              <a:rPr lang="en-US" sz="4000">
                <a:latin typeface="American Typewriter" panose="02090604020004020304" pitchFamily="18" charset="77"/>
              </a:rPr>
              <a:t>: dùng với mốc thời gian bắt đầu trong quá khứ.</a:t>
            </a:r>
          </a:p>
          <a:p>
            <a:pPr algn="just">
              <a:lnSpc>
                <a:spcPct val="150000"/>
              </a:lnSpc>
            </a:pPr>
            <a:r>
              <a:rPr lang="vi-VN" sz="4000" b="1">
                <a:solidFill>
                  <a:srgbClr val="00B0F0"/>
                </a:solidFill>
                <a:latin typeface="American Typewriter" panose="02090604020004020304" pitchFamily="18" charset="77"/>
              </a:rPr>
              <a:t>→ </a:t>
            </a:r>
            <a:r>
              <a:rPr lang="en-US" sz="4000" b="1">
                <a:solidFill>
                  <a:srgbClr val="00B0F0"/>
                </a:solidFill>
                <a:latin typeface="American Typewriter" panose="02090604020004020304" pitchFamily="18" charset="77"/>
              </a:rPr>
              <a:t>Ví dụ: </a:t>
            </a:r>
            <a:r>
              <a:rPr lang="en-US" sz="4000">
                <a:solidFill>
                  <a:srgbClr val="00B0F0"/>
                </a:solidFill>
                <a:latin typeface="American Typewriter" panose="02090604020004020304" pitchFamily="18" charset="77"/>
              </a:rPr>
              <a:t>since 2023, since last year</a:t>
            </a:r>
          </a:p>
          <a:p>
            <a:pPr marL="571500" indent="-571500" algn="just">
              <a:lnSpc>
                <a:spcPct val="150000"/>
              </a:lnSpc>
              <a:buFont typeface="Wingdings" pitchFamily="2" charset="2"/>
              <a:buChar char="§"/>
            </a:pPr>
            <a:r>
              <a:rPr lang="en-US" sz="4000" b="1">
                <a:latin typeface="American Typewriter" panose="02090604020004020304" pitchFamily="18" charset="77"/>
              </a:rPr>
              <a:t>during</a:t>
            </a:r>
            <a:r>
              <a:rPr lang="en-US" sz="4000">
                <a:latin typeface="American Typewriter" panose="02090604020004020304" pitchFamily="18" charset="77"/>
              </a:rPr>
              <a:t>: chỉ hành động/sự kiện xảy ra trong suốt một khoảng thời gian.</a:t>
            </a:r>
          </a:p>
          <a:p>
            <a:pPr algn="just">
              <a:lnSpc>
                <a:spcPct val="150000"/>
              </a:lnSpc>
            </a:pPr>
            <a:r>
              <a:rPr lang="vi-VN" sz="4000" b="1">
                <a:solidFill>
                  <a:srgbClr val="00B0F0"/>
                </a:solidFill>
                <a:latin typeface="American Typewriter" panose="02090604020004020304" pitchFamily="18" charset="77"/>
              </a:rPr>
              <a:t>→ </a:t>
            </a:r>
            <a:r>
              <a:rPr lang="en-US" sz="4000" b="1">
                <a:solidFill>
                  <a:srgbClr val="00B0F0"/>
                </a:solidFill>
                <a:latin typeface="American Typewriter" panose="02090604020004020304" pitchFamily="18" charset="77"/>
              </a:rPr>
              <a:t>Ví dụ: </a:t>
            </a:r>
            <a:r>
              <a:rPr lang="en-US" sz="4000">
                <a:solidFill>
                  <a:srgbClr val="00B0F0"/>
                </a:solidFill>
                <a:latin typeface="American Typewriter" panose="02090604020004020304" pitchFamily="18" charset="77"/>
              </a:rPr>
              <a:t>during class, during the meeting, during the trip</a:t>
            </a:r>
          </a:p>
        </p:txBody>
      </p:sp>
    </p:spTree>
    <p:extLst>
      <p:ext uri="{BB962C8B-B14F-4D97-AF65-F5344CB8AC3E}">
        <p14:creationId xmlns:p14="http://schemas.microsoft.com/office/powerpoint/2010/main" val="2445558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8">
                                            <p:txEl>
                                              <p:pRg st="4" end="4"/>
                                            </p:txEl>
                                          </p:spTgt>
                                        </p:tgtEl>
                                        <p:attrNameLst>
                                          <p:attrName>style.visibility</p:attrName>
                                        </p:attrNameLst>
                                      </p:cBhvr>
                                      <p:to>
                                        <p:strVal val="visible"/>
                                      </p:to>
                                    </p:set>
                                    <p:anim calcmode="lin" valueType="num">
                                      <p:cBhvr additive="base">
                                        <p:cTn id="31" dur="500" fill="hold"/>
                                        <p:tgtEl>
                                          <p:spTgt spid="9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8">
                                            <p:txEl>
                                              <p:pRg st="5" end="5"/>
                                            </p:txEl>
                                          </p:spTgt>
                                        </p:tgtEl>
                                        <p:attrNameLst>
                                          <p:attrName>style.visibility</p:attrName>
                                        </p:attrNameLst>
                                      </p:cBhvr>
                                      <p:to>
                                        <p:strVal val="visible"/>
                                      </p:to>
                                    </p:set>
                                    <p:anim calcmode="lin" valueType="num">
                                      <p:cBhvr additive="base">
                                        <p:cTn id="37" dur="500" fill="hold"/>
                                        <p:tgtEl>
                                          <p:spTgt spid="9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8">
                                            <p:txEl>
                                              <p:pRg st="6" end="6"/>
                                            </p:txEl>
                                          </p:spTgt>
                                        </p:tgtEl>
                                        <p:attrNameLst>
                                          <p:attrName>style.visibility</p:attrName>
                                        </p:attrNameLst>
                                      </p:cBhvr>
                                      <p:to>
                                        <p:strVal val="visible"/>
                                      </p:to>
                                    </p:set>
                                    <p:anim calcmode="lin" valueType="num">
                                      <p:cBhvr additive="base">
                                        <p:cTn id="43" dur="500" fill="hold"/>
                                        <p:tgtEl>
                                          <p:spTgt spid="98">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8">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C46EF-3DB9-20CC-7097-782E571BEDB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819392C-7E16-ECFF-AD5A-CDFE54E2E4DE}"/>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endParaRPr lang="en-VN"/>
          </a:p>
        </p:txBody>
      </p:sp>
      <p:sp>
        <p:nvSpPr>
          <p:cNvPr id="3" name="Freeform 3">
            <a:extLst>
              <a:ext uri="{FF2B5EF4-FFF2-40B4-BE49-F238E27FC236}">
                <a16:creationId xmlns:a16="http://schemas.microsoft.com/office/drawing/2014/main" id="{B01C8FF5-5760-29EC-D564-15792411F19E}"/>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endParaRPr lang="en-VN"/>
          </a:p>
        </p:txBody>
      </p:sp>
      <p:sp>
        <p:nvSpPr>
          <p:cNvPr id="4" name="Freeform 4">
            <a:extLst>
              <a:ext uri="{FF2B5EF4-FFF2-40B4-BE49-F238E27FC236}">
                <a16:creationId xmlns:a16="http://schemas.microsoft.com/office/drawing/2014/main" id="{7C5C64BD-75C4-CD30-311D-AF929783A017}"/>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endParaRPr lang="en-VN"/>
          </a:p>
        </p:txBody>
      </p:sp>
      <p:grpSp>
        <p:nvGrpSpPr>
          <p:cNvPr id="5" name="Group 5">
            <a:extLst>
              <a:ext uri="{FF2B5EF4-FFF2-40B4-BE49-F238E27FC236}">
                <a16:creationId xmlns:a16="http://schemas.microsoft.com/office/drawing/2014/main" id="{205402AC-E444-A975-F3BD-81F6D7AAA153}"/>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B7E7B97D-24CC-7261-CB41-9F26B91880F8}"/>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endParaRPr lang="en-VN"/>
            </a:p>
          </p:txBody>
        </p:sp>
        <p:sp>
          <p:nvSpPr>
            <p:cNvPr id="7" name="TextBox 7">
              <a:extLst>
                <a:ext uri="{FF2B5EF4-FFF2-40B4-BE49-F238E27FC236}">
                  <a16:creationId xmlns:a16="http://schemas.microsoft.com/office/drawing/2014/main" id="{C072CD35-2008-6385-F80B-F81C772134DD}"/>
                </a:ext>
              </a:extLst>
            </p:cNvPr>
            <p:cNvSpPr txBox="1"/>
            <p:nvPr/>
          </p:nvSpPr>
          <p:spPr>
            <a:xfrm>
              <a:off x="0" y="-47625"/>
              <a:ext cx="5454346" cy="2751565"/>
            </a:xfrm>
            <a:prstGeom prst="rect">
              <a:avLst/>
            </a:prstGeom>
          </p:spPr>
          <p:txBody>
            <a:bodyPr lIns="49849" tIns="49849" rIns="49849" bIns="49849" rtlCol="0" anchor="ctr"/>
            <a:lstStyle/>
            <a:p>
              <a:pPr algn="ctr">
                <a:lnSpc>
                  <a:spcPts val="2659"/>
                </a:lnSpc>
              </a:pPr>
              <a:endParaRPr/>
            </a:p>
          </p:txBody>
        </p:sp>
      </p:grpSp>
      <p:grpSp>
        <p:nvGrpSpPr>
          <p:cNvPr id="8" name="Group 8">
            <a:extLst>
              <a:ext uri="{FF2B5EF4-FFF2-40B4-BE49-F238E27FC236}">
                <a16:creationId xmlns:a16="http://schemas.microsoft.com/office/drawing/2014/main" id="{76A204EF-B27A-368B-56EA-D8151467C493}"/>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E3AF438B-5F58-5D56-6CFD-D4F9060CDCC0}"/>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endParaRPr lang="en-VN"/>
            </a:p>
          </p:txBody>
        </p:sp>
        <p:sp>
          <p:nvSpPr>
            <p:cNvPr id="10" name="TextBox 10">
              <a:extLst>
                <a:ext uri="{FF2B5EF4-FFF2-40B4-BE49-F238E27FC236}">
                  <a16:creationId xmlns:a16="http://schemas.microsoft.com/office/drawing/2014/main" id="{9E5E1900-8552-71ED-721A-F7C363C34459}"/>
                </a:ext>
              </a:extLst>
            </p:cNvPr>
            <p:cNvSpPr txBox="1"/>
            <p:nvPr/>
          </p:nvSpPr>
          <p:spPr>
            <a:xfrm>
              <a:off x="0" y="-47625"/>
              <a:ext cx="5429786" cy="2704410"/>
            </a:xfrm>
            <a:prstGeom prst="rect">
              <a:avLst/>
            </a:prstGeom>
          </p:spPr>
          <p:txBody>
            <a:bodyPr lIns="49849" tIns="49849" rIns="49849" bIns="49849" rtlCol="0" anchor="ctr"/>
            <a:lstStyle/>
            <a:p>
              <a:pPr algn="ctr">
                <a:lnSpc>
                  <a:spcPts val="2659"/>
                </a:lnSpc>
              </a:pPr>
              <a:endParaRPr/>
            </a:p>
          </p:txBody>
        </p:sp>
      </p:grpSp>
      <p:grpSp>
        <p:nvGrpSpPr>
          <p:cNvPr id="11" name="Group 11">
            <a:extLst>
              <a:ext uri="{FF2B5EF4-FFF2-40B4-BE49-F238E27FC236}">
                <a16:creationId xmlns:a16="http://schemas.microsoft.com/office/drawing/2014/main" id="{64551025-CE86-F79E-B222-E40A730C0D1F}"/>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B64A54F9-7785-646B-F2C5-D497859A69AC}"/>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endParaRPr lang="en-VN"/>
            </a:p>
          </p:txBody>
        </p:sp>
        <p:sp>
          <p:nvSpPr>
            <p:cNvPr id="13" name="TextBox 13">
              <a:extLst>
                <a:ext uri="{FF2B5EF4-FFF2-40B4-BE49-F238E27FC236}">
                  <a16:creationId xmlns:a16="http://schemas.microsoft.com/office/drawing/2014/main" id="{C4E3F5ED-F2AE-75DC-1F58-ACFA58C6C85A}"/>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4" name="Group 14">
            <a:extLst>
              <a:ext uri="{FF2B5EF4-FFF2-40B4-BE49-F238E27FC236}">
                <a16:creationId xmlns:a16="http://schemas.microsoft.com/office/drawing/2014/main" id="{5FD76158-59EA-926F-9F41-2AD1CAF364D6}"/>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A0453C24-B098-1C3F-D20D-ABB5E1495CCB}"/>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endParaRPr lang="en-VN"/>
            </a:p>
          </p:txBody>
        </p:sp>
        <p:sp>
          <p:nvSpPr>
            <p:cNvPr id="16" name="TextBox 16">
              <a:extLst>
                <a:ext uri="{FF2B5EF4-FFF2-40B4-BE49-F238E27FC236}">
                  <a16:creationId xmlns:a16="http://schemas.microsoft.com/office/drawing/2014/main" id="{33E518AC-0059-9049-DF7C-7E6EC5CABEFC}"/>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7" name="Group 17">
            <a:extLst>
              <a:ext uri="{FF2B5EF4-FFF2-40B4-BE49-F238E27FC236}">
                <a16:creationId xmlns:a16="http://schemas.microsoft.com/office/drawing/2014/main" id="{E428B833-4209-DF47-5039-F69935ED5144}"/>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99F08939-9FA7-1AB7-A5A0-D78E6AC6D79E}"/>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endParaRPr lang="en-VN"/>
            </a:p>
          </p:txBody>
        </p:sp>
        <p:sp>
          <p:nvSpPr>
            <p:cNvPr id="19" name="TextBox 19">
              <a:extLst>
                <a:ext uri="{FF2B5EF4-FFF2-40B4-BE49-F238E27FC236}">
                  <a16:creationId xmlns:a16="http://schemas.microsoft.com/office/drawing/2014/main" id="{9EA10CBE-D70C-7995-CFD4-017BBE1778FE}"/>
                </a:ext>
              </a:extLst>
            </p:cNvPr>
            <p:cNvSpPr txBox="1"/>
            <p:nvPr/>
          </p:nvSpPr>
          <p:spPr>
            <a:xfrm>
              <a:off x="0" y="-47625"/>
              <a:ext cx="3961731" cy="2448417"/>
            </a:xfrm>
            <a:prstGeom prst="rect">
              <a:avLst/>
            </a:prstGeom>
          </p:spPr>
          <p:txBody>
            <a:bodyPr lIns="49849" tIns="49849" rIns="49849" bIns="49849" rtlCol="0" anchor="ctr"/>
            <a:lstStyle/>
            <a:p>
              <a:pPr algn="ctr">
                <a:lnSpc>
                  <a:spcPts val="2659"/>
                </a:lnSpc>
              </a:pPr>
              <a:endParaRPr/>
            </a:p>
          </p:txBody>
        </p:sp>
      </p:grpSp>
      <p:sp>
        <p:nvSpPr>
          <p:cNvPr id="34" name="Freeform 34">
            <a:extLst>
              <a:ext uri="{FF2B5EF4-FFF2-40B4-BE49-F238E27FC236}">
                <a16:creationId xmlns:a16="http://schemas.microsoft.com/office/drawing/2014/main" id="{47B336DB-0FC0-C657-3A55-151AEF136E2B}"/>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endParaRPr lang="en-VN"/>
          </a:p>
        </p:txBody>
      </p:sp>
      <p:grpSp>
        <p:nvGrpSpPr>
          <p:cNvPr id="35" name="Group 35">
            <a:extLst>
              <a:ext uri="{FF2B5EF4-FFF2-40B4-BE49-F238E27FC236}">
                <a16:creationId xmlns:a16="http://schemas.microsoft.com/office/drawing/2014/main" id="{5E562BDC-3751-6B6E-A2CD-991E19B2FA17}"/>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A007B807-63FF-09A4-9DB4-358AA81693A5}"/>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363E4F48-BB66-8207-D815-3688058B9D7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38" name="TextBox 38">
                <a:extLst>
                  <a:ext uri="{FF2B5EF4-FFF2-40B4-BE49-F238E27FC236}">
                    <a16:creationId xmlns:a16="http://schemas.microsoft.com/office/drawing/2014/main" id="{9D953D06-A9BD-F1DC-F315-F1EED17E3FDA}"/>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506A3257-43BA-A51A-021F-DC9C9A3F0701}"/>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CB52FAE0-9EC1-B5F4-A2E9-852D54AE46B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1" name="TextBox 41">
                <a:extLst>
                  <a:ext uri="{FF2B5EF4-FFF2-40B4-BE49-F238E27FC236}">
                    <a16:creationId xmlns:a16="http://schemas.microsoft.com/office/drawing/2014/main" id="{B42F7D6B-9F3C-3739-90B9-5C936569884B}"/>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2274A849-628A-0FE7-4BE9-611E77010DE5}"/>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E9E7FF3D-C47F-494B-6CDA-C9F77D743D3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4" name="TextBox 44">
                <a:extLst>
                  <a:ext uri="{FF2B5EF4-FFF2-40B4-BE49-F238E27FC236}">
                    <a16:creationId xmlns:a16="http://schemas.microsoft.com/office/drawing/2014/main" id="{2690C673-2B41-C3A5-52D0-98B240FB3CFB}"/>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1018A679-FF2A-CB91-1361-18D2C471D56D}"/>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EE11F01F-2025-FBF1-51FA-0E3FBFE04AB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7" name="TextBox 47">
                <a:extLst>
                  <a:ext uri="{FF2B5EF4-FFF2-40B4-BE49-F238E27FC236}">
                    <a16:creationId xmlns:a16="http://schemas.microsoft.com/office/drawing/2014/main" id="{339FC21C-E562-434F-A109-3959BF0B1949}"/>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8" name="Group 48">
              <a:extLst>
                <a:ext uri="{FF2B5EF4-FFF2-40B4-BE49-F238E27FC236}">
                  <a16:creationId xmlns:a16="http://schemas.microsoft.com/office/drawing/2014/main" id="{85A1CE22-5131-15EA-7792-60E6791BF2F5}"/>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6A38D383-B3D5-0C61-E45B-A9DA1C9012A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0" name="TextBox 50">
                <a:extLst>
                  <a:ext uri="{FF2B5EF4-FFF2-40B4-BE49-F238E27FC236}">
                    <a16:creationId xmlns:a16="http://schemas.microsoft.com/office/drawing/2014/main" id="{1D85FF57-EC84-096D-9A5C-BE12CFD135E0}"/>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51" name="Freeform 51">
            <a:extLst>
              <a:ext uri="{FF2B5EF4-FFF2-40B4-BE49-F238E27FC236}">
                <a16:creationId xmlns:a16="http://schemas.microsoft.com/office/drawing/2014/main" id="{E37C4AEF-A648-F22F-A49A-46D266473D1D}"/>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endParaRPr lang="en-VN"/>
          </a:p>
        </p:txBody>
      </p:sp>
      <p:grpSp>
        <p:nvGrpSpPr>
          <p:cNvPr id="52" name="Group 52">
            <a:extLst>
              <a:ext uri="{FF2B5EF4-FFF2-40B4-BE49-F238E27FC236}">
                <a16:creationId xmlns:a16="http://schemas.microsoft.com/office/drawing/2014/main" id="{70491718-60EE-AC05-0ED2-B2F0ED3438E8}"/>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F5F0AB6E-3767-BD49-92BA-20CA55EFC3A2}"/>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8D125974-4D7F-C230-D391-13824375AAD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5" name="TextBox 55">
                <a:extLst>
                  <a:ext uri="{FF2B5EF4-FFF2-40B4-BE49-F238E27FC236}">
                    <a16:creationId xmlns:a16="http://schemas.microsoft.com/office/drawing/2014/main" id="{C09C8025-9B2E-0A3A-CABE-B8C050D9452F}"/>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6" name="Group 56">
              <a:extLst>
                <a:ext uri="{FF2B5EF4-FFF2-40B4-BE49-F238E27FC236}">
                  <a16:creationId xmlns:a16="http://schemas.microsoft.com/office/drawing/2014/main" id="{0F3E3A68-98DA-3768-D867-2EF4BA5F617C}"/>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05659395-EA68-3753-9B31-D261F28FE5C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8" name="TextBox 58">
                <a:extLst>
                  <a:ext uri="{FF2B5EF4-FFF2-40B4-BE49-F238E27FC236}">
                    <a16:creationId xmlns:a16="http://schemas.microsoft.com/office/drawing/2014/main" id="{6E510630-27CA-3B8C-E20B-BF47B4D57D27}"/>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9" name="Group 59">
              <a:extLst>
                <a:ext uri="{FF2B5EF4-FFF2-40B4-BE49-F238E27FC236}">
                  <a16:creationId xmlns:a16="http://schemas.microsoft.com/office/drawing/2014/main" id="{14EA401C-B294-4416-CDBD-9A38ECA25927}"/>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D53803EA-0D9E-9EB3-37E8-017F129E0CB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1" name="TextBox 61">
                <a:extLst>
                  <a:ext uri="{FF2B5EF4-FFF2-40B4-BE49-F238E27FC236}">
                    <a16:creationId xmlns:a16="http://schemas.microsoft.com/office/drawing/2014/main" id="{91506008-5177-55FB-E194-1831BADD3C6F}"/>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2" name="Group 62">
              <a:extLst>
                <a:ext uri="{FF2B5EF4-FFF2-40B4-BE49-F238E27FC236}">
                  <a16:creationId xmlns:a16="http://schemas.microsoft.com/office/drawing/2014/main" id="{82DFA66D-0243-1143-A9CB-5D93660A4276}"/>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2FE082A2-2376-C156-2892-5B821DC0108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4" name="TextBox 64">
                <a:extLst>
                  <a:ext uri="{FF2B5EF4-FFF2-40B4-BE49-F238E27FC236}">
                    <a16:creationId xmlns:a16="http://schemas.microsoft.com/office/drawing/2014/main" id="{F4DA4365-3FB8-892D-5DB1-2CA07FECD033}"/>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5" name="Group 65">
              <a:extLst>
                <a:ext uri="{FF2B5EF4-FFF2-40B4-BE49-F238E27FC236}">
                  <a16:creationId xmlns:a16="http://schemas.microsoft.com/office/drawing/2014/main" id="{383B5578-3B8E-80A9-D651-73D39F85C8FB}"/>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1389D67A-9179-EA5B-1762-BB25584222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7" name="TextBox 67">
                <a:extLst>
                  <a:ext uri="{FF2B5EF4-FFF2-40B4-BE49-F238E27FC236}">
                    <a16:creationId xmlns:a16="http://schemas.microsoft.com/office/drawing/2014/main" id="{58536503-AD2A-B040-67F1-035FAF16B743}"/>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grpSp>
        <p:nvGrpSpPr>
          <p:cNvPr id="68" name="Group 68">
            <a:extLst>
              <a:ext uri="{FF2B5EF4-FFF2-40B4-BE49-F238E27FC236}">
                <a16:creationId xmlns:a16="http://schemas.microsoft.com/office/drawing/2014/main" id="{871E5DDD-27F5-A59D-1D03-FDDFE35C9524}"/>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711966B8-7F54-D95F-B004-2AE9C77D49EA}"/>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6D53C538-ABE5-8FBE-F220-9A1E3CB7C43D}"/>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1" name="TextBox 71">
                <a:extLst>
                  <a:ext uri="{FF2B5EF4-FFF2-40B4-BE49-F238E27FC236}">
                    <a16:creationId xmlns:a16="http://schemas.microsoft.com/office/drawing/2014/main" id="{BE76B089-1912-9C3D-528A-ADE1E4578266}"/>
                  </a:ext>
                </a:extLst>
              </p:cNvPr>
              <p:cNvSpPr txBox="1"/>
              <p:nvPr/>
            </p:nvSpPr>
            <p:spPr>
              <a:xfrm>
                <a:off x="0" y="-47625"/>
                <a:ext cx="458420" cy="126378"/>
              </a:xfrm>
              <a:prstGeom prst="rect">
                <a:avLst/>
              </a:prstGeom>
            </p:spPr>
            <p:txBody>
              <a:bodyPr lIns="49849" tIns="49849" rIns="49849" bIns="49849" rtlCol="0" anchor="ctr"/>
              <a:lstStyle/>
              <a:p>
                <a:pPr algn="ctr">
                  <a:lnSpc>
                    <a:spcPts val="2659"/>
                  </a:lnSpc>
                </a:pPr>
                <a:endParaRPr/>
              </a:p>
            </p:txBody>
          </p:sp>
        </p:grpSp>
        <p:grpSp>
          <p:nvGrpSpPr>
            <p:cNvPr id="72" name="Group 72">
              <a:extLst>
                <a:ext uri="{FF2B5EF4-FFF2-40B4-BE49-F238E27FC236}">
                  <a16:creationId xmlns:a16="http://schemas.microsoft.com/office/drawing/2014/main" id="{3F8110BB-8FF6-CC67-D099-35B657C229BC}"/>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5CB23109-637F-AF4E-8C3B-189C9EC099BC}"/>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4" name="TextBox 74">
                <a:extLst>
                  <a:ext uri="{FF2B5EF4-FFF2-40B4-BE49-F238E27FC236}">
                    <a16:creationId xmlns:a16="http://schemas.microsoft.com/office/drawing/2014/main" id="{3209B950-3962-3C33-8667-1A0D5BEC2664}"/>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5" name="Group 75">
              <a:extLst>
                <a:ext uri="{FF2B5EF4-FFF2-40B4-BE49-F238E27FC236}">
                  <a16:creationId xmlns:a16="http://schemas.microsoft.com/office/drawing/2014/main" id="{8947F475-2327-1F57-57D4-27E3EA715373}"/>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86BD8310-3564-3123-6CDB-D4EADB9719B3}"/>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7" name="TextBox 77">
                <a:extLst>
                  <a:ext uri="{FF2B5EF4-FFF2-40B4-BE49-F238E27FC236}">
                    <a16:creationId xmlns:a16="http://schemas.microsoft.com/office/drawing/2014/main" id="{DA20A6CA-1766-0EAC-7838-0AD200D5DD54}"/>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8" name="Group 78">
              <a:extLst>
                <a:ext uri="{FF2B5EF4-FFF2-40B4-BE49-F238E27FC236}">
                  <a16:creationId xmlns:a16="http://schemas.microsoft.com/office/drawing/2014/main" id="{ADC34802-B734-5FEC-C892-FA3E440B9969}"/>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8C81BA16-CDA7-4673-AFEE-181F93C52C19}"/>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0" name="TextBox 80">
                <a:extLst>
                  <a:ext uri="{FF2B5EF4-FFF2-40B4-BE49-F238E27FC236}">
                    <a16:creationId xmlns:a16="http://schemas.microsoft.com/office/drawing/2014/main" id="{73B15F25-70B7-24E3-572B-A493D92670A0}"/>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81" name="Group 81">
              <a:extLst>
                <a:ext uri="{FF2B5EF4-FFF2-40B4-BE49-F238E27FC236}">
                  <a16:creationId xmlns:a16="http://schemas.microsoft.com/office/drawing/2014/main" id="{2F5BCD60-7ABB-83DE-CF08-A0489460DB7A}"/>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D36BBAE8-1D38-F30A-ED80-E5D5A68B17BC}"/>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3" name="TextBox 83">
                <a:extLst>
                  <a:ext uri="{FF2B5EF4-FFF2-40B4-BE49-F238E27FC236}">
                    <a16:creationId xmlns:a16="http://schemas.microsoft.com/office/drawing/2014/main" id="{22975959-02A5-9A3E-4B04-E1349671627E}"/>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sp>
        <p:nvSpPr>
          <p:cNvPr id="84" name="Freeform 84">
            <a:extLst>
              <a:ext uri="{FF2B5EF4-FFF2-40B4-BE49-F238E27FC236}">
                <a16:creationId xmlns:a16="http://schemas.microsoft.com/office/drawing/2014/main" id="{FCE5E664-F4BA-3E3B-2CA8-D24C10521787}"/>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98" name="TextBox 97">
            <a:extLst>
              <a:ext uri="{FF2B5EF4-FFF2-40B4-BE49-F238E27FC236}">
                <a16:creationId xmlns:a16="http://schemas.microsoft.com/office/drawing/2014/main" id="{B360A1B1-36DF-C27A-2FDF-E43DF0B79BE1}"/>
              </a:ext>
            </a:extLst>
          </p:cNvPr>
          <p:cNvSpPr txBox="1"/>
          <p:nvPr/>
        </p:nvSpPr>
        <p:spPr>
          <a:xfrm>
            <a:off x="1843541" y="1409700"/>
            <a:ext cx="15370090" cy="7381508"/>
          </a:xfrm>
          <a:prstGeom prst="rect">
            <a:avLst/>
          </a:prstGeom>
          <a:noFill/>
        </p:spPr>
        <p:txBody>
          <a:bodyPr wrap="square">
            <a:spAutoFit/>
          </a:bodyPr>
          <a:lstStyle/>
          <a:p>
            <a:pPr>
              <a:lnSpc>
                <a:spcPct val="150000"/>
              </a:lnSpc>
            </a:pPr>
            <a:r>
              <a:rPr lang="en-US" sz="4000" b="1">
                <a:solidFill>
                  <a:schemeClr val="accent6"/>
                </a:solidFill>
                <a:latin typeface="American Typewriter" panose="02090604020004020304" pitchFamily="18" charset="77"/>
              </a:rPr>
              <a:t>GIỚI TỪ CHỈ THỜI GIAN</a:t>
            </a:r>
          </a:p>
          <a:p>
            <a:pPr marL="571500" indent="-571500" algn="just">
              <a:lnSpc>
                <a:spcPct val="150000"/>
              </a:lnSpc>
              <a:buFont typeface="Wingdings" pitchFamily="2" charset="2"/>
              <a:buChar char="§"/>
            </a:pPr>
            <a:r>
              <a:rPr lang="vi-VN" sz="4000" b="1">
                <a:latin typeface="American Typewriter" panose="02090604020004020304" pitchFamily="18" charset="77"/>
              </a:rPr>
              <a:t>after</a:t>
            </a:r>
            <a:r>
              <a:rPr lang="vi-VN" sz="4000">
                <a:latin typeface="American Typewriter" panose="02090604020004020304" pitchFamily="18" charset="77"/>
              </a:rPr>
              <a:t>: chỉ hành động xảy ra sau một thời điểm hay sự kiện.</a:t>
            </a:r>
          </a:p>
          <a:p>
            <a:pPr algn="just">
              <a:lnSpc>
                <a:spcPct val="150000"/>
              </a:lnSpc>
            </a:pPr>
            <a:r>
              <a:rPr lang="vi-VN" sz="4000" b="1">
                <a:solidFill>
                  <a:srgbClr val="00B0F0"/>
                </a:solidFill>
                <a:latin typeface="American Typewriter" panose="02090604020004020304" pitchFamily="18" charset="77"/>
              </a:rPr>
              <a:t>→ Ví dụ: </a:t>
            </a:r>
            <a:r>
              <a:rPr lang="vi-VN" sz="4000">
                <a:solidFill>
                  <a:srgbClr val="00B0F0"/>
                </a:solidFill>
                <a:latin typeface="American Typewriter" panose="02090604020004020304" pitchFamily="18" charset="77"/>
              </a:rPr>
              <a:t>after dinner, after school</a:t>
            </a:r>
          </a:p>
          <a:p>
            <a:pPr marL="571500" indent="-571500" algn="just">
              <a:lnSpc>
                <a:spcPct val="150000"/>
              </a:lnSpc>
              <a:buFont typeface="Wingdings" pitchFamily="2" charset="2"/>
              <a:buChar char="§"/>
            </a:pPr>
            <a:r>
              <a:rPr lang="vi-VN" sz="4000" b="1">
                <a:latin typeface="American Typewriter" panose="02090604020004020304" pitchFamily="18" charset="77"/>
              </a:rPr>
              <a:t>before</a:t>
            </a:r>
            <a:r>
              <a:rPr lang="vi-VN" sz="4000">
                <a:latin typeface="American Typewriter" panose="02090604020004020304" pitchFamily="18" charset="77"/>
              </a:rPr>
              <a:t>: chỉ hành động xảy ra trước một thời điểm nào đó.</a:t>
            </a:r>
          </a:p>
          <a:p>
            <a:pPr algn="just">
              <a:lnSpc>
                <a:spcPct val="150000"/>
              </a:lnSpc>
            </a:pPr>
            <a:r>
              <a:rPr lang="vi-VN" sz="4000" b="1">
                <a:solidFill>
                  <a:srgbClr val="00B0F0"/>
                </a:solidFill>
                <a:latin typeface="American Typewriter" panose="02090604020004020304" pitchFamily="18" charset="77"/>
              </a:rPr>
              <a:t>→ Ví dụ: </a:t>
            </a:r>
            <a:r>
              <a:rPr lang="vi-VN" sz="4000">
                <a:solidFill>
                  <a:srgbClr val="00B0F0"/>
                </a:solidFill>
                <a:latin typeface="American Typewriter" panose="02090604020004020304" pitchFamily="18" charset="77"/>
              </a:rPr>
              <a:t>before bedtime, before class, before lunch</a:t>
            </a:r>
          </a:p>
          <a:p>
            <a:pPr marL="571500" indent="-571500" algn="just">
              <a:lnSpc>
                <a:spcPct val="150000"/>
              </a:lnSpc>
              <a:buFont typeface="Wingdings" pitchFamily="2" charset="2"/>
              <a:buChar char="§"/>
            </a:pPr>
            <a:r>
              <a:rPr lang="vi-VN" sz="4000" b="1">
                <a:latin typeface="American Typewriter" panose="02090604020004020304" pitchFamily="18" charset="77"/>
              </a:rPr>
              <a:t>until / till</a:t>
            </a:r>
            <a:r>
              <a:rPr lang="vi-VN" sz="4000">
                <a:latin typeface="American Typewriter" panose="02090604020004020304" pitchFamily="18" charset="77"/>
              </a:rPr>
              <a:t>: dùng khi điều gì đó kéo dài đến một thời điểm nhất định.</a:t>
            </a:r>
          </a:p>
          <a:p>
            <a:pPr algn="just">
              <a:lnSpc>
                <a:spcPct val="150000"/>
              </a:lnSpc>
            </a:pPr>
            <a:r>
              <a:rPr lang="vi-VN" sz="4000" b="1">
                <a:solidFill>
                  <a:srgbClr val="00B0F0"/>
                </a:solidFill>
                <a:latin typeface="American Typewriter" panose="02090604020004020304" pitchFamily="18" charset="77"/>
              </a:rPr>
              <a:t>→ Ví dụ:</a:t>
            </a:r>
            <a:r>
              <a:rPr lang="vi-VN" sz="4000">
                <a:solidFill>
                  <a:srgbClr val="00B0F0"/>
                </a:solidFill>
                <a:latin typeface="American Typewriter" panose="02090604020004020304" pitchFamily="18" charset="77"/>
              </a:rPr>
              <a:t> until midnight, till the end of the month</a:t>
            </a:r>
          </a:p>
        </p:txBody>
      </p:sp>
    </p:spTree>
    <p:extLst>
      <p:ext uri="{BB962C8B-B14F-4D97-AF65-F5344CB8AC3E}">
        <p14:creationId xmlns:p14="http://schemas.microsoft.com/office/powerpoint/2010/main" val="3025560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8">
                                            <p:txEl>
                                              <p:pRg st="4" end="4"/>
                                            </p:txEl>
                                          </p:spTgt>
                                        </p:tgtEl>
                                        <p:attrNameLst>
                                          <p:attrName>style.visibility</p:attrName>
                                        </p:attrNameLst>
                                      </p:cBhvr>
                                      <p:to>
                                        <p:strVal val="visible"/>
                                      </p:to>
                                    </p:set>
                                    <p:anim calcmode="lin" valueType="num">
                                      <p:cBhvr additive="base">
                                        <p:cTn id="31" dur="500" fill="hold"/>
                                        <p:tgtEl>
                                          <p:spTgt spid="9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8">
                                            <p:txEl>
                                              <p:pRg st="5" end="5"/>
                                            </p:txEl>
                                          </p:spTgt>
                                        </p:tgtEl>
                                        <p:attrNameLst>
                                          <p:attrName>style.visibility</p:attrName>
                                        </p:attrNameLst>
                                      </p:cBhvr>
                                      <p:to>
                                        <p:strVal val="visible"/>
                                      </p:to>
                                    </p:set>
                                    <p:anim calcmode="lin" valueType="num">
                                      <p:cBhvr additive="base">
                                        <p:cTn id="37" dur="500" fill="hold"/>
                                        <p:tgtEl>
                                          <p:spTgt spid="9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8">
                                            <p:txEl>
                                              <p:pRg st="6" end="6"/>
                                            </p:txEl>
                                          </p:spTgt>
                                        </p:tgtEl>
                                        <p:attrNameLst>
                                          <p:attrName>style.visibility</p:attrName>
                                        </p:attrNameLst>
                                      </p:cBhvr>
                                      <p:to>
                                        <p:strVal val="visible"/>
                                      </p:to>
                                    </p:set>
                                    <p:anim calcmode="lin" valueType="num">
                                      <p:cBhvr additive="base">
                                        <p:cTn id="43" dur="500" fill="hold"/>
                                        <p:tgtEl>
                                          <p:spTgt spid="98">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8">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13B0C-5A14-6265-3264-5C9DC4BE133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DFE5FA1-D6C0-B640-A0D2-50E514AF7499}"/>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endParaRPr lang="en-VN"/>
          </a:p>
        </p:txBody>
      </p:sp>
      <p:sp>
        <p:nvSpPr>
          <p:cNvPr id="3" name="Freeform 3">
            <a:extLst>
              <a:ext uri="{FF2B5EF4-FFF2-40B4-BE49-F238E27FC236}">
                <a16:creationId xmlns:a16="http://schemas.microsoft.com/office/drawing/2014/main" id="{8E436557-8235-F159-38F9-98C8CE8E4B9E}"/>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endParaRPr lang="en-VN"/>
          </a:p>
        </p:txBody>
      </p:sp>
      <p:sp>
        <p:nvSpPr>
          <p:cNvPr id="4" name="Freeform 4">
            <a:extLst>
              <a:ext uri="{FF2B5EF4-FFF2-40B4-BE49-F238E27FC236}">
                <a16:creationId xmlns:a16="http://schemas.microsoft.com/office/drawing/2014/main" id="{80552A42-6360-492F-CEF7-D49CA5837BDB}"/>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endParaRPr lang="en-VN"/>
          </a:p>
        </p:txBody>
      </p:sp>
      <p:grpSp>
        <p:nvGrpSpPr>
          <p:cNvPr id="5" name="Group 5">
            <a:extLst>
              <a:ext uri="{FF2B5EF4-FFF2-40B4-BE49-F238E27FC236}">
                <a16:creationId xmlns:a16="http://schemas.microsoft.com/office/drawing/2014/main" id="{434F6180-CF59-A7C2-6102-F7486E26EEF6}"/>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A61FC411-D00D-FD55-7BD6-24FBE9B21A08}"/>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endParaRPr lang="en-VN"/>
            </a:p>
          </p:txBody>
        </p:sp>
        <p:sp>
          <p:nvSpPr>
            <p:cNvPr id="7" name="TextBox 7">
              <a:extLst>
                <a:ext uri="{FF2B5EF4-FFF2-40B4-BE49-F238E27FC236}">
                  <a16:creationId xmlns:a16="http://schemas.microsoft.com/office/drawing/2014/main" id="{981604B9-5DFC-C870-A718-A48DB649BAEC}"/>
                </a:ext>
              </a:extLst>
            </p:cNvPr>
            <p:cNvSpPr txBox="1"/>
            <p:nvPr/>
          </p:nvSpPr>
          <p:spPr>
            <a:xfrm>
              <a:off x="0" y="-47625"/>
              <a:ext cx="5454346" cy="2751565"/>
            </a:xfrm>
            <a:prstGeom prst="rect">
              <a:avLst/>
            </a:prstGeom>
          </p:spPr>
          <p:txBody>
            <a:bodyPr lIns="49849" tIns="49849" rIns="49849" bIns="49849" rtlCol="0" anchor="ctr"/>
            <a:lstStyle/>
            <a:p>
              <a:pPr algn="ctr">
                <a:lnSpc>
                  <a:spcPts val="2659"/>
                </a:lnSpc>
              </a:pPr>
              <a:endParaRPr/>
            </a:p>
          </p:txBody>
        </p:sp>
      </p:grpSp>
      <p:grpSp>
        <p:nvGrpSpPr>
          <p:cNvPr id="8" name="Group 8">
            <a:extLst>
              <a:ext uri="{FF2B5EF4-FFF2-40B4-BE49-F238E27FC236}">
                <a16:creationId xmlns:a16="http://schemas.microsoft.com/office/drawing/2014/main" id="{8070327C-40DB-12D1-574D-EAED813F78C4}"/>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80FA7D36-8670-968C-CDD9-E34A2AC795C7}"/>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endParaRPr lang="en-VN"/>
            </a:p>
          </p:txBody>
        </p:sp>
        <p:sp>
          <p:nvSpPr>
            <p:cNvPr id="10" name="TextBox 10">
              <a:extLst>
                <a:ext uri="{FF2B5EF4-FFF2-40B4-BE49-F238E27FC236}">
                  <a16:creationId xmlns:a16="http://schemas.microsoft.com/office/drawing/2014/main" id="{164768E5-F7C0-CE59-7B46-145E37425F50}"/>
                </a:ext>
              </a:extLst>
            </p:cNvPr>
            <p:cNvSpPr txBox="1"/>
            <p:nvPr/>
          </p:nvSpPr>
          <p:spPr>
            <a:xfrm>
              <a:off x="0" y="-47625"/>
              <a:ext cx="5429786" cy="2704410"/>
            </a:xfrm>
            <a:prstGeom prst="rect">
              <a:avLst/>
            </a:prstGeom>
          </p:spPr>
          <p:txBody>
            <a:bodyPr lIns="49849" tIns="49849" rIns="49849" bIns="49849" rtlCol="0" anchor="ctr"/>
            <a:lstStyle/>
            <a:p>
              <a:pPr algn="ctr">
                <a:lnSpc>
                  <a:spcPts val="2659"/>
                </a:lnSpc>
              </a:pPr>
              <a:endParaRPr/>
            </a:p>
          </p:txBody>
        </p:sp>
      </p:grpSp>
      <p:grpSp>
        <p:nvGrpSpPr>
          <p:cNvPr id="11" name="Group 11">
            <a:extLst>
              <a:ext uri="{FF2B5EF4-FFF2-40B4-BE49-F238E27FC236}">
                <a16:creationId xmlns:a16="http://schemas.microsoft.com/office/drawing/2014/main" id="{639B8643-D473-CD86-581F-E5B4705062B1}"/>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F754F4D3-646D-3FE4-3FC7-B3A51E7CC80A}"/>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endParaRPr lang="en-VN"/>
            </a:p>
          </p:txBody>
        </p:sp>
        <p:sp>
          <p:nvSpPr>
            <p:cNvPr id="13" name="TextBox 13">
              <a:extLst>
                <a:ext uri="{FF2B5EF4-FFF2-40B4-BE49-F238E27FC236}">
                  <a16:creationId xmlns:a16="http://schemas.microsoft.com/office/drawing/2014/main" id="{63D949BB-4157-D86A-5752-65318D267034}"/>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4" name="Group 14">
            <a:extLst>
              <a:ext uri="{FF2B5EF4-FFF2-40B4-BE49-F238E27FC236}">
                <a16:creationId xmlns:a16="http://schemas.microsoft.com/office/drawing/2014/main" id="{B2DCA0F0-E157-2A74-8C69-9363C2A4FC24}"/>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B481A828-443A-891D-6C1D-56181E45BCBB}"/>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endParaRPr lang="en-VN"/>
            </a:p>
          </p:txBody>
        </p:sp>
        <p:sp>
          <p:nvSpPr>
            <p:cNvPr id="16" name="TextBox 16">
              <a:extLst>
                <a:ext uri="{FF2B5EF4-FFF2-40B4-BE49-F238E27FC236}">
                  <a16:creationId xmlns:a16="http://schemas.microsoft.com/office/drawing/2014/main" id="{879B77BE-CBD3-1D43-E438-700F3F9DC795}"/>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7" name="Group 17">
            <a:extLst>
              <a:ext uri="{FF2B5EF4-FFF2-40B4-BE49-F238E27FC236}">
                <a16:creationId xmlns:a16="http://schemas.microsoft.com/office/drawing/2014/main" id="{D75F71EE-3B87-FF4A-6B1F-C869BE96CD02}"/>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84B7B919-6C49-5F1F-1950-FD2DFE873A04}"/>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endParaRPr lang="en-VN"/>
            </a:p>
          </p:txBody>
        </p:sp>
        <p:sp>
          <p:nvSpPr>
            <p:cNvPr id="19" name="TextBox 19">
              <a:extLst>
                <a:ext uri="{FF2B5EF4-FFF2-40B4-BE49-F238E27FC236}">
                  <a16:creationId xmlns:a16="http://schemas.microsoft.com/office/drawing/2014/main" id="{111CD031-6E8F-9BBD-1EF7-815DE92BC29C}"/>
                </a:ext>
              </a:extLst>
            </p:cNvPr>
            <p:cNvSpPr txBox="1"/>
            <p:nvPr/>
          </p:nvSpPr>
          <p:spPr>
            <a:xfrm>
              <a:off x="0" y="-47625"/>
              <a:ext cx="3961731" cy="2448417"/>
            </a:xfrm>
            <a:prstGeom prst="rect">
              <a:avLst/>
            </a:prstGeom>
          </p:spPr>
          <p:txBody>
            <a:bodyPr lIns="49849" tIns="49849" rIns="49849" bIns="49849" rtlCol="0" anchor="ctr"/>
            <a:lstStyle/>
            <a:p>
              <a:pPr algn="ctr">
                <a:lnSpc>
                  <a:spcPts val="2659"/>
                </a:lnSpc>
              </a:pPr>
              <a:endParaRPr/>
            </a:p>
          </p:txBody>
        </p:sp>
      </p:grpSp>
      <p:sp>
        <p:nvSpPr>
          <p:cNvPr id="34" name="Freeform 34">
            <a:extLst>
              <a:ext uri="{FF2B5EF4-FFF2-40B4-BE49-F238E27FC236}">
                <a16:creationId xmlns:a16="http://schemas.microsoft.com/office/drawing/2014/main" id="{C5EC958C-9190-BB46-88AE-7470EE1E76E6}"/>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endParaRPr lang="en-VN"/>
          </a:p>
        </p:txBody>
      </p:sp>
      <p:grpSp>
        <p:nvGrpSpPr>
          <p:cNvPr id="35" name="Group 35">
            <a:extLst>
              <a:ext uri="{FF2B5EF4-FFF2-40B4-BE49-F238E27FC236}">
                <a16:creationId xmlns:a16="http://schemas.microsoft.com/office/drawing/2014/main" id="{EEB61C64-3DD1-7C59-83ED-C38B9114C9E0}"/>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2EAC5320-2620-575F-4752-1B289E548D3D}"/>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C6C6D521-AD96-039D-9067-9B2FA1ECCB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38" name="TextBox 38">
                <a:extLst>
                  <a:ext uri="{FF2B5EF4-FFF2-40B4-BE49-F238E27FC236}">
                    <a16:creationId xmlns:a16="http://schemas.microsoft.com/office/drawing/2014/main" id="{C0D0768F-5026-2288-A234-EE09B48124D8}"/>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1AC9BF6A-DB48-9AF0-ABF5-9C11EC4B1A58}"/>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BC900512-E3AC-E99C-C25D-0E4E92BDDD4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1" name="TextBox 41">
                <a:extLst>
                  <a:ext uri="{FF2B5EF4-FFF2-40B4-BE49-F238E27FC236}">
                    <a16:creationId xmlns:a16="http://schemas.microsoft.com/office/drawing/2014/main" id="{809853CF-9BAA-27DA-5D5F-AEEDA89ED6E0}"/>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5A269F46-D166-AE49-A468-5C7CF481A86A}"/>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E8D95A6B-CC83-D9A7-EA98-CC774E5FEED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4" name="TextBox 44">
                <a:extLst>
                  <a:ext uri="{FF2B5EF4-FFF2-40B4-BE49-F238E27FC236}">
                    <a16:creationId xmlns:a16="http://schemas.microsoft.com/office/drawing/2014/main" id="{62FE5B4D-8558-B015-4B56-F31C02D6F891}"/>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1A225AF4-0833-842E-CE33-9C62370C26DD}"/>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8BD5574A-6982-E5A2-FE4F-0BAB22B8BF8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7" name="TextBox 47">
                <a:extLst>
                  <a:ext uri="{FF2B5EF4-FFF2-40B4-BE49-F238E27FC236}">
                    <a16:creationId xmlns:a16="http://schemas.microsoft.com/office/drawing/2014/main" id="{89E547E3-13E9-21D0-5F05-8A23B0BB6CD7}"/>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8" name="Group 48">
              <a:extLst>
                <a:ext uri="{FF2B5EF4-FFF2-40B4-BE49-F238E27FC236}">
                  <a16:creationId xmlns:a16="http://schemas.microsoft.com/office/drawing/2014/main" id="{F713F527-1A09-197E-18B3-E2F26EB1DABE}"/>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399EDCC0-7888-1FEE-A58B-0BF175C8B43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0" name="TextBox 50">
                <a:extLst>
                  <a:ext uri="{FF2B5EF4-FFF2-40B4-BE49-F238E27FC236}">
                    <a16:creationId xmlns:a16="http://schemas.microsoft.com/office/drawing/2014/main" id="{5D184E2A-8F29-D3B0-7E5E-913AE8A33F61}"/>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51" name="Freeform 51">
            <a:extLst>
              <a:ext uri="{FF2B5EF4-FFF2-40B4-BE49-F238E27FC236}">
                <a16:creationId xmlns:a16="http://schemas.microsoft.com/office/drawing/2014/main" id="{25FD8748-A7ED-ADC1-861F-4F5D39B9F310}"/>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endParaRPr lang="en-VN"/>
          </a:p>
        </p:txBody>
      </p:sp>
      <p:grpSp>
        <p:nvGrpSpPr>
          <p:cNvPr id="52" name="Group 52">
            <a:extLst>
              <a:ext uri="{FF2B5EF4-FFF2-40B4-BE49-F238E27FC236}">
                <a16:creationId xmlns:a16="http://schemas.microsoft.com/office/drawing/2014/main" id="{EC34D626-40C9-BAC9-66B3-2CCE39212014}"/>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65061185-1FF3-B503-FC0C-4DE072A717C0}"/>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480898DB-E682-2835-65C2-487BE29BC5A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5" name="TextBox 55">
                <a:extLst>
                  <a:ext uri="{FF2B5EF4-FFF2-40B4-BE49-F238E27FC236}">
                    <a16:creationId xmlns:a16="http://schemas.microsoft.com/office/drawing/2014/main" id="{113E3223-A660-0D39-8FE9-D8C34035D831}"/>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6" name="Group 56">
              <a:extLst>
                <a:ext uri="{FF2B5EF4-FFF2-40B4-BE49-F238E27FC236}">
                  <a16:creationId xmlns:a16="http://schemas.microsoft.com/office/drawing/2014/main" id="{A78DA149-8D70-F2B8-DE68-D3E682F30D9C}"/>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0524D8BD-3E18-4E9D-A091-28168CEB190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8" name="TextBox 58">
                <a:extLst>
                  <a:ext uri="{FF2B5EF4-FFF2-40B4-BE49-F238E27FC236}">
                    <a16:creationId xmlns:a16="http://schemas.microsoft.com/office/drawing/2014/main" id="{098C5D03-17B6-6B11-A23E-ED63C769A4A7}"/>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9" name="Group 59">
              <a:extLst>
                <a:ext uri="{FF2B5EF4-FFF2-40B4-BE49-F238E27FC236}">
                  <a16:creationId xmlns:a16="http://schemas.microsoft.com/office/drawing/2014/main" id="{E3D906A6-08BE-1B87-A052-C86B09EB48C7}"/>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B1EC661E-2FF0-AEE5-CE1B-AE7CB0541C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1" name="TextBox 61">
                <a:extLst>
                  <a:ext uri="{FF2B5EF4-FFF2-40B4-BE49-F238E27FC236}">
                    <a16:creationId xmlns:a16="http://schemas.microsoft.com/office/drawing/2014/main" id="{D2FF598F-1CD6-C43F-E0F2-CEDD636ED2FD}"/>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2" name="Group 62">
              <a:extLst>
                <a:ext uri="{FF2B5EF4-FFF2-40B4-BE49-F238E27FC236}">
                  <a16:creationId xmlns:a16="http://schemas.microsoft.com/office/drawing/2014/main" id="{AA229CCD-26D4-5418-20B0-F6459EBCA8CF}"/>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75F1F02E-56CA-4571-D668-7067E503DB9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4" name="TextBox 64">
                <a:extLst>
                  <a:ext uri="{FF2B5EF4-FFF2-40B4-BE49-F238E27FC236}">
                    <a16:creationId xmlns:a16="http://schemas.microsoft.com/office/drawing/2014/main" id="{DDB6BEBF-93B0-C15B-C9C5-30DDAD8AEEBE}"/>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5" name="Group 65">
              <a:extLst>
                <a:ext uri="{FF2B5EF4-FFF2-40B4-BE49-F238E27FC236}">
                  <a16:creationId xmlns:a16="http://schemas.microsoft.com/office/drawing/2014/main" id="{931C3DDE-45EC-AEED-BCE3-A221976F453B}"/>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DF157685-802D-336F-1DBB-0A60478D7CD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7" name="TextBox 67">
                <a:extLst>
                  <a:ext uri="{FF2B5EF4-FFF2-40B4-BE49-F238E27FC236}">
                    <a16:creationId xmlns:a16="http://schemas.microsoft.com/office/drawing/2014/main" id="{500A12D9-1309-FC18-1B60-7D906C874523}"/>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grpSp>
        <p:nvGrpSpPr>
          <p:cNvPr id="68" name="Group 68">
            <a:extLst>
              <a:ext uri="{FF2B5EF4-FFF2-40B4-BE49-F238E27FC236}">
                <a16:creationId xmlns:a16="http://schemas.microsoft.com/office/drawing/2014/main" id="{2E369455-3D77-3949-3D33-6B668B496414}"/>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FEA158A7-4293-520C-EBF0-7B02A9DB17BC}"/>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0CA1643D-7F8A-5A8E-1F91-7D0C20DF1EFF}"/>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1" name="TextBox 71">
                <a:extLst>
                  <a:ext uri="{FF2B5EF4-FFF2-40B4-BE49-F238E27FC236}">
                    <a16:creationId xmlns:a16="http://schemas.microsoft.com/office/drawing/2014/main" id="{4B78E751-274E-B9DA-4CC2-DD4CCF565AB7}"/>
                  </a:ext>
                </a:extLst>
              </p:cNvPr>
              <p:cNvSpPr txBox="1"/>
              <p:nvPr/>
            </p:nvSpPr>
            <p:spPr>
              <a:xfrm>
                <a:off x="0" y="-47625"/>
                <a:ext cx="458420" cy="126378"/>
              </a:xfrm>
              <a:prstGeom prst="rect">
                <a:avLst/>
              </a:prstGeom>
            </p:spPr>
            <p:txBody>
              <a:bodyPr lIns="49849" tIns="49849" rIns="49849" bIns="49849" rtlCol="0" anchor="ctr"/>
              <a:lstStyle/>
              <a:p>
                <a:pPr algn="ctr">
                  <a:lnSpc>
                    <a:spcPts val="2659"/>
                  </a:lnSpc>
                </a:pPr>
                <a:endParaRPr/>
              </a:p>
            </p:txBody>
          </p:sp>
        </p:grpSp>
        <p:grpSp>
          <p:nvGrpSpPr>
            <p:cNvPr id="72" name="Group 72">
              <a:extLst>
                <a:ext uri="{FF2B5EF4-FFF2-40B4-BE49-F238E27FC236}">
                  <a16:creationId xmlns:a16="http://schemas.microsoft.com/office/drawing/2014/main" id="{9A7E2203-236A-0715-6350-259AC71F1448}"/>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E9BA06D1-8D2C-BE46-A846-54A693C1166C}"/>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4" name="TextBox 74">
                <a:extLst>
                  <a:ext uri="{FF2B5EF4-FFF2-40B4-BE49-F238E27FC236}">
                    <a16:creationId xmlns:a16="http://schemas.microsoft.com/office/drawing/2014/main" id="{656BC56B-0514-4EAA-0DC2-F6B96F51C628}"/>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5" name="Group 75">
              <a:extLst>
                <a:ext uri="{FF2B5EF4-FFF2-40B4-BE49-F238E27FC236}">
                  <a16:creationId xmlns:a16="http://schemas.microsoft.com/office/drawing/2014/main" id="{30C13706-AAE7-4EBF-A919-533B6A343CAA}"/>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F605A871-93CB-9759-4E26-D719CDDB35EE}"/>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7" name="TextBox 77">
                <a:extLst>
                  <a:ext uri="{FF2B5EF4-FFF2-40B4-BE49-F238E27FC236}">
                    <a16:creationId xmlns:a16="http://schemas.microsoft.com/office/drawing/2014/main" id="{A993FEF8-2583-E054-473D-6BF3DA411092}"/>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8" name="Group 78">
              <a:extLst>
                <a:ext uri="{FF2B5EF4-FFF2-40B4-BE49-F238E27FC236}">
                  <a16:creationId xmlns:a16="http://schemas.microsoft.com/office/drawing/2014/main" id="{6152D76C-96FD-2B27-5974-E5B87DD8164E}"/>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68160EF0-4E0E-73E2-36E3-F84AA362BC01}"/>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0" name="TextBox 80">
                <a:extLst>
                  <a:ext uri="{FF2B5EF4-FFF2-40B4-BE49-F238E27FC236}">
                    <a16:creationId xmlns:a16="http://schemas.microsoft.com/office/drawing/2014/main" id="{24AD4D5C-7669-207F-C846-BE9BE854C60A}"/>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81" name="Group 81">
              <a:extLst>
                <a:ext uri="{FF2B5EF4-FFF2-40B4-BE49-F238E27FC236}">
                  <a16:creationId xmlns:a16="http://schemas.microsoft.com/office/drawing/2014/main" id="{28F71050-1F2A-599E-7F9E-EFB6B44592E8}"/>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BB309298-84D9-AEE6-6C28-1B8B9C8FFB43}"/>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3" name="TextBox 83">
                <a:extLst>
                  <a:ext uri="{FF2B5EF4-FFF2-40B4-BE49-F238E27FC236}">
                    <a16:creationId xmlns:a16="http://schemas.microsoft.com/office/drawing/2014/main" id="{B64BDBB5-C112-6D95-54B1-0FB91082528B}"/>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sp>
        <p:nvSpPr>
          <p:cNvPr id="84" name="Freeform 84">
            <a:extLst>
              <a:ext uri="{FF2B5EF4-FFF2-40B4-BE49-F238E27FC236}">
                <a16:creationId xmlns:a16="http://schemas.microsoft.com/office/drawing/2014/main" id="{EB0AB280-4446-2923-B9A3-9A15C5F0076D}"/>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98" name="TextBox 97">
            <a:extLst>
              <a:ext uri="{FF2B5EF4-FFF2-40B4-BE49-F238E27FC236}">
                <a16:creationId xmlns:a16="http://schemas.microsoft.com/office/drawing/2014/main" id="{FC0CDEBB-E3D5-A0EA-C1D8-A02403B82844}"/>
              </a:ext>
            </a:extLst>
          </p:cNvPr>
          <p:cNvSpPr txBox="1"/>
          <p:nvPr/>
        </p:nvSpPr>
        <p:spPr>
          <a:xfrm>
            <a:off x="1848695" y="1370952"/>
            <a:ext cx="15370090" cy="7378751"/>
          </a:xfrm>
          <a:prstGeom prst="rect">
            <a:avLst/>
          </a:prstGeom>
          <a:noFill/>
        </p:spPr>
        <p:txBody>
          <a:bodyPr wrap="square">
            <a:spAutoFit/>
          </a:bodyPr>
          <a:lstStyle/>
          <a:p>
            <a:pPr algn="just">
              <a:lnSpc>
                <a:spcPct val="150000"/>
              </a:lnSpc>
              <a:buNone/>
            </a:pPr>
            <a:r>
              <a:rPr lang="en-US" sz="4000" b="1">
                <a:solidFill>
                  <a:srgbClr val="00B050"/>
                </a:solidFill>
                <a:latin typeface="American Typewriter" panose="02090604020004020304" pitchFamily="18" charset="77"/>
              </a:rPr>
              <a:t>Bài tập áp dụng: Chuyển các cụm từ chỉ thời gian sau sang tiếng Anh:</a:t>
            </a:r>
            <a:endParaRPr lang="en-US" sz="4000">
              <a:solidFill>
                <a:srgbClr val="00B050"/>
              </a:solidFill>
              <a:latin typeface="American Typewriter" panose="02090604020004020304" pitchFamily="18" charset="77"/>
            </a:endParaRPr>
          </a:p>
          <a:p>
            <a:pPr algn="just">
              <a:lnSpc>
                <a:spcPct val="150000"/>
              </a:lnSpc>
            </a:pPr>
            <a:r>
              <a:rPr lang="en-US" sz="4000" b="1">
                <a:latin typeface="American Typewriter" panose="02090604020004020304" pitchFamily="18" charset="77"/>
              </a:rPr>
              <a:t>1. trong suốt kỳ nghỉ hè </a:t>
            </a:r>
          </a:p>
          <a:p>
            <a:pPr algn="just">
              <a:lnSpc>
                <a:spcPct val="150000"/>
              </a:lnSpc>
            </a:pPr>
            <a:r>
              <a:rPr lang="en-US" sz="4000" b="1">
                <a:solidFill>
                  <a:srgbClr val="00B0F0"/>
                </a:solidFill>
                <a:latin typeface="American Typewriter" panose="02090604020004020304" pitchFamily="18" charset="77"/>
              </a:rPr>
              <a:t>→ </a:t>
            </a:r>
            <a:r>
              <a:rPr lang="en-US" sz="4000" b="1">
                <a:solidFill>
                  <a:srgbClr val="FF0000"/>
                </a:solidFill>
                <a:latin typeface="American Typewriter" panose="02090604020004020304" pitchFamily="18" charset="77"/>
              </a:rPr>
              <a:t>during</a:t>
            </a:r>
            <a:r>
              <a:rPr lang="en-US" sz="4000" b="1">
                <a:solidFill>
                  <a:srgbClr val="00B0F0"/>
                </a:solidFill>
                <a:latin typeface="American Typewriter" panose="02090604020004020304" pitchFamily="18" charset="77"/>
              </a:rPr>
              <a:t> the summer vacation</a:t>
            </a:r>
          </a:p>
          <a:p>
            <a:pPr algn="just">
              <a:lnSpc>
                <a:spcPct val="150000"/>
              </a:lnSpc>
            </a:pPr>
            <a:r>
              <a:rPr lang="en-US" sz="4000" b="1">
                <a:latin typeface="American Typewriter" panose="02090604020004020304" pitchFamily="18" charset="77"/>
              </a:rPr>
              <a:t>2. vào cuối tuần </a:t>
            </a:r>
          </a:p>
          <a:p>
            <a:pPr algn="just">
              <a:lnSpc>
                <a:spcPct val="150000"/>
              </a:lnSpc>
            </a:pPr>
            <a:r>
              <a:rPr lang="en-US" sz="4000" b="1">
                <a:solidFill>
                  <a:srgbClr val="00B0F0"/>
                </a:solidFill>
                <a:latin typeface="American Typewriter" panose="02090604020004020304" pitchFamily="18" charset="77"/>
              </a:rPr>
              <a:t>→ </a:t>
            </a:r>
            <a:r>
              <a:rPr lang="en-US" sz="4000" b="1">
                <a:solidFill>
                  <a:srgbClr val="FF0000"/>
                </a:solidFill>
                <a:latin typeface="American Typewriter" panose="02090604020004020304" pitchFamily="18" charset="77"/>
              </a:rPr>
              <a:t>at</a:t>
            </a:r>
            <a:r>
              <a:rPr lang="en-US" sz="4000" b="1">
                <a:solidFill>
                  <a:srgbClr val="00B0F0"/>
                </a:solidFill>
                <a:latin typeface="American Typewriter" panose="02090604020004020304" pitchFamily="18" charset="77"/>
              </a:rPr>
              <a:t> the weekend / on weekends</a:t>
            </a:r>
          </a:p>
          <a:p>
            <a:pPr algn="just">
              <a:lnSpc>
                <a:spcPct val="150000"/>
              </a:lnSpc>
            </a:pPr>
            <a:r>
              <a:rPr lang="en-US" sz="4000" b="1">
                <a:latin typeface="American Typewriter" panose="02090604020004020304" pitchFamily="18" charset="77"/>
              </a:rPr>
              <a:t>3. vào sáng thứ Hai tuần tới </a:t>
            </a:r>
          </a:p>
          <a:p>
            <a:pPr algn="just">
              <a:lnSpc>
                <a:spcPct val="150000"/>
              </a:lnSpc>
            </a:pPr>
            <a:r>
              <a:rPr lang="en-US" sz="4000" b="1">
                <a:solidFill>
                  <a:srgbClr val="00B0F0"/>
                </a:solidFill>
                <a:latin typeface="American Typewriter" panose="02090604020004020304" pitchFamily="18" charset="77"/>
              </a:rPr>
              <a:t>→ </a:t>
            </a:r>
            <a:r>
              <a:rPr lang="en-US" sz="4000" b="1">
                <a:solidFill>
                  <a:srgbClr val="FF0000"/>
                </a:solidFill>
                <a:latin typeface="American Typewriter" panose="02090604020004020304" pitchFamily="18" charset="77"/>
              </a:rPr>
              <a:t>on</a:t>
            </a:r>
            <a:r>
              <a:rPr lang="en-US" sz="4000" b="1">
                <a:solidFill>
                  <a:srgbClr val="00B0F0"/>
                </a:solidFill>
                <a:latin typeface="American Typewriter" panose="02090604020004020304" pitchFamily="18" charset="77"/>
              </a:rPr>
              <a:t> Monday morning next week/</a:t>
            </a:r>
            <a:r>
              <a:rPr lang="en-US" sz="4000" b="1">
                <a:solidFill>
                  <a:srgbClr val="FF0000"/>
                </a:solidFill>
                <a:latin typeface="American Typewriter" panose="02090604020004020304" pitchFamily="18" charset="77"/>
              </a:rPr>
              <a:t>x</a:t>
            </a:r>
            <a:r>
              <a:rPr lang="en-US" sz="4000" b="1">
                <a:solidFill>
                  <a:srgbClr val="00B0F0"/>
                </a:solidFill>
                <a:latin typeface="American Typewriter" panose="02090604020004020304" pitchFamily="18" charset="77"/>
              </a:rPr>
              <a:t> next Monday morning</a:t>
            </a:r>
          </a:p>
        </p:txBody>
      </p:sp>
    </p:spTree>
    <p:extLst>
      <p:ext uri="{BB962C8B-B14F-4D97-AF65-F5344CB8AC3E}">
        <p14:creationId xmlns:p14="http://schemas.microsoft.com/office/powerpoint/2010/main" val="1367983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8">
                                            <p:txEl>
                                              <p:pRg st="4" end="4"/>
                                            </p:txEl>
                                          </p:spTgt>
                                        </p:tgtEl>
                                        <p:attrNameLst>
                                          <p:attrName>style.visibility</p:attrName>
                                        </p:attrNameLst>
                                      </p:cBhvr>
                                      <p:to>
                                        <p:strVal val="visible"/>
                                      </p:to>
                                    </p:set>
                                    <p:anim calcmode="lin" valueType="num">
                                      <p:cBhvr additive="base">
                                        <p:cTn id="31" dur="500" fill="hold"/>
                                        <p:tgtEl>
                                          <p:spTgt spid="9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8">
                                            <p:txEl>
                                              <p:pRg st="5" end="5"/>
                                            </p:txEl>
                                          </p:spTgt>
                                        </p:tgtEl>
                                        <p:attrNameLst>
                                          <p:attrName>style.visibility</p:attrName>
                                        </p:attrNameLst>
                                      </p:cBhvr>
                                      <p:to>
                                        <p:strVal val="visible"/>
                                      </p:to>
                                    </p:set>
                                    <p:anim calcmode="lin" valueType="num">
                                      <p:cBhvr additive="base">
                                        <p:cTn id="37" dur="500" fill="hold"/>
                                        <p:tgtEl>
                                          <p:spTgt spid="9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8">
                                            <p:txEl>
                                              <p:pRg st="6" end="6"/>
                                            </p:txEl>
                                          </p:spTgt>
                                        </p:tgtEl>
                                        <p:attrNameLst>
                                          <p:attrName>style.visibility</p:attrName>
                                        </p:attrNameLst>
                                      </p:cBhvr>
                                      <p:to>
                                        <p:strVal val="visible"/>
                                      </p:to>
                                    </p:set>
                                    <p:anim calcmode="lin" valueType="num">
                                      <p:cBhvr additive="base">
                                        <p:cTn id="43" dur="500" fill="hold"/>
                                        <p:tgtEl>
                                          <p:spTgt spid="98">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8">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89719-6BDF-612A-5F80-F895C842D8F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66641D4-FA6D-B9FE-1457-EE7DC316CF23}"/>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endParaRPr lang="en-VN"/>
          </a:p>
        </p:txBody>
      </p:sp>
      <p:sp>
        <p:nvSpPr>
          <p:cNvPr id="3" name="Freeform 3">
            <a:extLst>
              <a:ext uri="{FF2B5EF4-FFF2-40B4-BE49-F238E27FC236}">
                <a16:creationId xmlns:a16="http://schemas.microsoft.com/office/drawing/2014/main" id="{5D835B20-B111-8C25-9BD2-EB59E84FB0C8}"/>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endParaRPr lang="en-VN"/>
          </a:p>
        </p:txBody>
      </p:sp>
      <p:sp>
        <p:nvSpPr>
          <p:cNvPr id="4" name="Freeform 4">
            <a:extLst>
              <a:ext uri="{FF2B5EF4-FFF2-40B4-BE49-F238E27FC236}">
                <a16:creationId xmlns:a16="http://schemas.microsoft.com/office/drawing/2014/main" id="{BFA1B62B-681E-98E5-762F-DE59F044C471}"/>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endParaRPr lang="en-VN"/>
          </a:p>
        </p:txBody>
      </p:sp>
      <p:grpSp>
        <p:nvGrpSpPr>
          <p:cNvPr id="5" name="Group 5">
            <a:extLst>
              <a:ext uri="{FF2B5EF4-FFF2-40B4-BE49-F238E27FC236}">
                <a16:creationId xmlns:a16="http://schemas.microsoft.com/office/drawing/2014/main" id="{90E6F44B-5051-1AC6-5D34-99E15A9EED94}"/>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B55A0395-A44F-8D32-EFB3-7B9617A5C60D}"/>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endParaRPr lang="en-VN"/>
            </a:p>
          </p:txBody>
        </p:sp>
        <p:sp>
          <p:nvSpPr>
            <p:cNvPr id="7" name="TextBox 7">
              <a:extLst>
                <a:ext uri="{FF2B5EF4-FFF2-40B4-BE49-F238E27FC236}">
                  <a16:creationId xmlns:a16="http://schemas.microsoft.com/office/drawing/2014/main" id="{5B06DA18-7042-B8DB-06BB-6226AA565FF2}"/>
                </a:ext>
              </a:extLst>
            </p:cNvPr>
            <p:cNvSpPr txBox="1"/>
            <p:nvPr/>
          </p:nvSpPr>
          <p:spPr>
            <a:xfrm>
              <a:off x="0" y="-47625"/>
              <a:ext cx="5454346" cy="2751565"/>
            </a:xfrm>
            <a:prstGeom prst="rect">
              <a:avLst/>
            </a:prstGeom>
          </p:spPr>
          <p:txBody>
            <a:bodyPr lIns="49849" tIns="49849" rIns="49849" bIns="49849" rtlCol="0" anchor="ctr"/>
            <a:lstStyle/>
            <a:p>
              <a:pPr algn="ctr">
                <a:lnSpc>
                  <a:spcPts val="2659"/>
                </a:lnSpc>
              </a:pPr>
              <a:endParaRPr/>
            </a:p>
          </p:txBody>
        </p:sp>
      </p:grpSp>
      <p:grpSp>
        <p:nvGrpSpPr>
          <p:cNvPr id="8" name="Group 8">
            <a:extLst>
              <a:ext uri="{FF2B5EF4-FFF2-40B4-BE49-F238E27FC236}">
                <a16:creationId xmlns:a16="http://schemas.microsoft.com/office/drawing/2014/main" id="{625E8445-9D21-1952-4A0D-87F22ADC10A5}"/>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324C04EC-33FB-3A24-B9AA-6DEEAE942BB9}"/>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endParaRPr lang="en-VN"/>
            </a:p>
          </p:txBody>
        </p:sp>
        <p:sp>
          <p:nvSpPr>
            <p:cNvPr id="10" name="TextBox 10">
              <a:extLst>
                <a:ext uri="{FF2B5EF4-FFF2-40B4-BE49-F238E27FC236}">
                  <a16:creationId xmlns:a16="http://schemas.microsoft.com/office/drawing/2014/main" id="{02AFFE28-93F6-92DA-2FFA-4F5C324F06AC}"/>
                </a:ext>
              </a:extLst>
            </p:cNvPr>
            <p:cNvSpPr txBox="1"/>
            <p:nvPr/>
          </p:nvSpPr>
          <p:spPr>
            <a:xfrm>
              <a:off x="0" y="-47625"/>
              <a:ext cx="5429786" cy="2704410"/>
            </a:xfrm>
            <a:prstGeom prst="rect">
              <a:avLst/>
            </a:prstGeom>
          </p:spPr>
          <p:txBody>
            <a:bodyPr lIns="49849" tIns="49849" rIns="49849" bIns="49849" rtlCol="0" anchor="ctr"/>
            <a:lstStyle/>
            <a:p>
              <a:pPr algn="ctr">
                <a:lnSpc>
                  <a:spcPts val="2659"/>
                </a:lnSpc>
              </a:pPr>
              <a:endParaRPr/>
            </a:p>
          </p:txBody>
        </p:sp>
      </p:grpSp>
      <p:grpSp>
        <p:nvGrpSpPr>
          <p:cNvPr id="11" name="Group 11">
            <a:extLst>
              <a:ext uri="{FF2B5EF4-FFF2-40B4-BE49-F238E27FC236}">
                <a16:creationId xmlns:a16="http://schemas.microsoft.com/office/drawing/2014/main" id="{FDB76532-5289-EDCA-3E65-43DD3651EE41}"/>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1D24C3E0-E2B0-57F1-C090-5E26CF95BE99}"/>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endParaRPr lang="en-VN"/>
            </a:p>
          </p:txBody>
        </p:sp>
        <p:sp>
          <p:nvSpPr>
            <p:cNvPr id="13" name="TextBox 13">
              <a:extLst>
                <a:ext uri="{FF2B5EF4-FFF2-40B4-BE49-F238E27FC236}">
                  <a16:creationId xmlns:a16="http://schemas.microsoft.com/office/drawing/2014/main" id="{53CCE22E-919F-2DC6-BCB2-CAFEDB81FEAF}"/>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4" name="Group 14">
            <a:extLst>
              <a:ext uri="{FF2B5EF4-FFF2-40B4-BE49-F238E27FC236}">
                <a16:creationId xmlns:a16="http://schemas.microsoft.com/office/drawing/2014/main" id="{9E4A274E-3A3A-18A4-E802-073ADFA48A56}"/>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E7EDD90F-D5A4-7ABE-6232-E516E65B9895}"/>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endParaRPr lang="en-VN"/>
            </a:p>
          </p:txBody>
        </p:sp>
        <p:sp>
          <p:nvSpPr>
            <p:cNvPr id="16" name="TextBox 16">
              <a:extLst>
                <a:ext uri="{FF2B5EF4-FFF2-40B4-BE49-F238E27FC236}">
                  <a16:creationId xmlns:a16="http://schemas.microsoft.com/office/drawing/2014/main" id="{FECBBA51-8756-BDA0-18E3-BE586110C496}"/>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7" name="Group 17">
            <a:extLst>
              <a:ext uri="{FF2B5EF4-FFF2-40B4-BE49-F238E27FC236}">
                <a16:creationId xmlns:a16="http://schemas.microsoft.com/office/drawing/2014/main" id="{8ABBA5F5-19F3-FC33-5326-8AC81CA5886C}"/>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0EF09C2A-4EC2-7C94-1782-690BAECB42BC}"/>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endParaRPr lang="en-VN"/>
            </a:p>
          </p:txBody>
        </p:sp>
        <p:sp>
          <p:nvSpPr>
            <p:cNvPr id="19" name="TextBox 19">
              <a:extLst>
                <a:ext uri="{FF2B5EF4-FFF2-40B4-BE49-F238E27FC236}">
                  <a16:creationId xmlns:a16="http://schemas.microsoft.com/office/drawing/2014/main" id="{48F1BF04-7A6D-F47C-B25A-93B07C24C782}"/>
                </a:ext>
              </a:extLst>
            </p:cNvPr>
            <p:cNvSpPr txBox="1"/>
            <p:nvPr/>
          </p:nvSpPr>
          <p:spPr>
            <a:xfrm>
              <a:off x="0" y="-47625"/>
              <a:ext cx="3961731" cy="2448417"/>
            </a:xfrm>
            <a:prstGeom prst="rect">
              <a:avLst/>
            </a:prstGeom>
          </p:spPr>
          <p:txBody>
            <a:bodyPr lIns="49849" tIns="49849" rIns="49849" bIns="49849" rtlCol="0" anchor="ctr"/>
            <a:lstStyle/>
            <a:p>
              <a:pPr algn="ctr">
                <a:lnSpc>
                  <a:spcPts val="2659"/>
                </a:lnSpc>
              </a:pPr>
              <a:endParaRPr/>
            </a:p>
          </p:txBody>
        </p:sp>
      </p:grpSp>
      <p:sp>
        <p:nvSpPr>
          <p:cNvPr id="34" name="Freeform 34">
            <a:extLst>
              <a:ext uri="{FF2B5EF4-FFF2-40B4-BE49-F238E27FC236}">
                <a16:creationId xmlns:a16="http://schemas.microsoft.com/office/drawing/2014/main" id="{CF3E483E-60FB-6E58-EADC-502DD65BCEFE}"/>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endParaRPr lang="en-VN"/>
          </a:p>
        </p:txBody>
      </p:sp>
      <p:grpSp>
        <p:nvGrpSpPr>
          <p:cNvPr id="35" name="Group 35">
            <a:extLst>
              <a:ext uri="{FF2B5EF4-FFF2-40B4-BE49-F238E27FC236}">
                <a16:creationId xmlns:a16="http://schemas.microsoft.com/office/drawing/2014/main" id="{7340FBB5-2A6C-BC76-CE9D-41B765E81265}"/>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807A0E3F-D398-96FB-4429-9245B8567A0D}"/>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C71C2E4B-1984-F260-D8B7-E8FBB94E1E5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38" name="TextBox 38">
                <a:extLst>
                  <a:ext uri="{FF2B5EF4-FFF2-40B4-BE49-F238E27FC236}">
                    <a16:creationId xmlns:a16="http://schemas.microsoft.com/office/drawing/2014/main" id="{0EA631D4-98BA-3713-7097-D6BEDF92A2D0}"/>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C9C6E8DB-035B-5B75-8BEB-89F0D4C215D8}"/>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09F8BB54-BC81-29C2-C2E2-7C32F7E8DA6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1" name="TextBox 41">
                <a:extLst>
                  <a:ext uri="{FF2B5EF4-FFF2-40B4-BE49-F238E27FC236}">
                    <a16:creationId xmlns:a16="http://schemas.microsoft.com/office/drawing/2014/main" id="{6E60D27A-7308-9477-24DF-87E7A4B62441}"/>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CE49B3F7-399A-79F3-6B3F-F2473CE6761F}"/>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41209A68-D72E-0977-D74D-5210988DCA4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4" name="TextBox 44">
                <a:extLst>
                  <a:ext uri="{FF2B5EF4-FFF2-40B4-BE49-F238E27FC236}">
                    <a16:creationId xmlns:a16="http://schemas.microsoft.com/office/drawing/2014/main" id="{7E6801F3-E993-393D-F43B-759AB22A3541}"/>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DBAFA22E-B3F0-0FC4-E50F-D0DC82F727D3}"/>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F4072C85-EE1A-BAC5-90ED-1DF6F12BD27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7" name="TextBox 47">
                <a:extLst>
                  <a:ext uri="{FF2B5EF4-FFF2-40B4-BE49-F238E27FC236}">
                    <a16:creationId xmlns:a16="http://schemas.microsoft.com/office/drawing/2014/main" id="{E894315A-7AED-AC69-1500-BE174236BFEB}"/>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8" name="Group 48">
              <a:extLst>
                <a:ext uri="{FF2B5EF4-FFF2-40B4-BE49-F238E27FC236}">
                  <a16:creationId xmlns:a16="http://schemas.microsoft.com/office/drawing/2014/main" id="{E7BC6761-C3AB-3D22-987B-47EE041D531B}"/>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C594D290-7292-6EB1-4C2D-F0EE1BF4A85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0" name="TextBox 50">
                <a:extLst>
                  <a:ext uri="{FF2B5EF4-FFF2-40B4-BE49-F238E27FC236}">
                    <a16:creationId xmlns:a16="http://schemas.microsoft.com/office/drawing/2014/main" id="{955451B6-B61B-F33C-501E-E0A7633857D3}"/>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51" name="Freeform 51">
            <a:extLst>
              <a:ext uri="{FF2B5EF4-FFF2-40B4-BE49-F238E27FC236}">
                <a16:creationId xmlns:a16="http://schemas.microsoft.com/office/drawing/2014/main" id="{64D1A7B4-1B7B-FD2D-9FD3-4B8624E4B1FA}"/>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endParaRPr lang="en-VN"/>
          </a:p>
        </p:txBody>
      </p:sp>
      <p:grpSp>
        <p:nvGrpSpPr>
          <p:cNvPr id="52" name="Group 52">
            <a:extLst>
              <a:ext uri="{FF2B5EF4-FFF2-40B4-BE49-F238E27FC236}">
                <a16:creationId xmlns:a16="http://schemas.microsoft.com/office/drawing/2014/main" id="{206DF2F8-EE5A-7937-7AB3-84D57B67C795}"/>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5DA99B5D-3201-BDB7-11C5-61FB64479B79}"/>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098139AE-966F-3E00-CAF4-66885DFCE40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5" name="TextBox 55">
                <a:extLst>
                  <a:ext uri="{FF2B5EF4-FFF2-40B4-BE49-F238E27FC236}">
                    <a16:creationId xmlns:a16="http://schemas.microsoft.com/office/drawing/2014/main" id="{AF3026DC-BEBD-DB08-AF5C-6BD47295BBA6}"/>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6" name="Group 56">
              <a:extLst>
                <a:ext uri="{FF2B5EF4-FFF2-40B4-BE49-F238E27FC236}">
                  <a16:creationId xmlns:a16="http://schemas.microsoft.com/office/drawing/2014/main" id="{371541FE-A68B-D07E-0A59-98070A136F61}"/>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51B2DAC8-A6A0-D8C3-DC5B-7DC0B551EDC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8" name="TextBox 58">
                <a:extLst>
                  <a:ext uri="{FF2B5EF4-FFF2-40B4-BE49-F238E27FC236}">
                    <a16:creationId xmlns:a16="http://schemas.microsoft.com/office/drawing/2014/main" id="{401B63B7-9256-FFA3-AAC0-E3BD0031182E}"/>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9" name="Group 59">
              <a:extLst>
                <a:ext uri="{FF2B5EF4-FFF2-40B4-BE49-F238E27FC236}">
                  <a16:creationId xmlns:a16="http://schemas.microsoft.com/office/drawing/2014/main" id="{09D3CD23-4E63-7CBD-3F76-16C50E177CEC}"/>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75365D93-1D20-AB91-812E-5CB4B106D92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1" name="TextBox 61">
                <a:extLst>
                  <a:ext uri="{FF2B5EF4-FFF2-40B4-BE49-F238E27FC236}">
                    <a16:creationId xmlns:a16="http://schemas.microsoft.com/office/drawing/2014/main" id="{D976E333-1865-A7D4-E779-8982A26065C2}"/>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2" name="Group 62">
              <a:extLst>
                <a:ext uri="{FF2B5EF4-FFF2-40B4-BE49-F238E27FC236}">
                  <a16:creationId xmlns:a16="http://schemas.microsoft.com/office/drawing/2014/main" id="{37058E01-DFA6-FA6E-8238-222A12D7DEDC}"/>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F0C42589-4515-5FC7-D141-8FC5EB81C4D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4" name="TextBox 64">
                <a:extLst>
                  <a:ext uri="{FF2B5EF4-FFF2-40B4-BE49-F238E27FC236}">
                    <a16:creationId xmlns:a16="http://schemas.microsoft.com/office/drawing/2014/main" id="{E892CE09-466F-34EB-8AE3-C4C7BCE72C9A}"/>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5" name="Group 65">
              <a:extLst>
                <a:ext uri="{FF2B5EF4-FFF2-40B4-BE49-F238E27FC236}">
                  <a16:creationId xmlns:a16="http://schemas.microsoft.com/office/drawing/2014/main" id="{4A6E563F-A761-41A5-3883-2B529E092E56}"/>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BDF3EA41-1609-86B6-ED26-E0AD03AF969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7" name="TextBox 67">
                <a:extLst>
                  <a:ext uri="{FF2B5EF4-FFF2-40B4-BE49-F238E27FC236}">
                    <a16:creationId xmlns:a16="http://schemas.microsoft.com/office/drawing/2014/main" id="{DD6F36C6-36F2-2DAF-A87C-9753C9E7A5E4}"/>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grpSp>
        <p:nvGrpSpPr>
          <p:cNvPr id="68" name="Group 68">
            <a:extLst>
              <a:ext uri="{FF2B5EF4-FFF2-40B4-BE49-F238E27FC236}">
                <a16:creationId xmlns:a16="http://schemas.microsoft.com/office/drawing/2014/main" id="{268776DF-2FDC-D186-A260-CA78D808EA34}"/>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40874137-F8E3-C838-7F63-3B1D1AB78B11}"/>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6BE6CB57-54B5-382A-ACC0-359EE21D04F9}"/>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1" name="TextBox 71">
                <a:extLst>
                  <a:ext uri="{FF2B5EF4-FFF2-40B4-BE49-F238E27FC236}">
                    <a16:creationId xmlns:a16="http://schemas.microsoft.com/office/drawing/2014/main" id="{E350271F-E8C9-7B6F-FD17-639576533079}"/>
                  </a:ext>
                </a:extLst>
              </p:cNvPr>
              <p:cNvSpPr txBox="1"/>
              <p:nvPr/>
            </p:nvSpPr>
            <p:spPr>
              <a:xfrm>
                <a:off x="0" y="-47625"/>
                <a:ext cx="458420" cy="126378"/>
              </a:xfrm>
              <a:prstGeom prst="rect">
                <a:avLst/>
              </a:prstGeom>
            </p:spPr>
            <p:txBody>
              <a:bodyPr lIns="49849" tIns="49849" rIns="49849" bIns="49849" rtlCol="0" anchor="ctr"/>
              <a:lstStyle/>
              <a:p>
                <a:pPr algn="ctr">
                  <a:lnSpc>
                    <a:spcPts val="2659"/>
                  </a:lnSpc>
                </a:pPr>
                <a:endParaRPr/>
              </a:p>
            </p:txBody>
          </p:sp>
        </p:grpSp>
        <p:grpSp>
          <p:nvGrpSpPr>
            <p:cNvPr id="72" name="Group 72">
              <a:extLst>
                <a:ext uri="{FF2B5EF4-FFF2-40B4-BE49-F238E27FC236}">
                  <a16:creationId xmlns:a16="http://schemas.microsoft.com/office/drawing/2014/main" id="{F4D9463C-D727-1855-663F-D90B7F44C2E1}"/>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537AD1B8-83E7-88C1-6018-42C9315649C4}"/>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4" name="TextBox 74">
                <a:extLst>
                  <a:ext uri="{FF2B5EF4-FFF2-40B4-BE49-F238E27FC236}">
                    <a16:creationId xmlns:a16="http://schemas.microsoft.com/office/drawing/2014/main" id="{E0C1C740-9135-9EF6-3724-6E56AFB8C821}"/>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5" name="Group 75">
              <a:extLst>
                <a:ext uri="{FF2B5EF4-FFF2-40B4-BE49-F238E27FC236}">
                  <a16:creationId xmlns:a16="http://schemas.microsoft.com/office/drawing/2014/main" id="{D494DBF9-B771-AF4B-5C1B-4EA7A5DA9922}"/>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050F106F-EEC1-E4C0-D5D5-59176446D7E1}"/>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7" name="TextBox 77">
                <a:extLst>
                  <a:ext uri="{FF2B5EF4-FFF2-40B4-BE49-F238E27FC236}">
                    <a16:creationId xmlns:a16="http://schemas.microsoft.com/office/drawing/2014/main" id="{DCCB9ECF-A813-1AEC-E405-0D8EDD098E47}"/>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8" name="Group 78">
              <a:extLst>
                <a:ext uri="{FF2B5EF4-FFF2-40B4-BE49-F238E27FC236}">
                  <a16:creationId xmlns:a16="http://schemas.microsoft.com/office/drawing/2014/main" id="{C7270ED7-BF54-3CD2-3AC7-26C5BFC40890}"/>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DD0F48D2-F7DE-FF7C-788E-F1AFC0604535}"/>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0" name="TextBox 80">
                <a:extLst>
                  <a:ext uri="{FF2B5EF4-FFF2-40B4-BE49-F238E27FC236}">
                    <a16:creationId xmlns:a16="http://schemas.microsoft.com/office/drawing/2014/main" id="{F9F0B1FF-165F-7A47-E3BC-D993E6224B33}"/>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81" name="Group 81">
              <a:extLst>
                <a:ext uri="{FF2B5EF4-FFF2-40B4-BE49-F238E27FC236}">
                  <a16:creationId xmlns:a16="http://schemas.microsoft.com/office/drawing/2014/main" id="{9D2A13EE-D055-50D4-3624-9AB3C3D6D883}"/>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B8253271-5FB0-CD2C-8426-1D6810486371}"/>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3" name="TextBox 83">
                <a:extLst>
                  <a:ext uri="{FF2B5EF4-FFF2-40B4-BE49-F238E27FC236}">
                    <a16:creationId xmlns:a16="http://schemas.microsoft.com/office/drawing/2014/main" id="{3FD2ED9A-3A44-E1F7-3E79-47410E4F3D5D}"/>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sp>
        <p:nvSpPr>
          <p:cNvPr id="84" name="Freeform 84">
            <a:extLst>
              <a:ext uri="{FF2B5EF4-FFF2-40B4-BE49-F238E27FC236}">
                <a16:creationId xmlns:a16="http://schemas.microsoft.com/office/drawing/2014/main" id="{44674B43-22E4-5F33-D551-03F7EB9D254E}"/>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98" name="TextBox 97">
            <a:extLst>
              <a:ext uri="{FF2B5EF4-FFF2-40B4-BE49-F238E27FC236}">
                <a16:creationId xmlns:a16="http://schemas.microsoft.com/office/drawing/2014/main" id="{94C722E9-F80B-717E-EF28-EFFB86D4A7D2}"/>
              </a:ext>
            </a:extLst>
          </p:cNvPr>
          <p:cNvSpPr txBox="1"/>
          <p:nvPr/>
        </p:nvSpPr>
        <p:spPr>
          <a:xfrm>
            <a:off x="1848695" y="1705154"/>
            <a:ext cx="15370090" cy="6286593"/>
          </a:xfrm>
          <a:prstGeom prst="rect">
            <a:avLst/>
          </a:prstGeom>
          <a:noFill/>
        </p:spPr>
        <p:txBody>
          <a:bodyPr wrap="square">
            <a:spAutoFit/>
          </a:bodyPr>
          <a:lstStyle/>
          <a:p>
            <a:pPr algn="just">
              <a:lnSpc>
                <a:spcPct val="150000"/>
              </a:lnSpc>
            </a:pPr>
            <a:r>
              <a:rPr lang="en-US" sz="4500" b="1">
                <a:latin typeface="American Typewriter" panose="02090604020004020304" pitchFamily="18" charset="77"/>
              </a:rPr>
              <a:t>4. vào buổi chiều </a:t>
            </a:r>
          </a:p>
          <a:p>
            <a:pPr algn="just">
              <a:lnSpc>
                <a:spcPct val="150000"/>
              </a:lnSpc>
            </a:pPr>
            <a:r>
              <a:rPr lang="en-US" sz="4500" b="1">
                <a:solidFill>
                  <a:srgbClr val="00B0F0"/>
                </a:solidFill>
                <a:latin typeface="American Typewriter" panose="02090604020004020304" pitchFamily="18" charset="77"/>
              </a:rPr>
              <a:t>→ </a:t>
            </a:r>
            <a:r>
              <a:rPr lang="en-US" sz="4500" b="1">
                <a:solidFill>
                  <a:srgbClr val="FF0000"/>
                </a:solidFill>
                <a:latin typeface="American Typewriter" panose="02090604020004020304" pitchFamily="18" charset="77"/>
              </a:rPr>
              <a:t>in</a:t>
            </a:r>
            <a:r>
              <a:rPr lang="en-US" sz="4500" b="1">
                <a:solidFill>
                  <a:srgbClr val="00B0F0"/>
                </a:solidFill>
                <a:latin typeface="American Typewriter" panose="02090604020004020304" pitchFamily="18" charset="77"/>
              </a:rPr>
              <a:t> the afternoon</a:t>
            </a:r>
          </a:p>
          <a:p>
            <a:pPr algn="just">
              <a:lnSpc>
                <a:spcPct val="150000"/>
              </a:lnSpc>
            </a:pPr>
            <a:r>
              <a:rPr lang="en-US" sz="4500" b="1">
                <a:latin typeface="American Typewriter" panose="02090604020004020304" pitchFamily="18" charset="77"/>
              </a:rPr>
              <a:t>5. vào dịp Tết Nguyên Đán </a:t>
            </a:r>
          </a:p>
          <a:p>
            <a:pPr algn="just">
              <a:lnSpc>
                <a:spcPct val="150000"/>
              </a:lnSpc>
            </a:pPr>
            <a:r>
              <a:rPr lang="en-US" sz="4500" b="1">
                <a:solidFill>
                  <a:srgbClr val="00B0F0"/>
                </a:solidFill>
                <a:latin typeface="American Typewriter" panose="02090604020004020304" pitchFamily="18" charset="77"/>
              </a:rPr>
              <a:t>→ </a:t>
            </a:r>
            <a:r>
              <a:rPr lang="en-US" sz="4500" b="1">
                <a:solidFill>
                  <a:srgbClr val="FF0000"/>
                </a:solidFill>
                <a:latin typeface="American Typewriter" panose="02090604020004020304" pitchFamily="18" charset="77"/>
              </a:rPr>
              <a:t>on</a:t>
            </a:r>
            <a:r>
              <a:rPr lang="en-US" sz="4500" b="1">
                <a:solidFill>
                  <a:srgbClr val="00B0F0"/>
                </a:solidFill>
                <a:latin typeface="American Typewriter" panose="02090604020004020304" pitchFamily="18" charset="77"/>
              </a:rPr>
              <a:t> the Tet holiday/ </a:t>
            </a:r>
            <a:r>
              <a:rPr lang="en-US" sz="4500" b="1">
                <a:solidFill>
                  <a:srgbClr val="FF0000"/>
                </a:solidFill>
                <a:latin typeface="American Typewriter" panose="02090604020004020304" pitchFamily="18" charset="77"/>
              </a:rPr>
              <a:t>during</a:t>
            </a:r>
            <a:r>
              <a:rPr lang="en-US" sz="4500" b="1">
                <a:solidFill>
                  <a:srgbClr val="00B0F0"/>
                </a:solidFill>
                <a:latin typeface="American Typewriter" panose="02090604020004020304" pitchFamily="18" charset="77"/>
              </a:rPr>
              <a:t> the Lunar New Year</a:t>
            </a:r>
          </a:p>
          <a:p>
            <a:pPr algn="just">
              <a:lnSpc>
                <a:spcPct val="150000"/>
              </a:lnSpc>
            </a:pPr>
            <a:r>
              <a:rPr lang="en-US" sz="4500" b="1">
                <a:latin typeface="American Typewriter" panose="02090604020004020304" pitchFamily="18" charset="77"/>
              </a:rPr>
              <a:t>6. vào ngày 15 tháng 8 Âm Lịch </a:t>
            </a:r>
          </a:p>
          <a:p>
            <a:pPr algn="just">
              <a:lnSpc>
                <a:spcPct val="150000"/>
              </a:lnSpc>
            </a:pPr>
            <a:r>
              <a:rPr lang="en-US" sz="4500" b="1">
                <a:solidFill>
                  <a:srgbClr val="00B0F0"/>
                </a:solidFill>
                <a:latin typeface="American Typewriter" panose="02090604020004020304" pitchFamily="18" charset="77"/>
              </a:rPr>
              <a:t>→ </a:t>
            </a:r>
            <a:r>
              <a:rPr lang="en-US" sz="4500" b="1">
                <a:solidFill>
                  <a:srgbClr val="FF0000"/>
                </a:solidFill>
                <a:latin typeface="American Typewriter" panose="02090604020004020304" pitchFamily="18" charset="77"/>
              </a:rPr>
              <a:t>on</a:t>
            </a:r>
            <a:r>
              <a:rPr lang="en-US" sz="4500" b="1">
                <a:solidFill>
                  <a:srgbClr val="00B0F0"/>
                </a:solidFill>
                <a:latin typeface="American Typewriter" panose="02090604020004020304" pitchFamily="18" charset="77"/>
              </a:rPr>
              <a:t> the 15th of August on the lunar calendar</a:t>
            </a:r>
          </a:p>
        </p:txBody>
      </p:sp>
    </p:spTree>
    <p:extLst>
      <p:ext uri="{BB962C8B-B14F-4D97-AF65-F5344CB8AC3E}">
        <p14:creationId xmlns:p14="http://schemas.microsoft.com/office/powerpoint/2010/main" val="4229577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8">
                                            <p:txEl>
                                              <p:pRg st="4" end="4"/>
                                            </p:txEl>
                                          </p:spTgt>
                                        </p:tgtEl>
                                        <p:attrNameLst>
                                          <p:attrName>style.visibility</p:attrName>
                                        </p:attrNameLst>
                                      </p:cBhvr>
                                      <p:to>
                                        <p:strVal val="visible"/>
                                      </p:to>
                                    </p:set>
                                    <p:anim calcmode="lin" valueType="num">
                                      <p:cBhvr additive="base">
                                        <p:cTn id="31" dur="500" fill="hold"/>
                                        <p:tgtEl>
                                          <p:spTgt spid="9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8">
                                            <p:txEl>
                                              <p:pRg st="5" end="5"/>
                                            </p:txEl>
                                          </p:spTgt>
                                        </p:tgtEl>
                                        <p:attrNameLst>
                                          <p:attrName>style.visibility</p:attrName>
                                        </p:attrNameLst>
                                      </p:cBhvr>
                                      <p:to>
                                        <p:strVal val="visible"/>
                                      </p:to>
                                    </p:set>
                                    <p:anim calcmode="lin" valueType="num">
                                      <p:cBhvr additive="base">
                                        <p:cTn id="37" dur="500" fill="hold"/>
                                        <p:tgtEl>
                                          <p:spTgt spid="9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8">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6528F-CB03-B00E-93BC-B04A814A4CC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41B3431-3C2D-32E0-CEE0-5AEB8BC5D0BD}"/>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endParaRPr lang="en-VN"/>
          </a:p>
        </p:txBody>
      </p:sp>
      <p:sp>
        <p:nvSpPr>
          <p:cNvPr id="3" name="Freeform 3">
            <a:extLst>
              <a:ext uri="{FF2B5EF4-FFF2-40B4-BE49-F238E27FC236}">
                <a16:creationId xmlns:a16="http://schemas.microsoft.com/office/drawing/2014/main" id="{A3038824-C2F0-26EC-2CE1-C7B9E3282F7E}"/>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endParaRPr lang="en-VN"/>
          </a:p>
        </p:txBody>
      </p:sp>
      <p:sp>
        <p:nvSpPr>
          <p:cNvPr id="4" name="Freeform 4">
            <a:extLst>
              <a:ext uri="{FF2B5EF4-FFF2-40B4-BE49-F238E27FC236}">
                <a16:creationId xmlns:a16="http://schemas.microsoft.com/office/drawing/2014/main" id="{EA034A0F-77CE-AB52-8D12-7E9876F17CBE}"/>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endParaRPr lang="en-VN"/>
          </a:p>
        </p:txBody>
      </p:sp>
      <p:grpSp>
        <p:nvGrpSpPr>
          <p:cNvPr id="5" name="Group 5">
            <a:extLst>
              <a:ext uri="{FF2B5EF4-FFF2-40B4-BE49-F238E27FC236}">
                <a16:creationId xmlns:a16="http://schemas.microsoft.com/office/drawing/2014/main" id="{C83368BC-E50F-9AA4-A173-ADD6B626B82B}"/>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87217DF5-0FAC-EE94-EBE9-C1A031F10CEC}"/>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endParaRPr lang="en-VN"/>
            </a:p>
          </p:txBody>
        </p:sp>
        <p:sp>
          <p:nvSpPr>
            <p:cNvPr id="7" name="TextBox 7">
              <a:extLst>
                <a:ext uri="{FF2B5EF4-FFF2-40B4-BE49-F238E27FC236}">
                  <a16:creationId xmlns:a16="http://schemas.microsoft.com/office/drawing/2014/main" id="{526B6933-9D7D-5CC8-A525-A3F708925C10}"/>
                </a:ext>
              </a:extLst>
            </p:cNvPr>
            <p:cNvSpPr txBox="1"/>
            <p:nvPr/>
          </p:nvSpPr>
          <p:spPr>
            <a:xfrm>
              <a:off x="0" y="-47625"/>
              <a:ext cx="5454346" cy="2751565"/>
            </a:xfrm>
            <a:prstGeom prst="rect">
              <a:avLst/>
            </a:prstGeom>
          </p:spPr>
          <p:txBody>
            <a:bodyPr lIns="49849" tIns="49849" rIns="49849" bIns="49849" rtlCol="0" anchor="ctr"/>
            <a:lstStyle/>
            <a:p>
              <a:pPr algn="ctr">
                <a:lnSpc>
                  <a:spcPts val="2659"/>
                </a:lnSpc>
              </a:pPr>
              <a:endParaRPr/>
            </a:p>
          </p:txBody>
        </p:sp>
      </p:grpSp>
      <p:grpSp>
        <p:nvGrpSpPr>
          <p:cNvPr id="8" name="Group 8">
            <a:extLst>
              <a:ext uri="{FF2B5EF4-FFF2-40B4-BE49-F238E27FC236}">
                <a16:creationId xmlns:a16="http://schemas.microsoft.com/office/drawing/2014/main" id="{130AAFE3-3C93-748A-9B90-C5087EE8FED2}"/>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A034160B-AADB-94DF-EFE1-952BD40745DD}"/>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endParaRPr lang="en-VN"/>
            </a:p>
          </p:txBody>
        </p:sp>
        <p:sp>
          <p:nvSpPr>
            <p:cNvPr id="10" name="TextBox 10">
              <a:extLst>
                <a:ext uri="{FF2B5EF4-FFF2-40B4-BE49-F238E27FC236}">
                  <a16:creationId xmlns:a16="http://schemas.microsoft.com/office/drawing/2014/main" id="{92EEF36E-10E1-775D-EB6D-CBA01AD293E6}"/>
                </a:ext>
              </a:extLst>
            </p:cNvPr>
            <p:cNvSpPr txBox="1"/>
            <p:nvPr/>
          </p:nvSpPr>
          <p:spPr>
            <a:xfrm>
              <a:off x="0" y="-47625"/>
              <a:ext cx="5429786" cy="2704410"/>
            </a:xfrm>
            <a:prstGeom prst="rect">
              <a:avLst/>
            </a:prstGeom>
          </p:spPr>
          <p:txBody>
            <a:bodyPr lIns="49849" tIns="49849" rIns="49849" bIns="49849" rtlCol="0" anchor="ctr"/>
            <a:lstStyle/>
            <a:p>
              <a:pPr algn="ctr">
                <a:lnSpc>
                  <a:spcPts val="2659"/>
                </a:lnSpc>
              </a:pPr>
              <a:endParaRPr/>
            </a:p>
          </p:txBody>
        </p:sp>
      </p:grpSp>
      <p:grpSp>
        <p:nvGrpSpPr>
          <p:cNvPr id="11" name="Group 11">
            <a:extLst>
              <a:ext uri="{FF2B5EF4-FFF2-40B4-BE49-F238E27FC236}">
                <a16:creationId xmlns:a16="http://schemas.microsoft.com/office/drawing/2014/main" id="{C27B60DB-9EFF-62BE-0E05-60A86993CF58}"/>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94605A16-290C-CA02-2362-069177B31CA4}"/>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endParaRPr lang="en-VN"/>
            </a:p>
          </p:txBody>
        </p:sp>
        <p:sp>
          <p:nvSpPr>
            <p:cNvPr id="13" name="TextBox 13">
              <a:extLst>
                <a:ext uri="{FF2B5EF4-FFF2-40B4-BE49-F238E27FC236}">
                  <a16:creationId xmlns:a16="http://schemas.microsoft.com/office/drawing/2014/main" id="{9DCF41D9-71FE-C294-EF91-C4368D915228}"/>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4" name="Group 14">
            <a:extLst>
              <a:ext uri="{FF2B5EF4-FFF2-40B4-BE49-F238E27FC236}">
                <a16:creationId xmlns:a16="http://schemas.microsoft.com/office/drawing/2014/main" id="{77279F69-0ABA-009A-C1EA-0FA7D319DDF3}"/>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47D96EC3-46E0-6223-B9E5-73E0128AEF04}"/>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endParaRPr lang="en-VN"/>
            </a:p>
          </p:txBody>
        </p:sp>
        <p:sp>
          <p:nvSpPr>
            <p:cNvPr id="16" name="TextBox 16">
              <a:extLst>
                <a:ext uri="{FF2B5EF4-FFF2-40B4-BE49-F238E27FC236}">
                  <a16:creationId xmlns:a16="http://schemas.microsoft.com/office/drawing/2014/main" id="{F7CC63DA-9E9D-228E-8D58-699E6B0CD3E0}"/>
                </a:ext>
              </a:extLst>
            </p:cNvPr>
            <p:cNvSpPr txBox="1"/>
            <p:nvPr/>
          </p:nvSpPr>
          <p:spPr>
            <a:xfrm>
              <a:off x="0" y="-47625"/>
              <a:ext cx="361392" cy="360599"/>
            </a:xfrm>
            <a:prstGeom prst="rect">
              <a:avLst/>
            </a:prstGeom>
          </p:spPr>
          <p:txBody>
            <a:bodyPr lIns="49849" tIns="49849" rIns="49849" bIns="49849" rtlCol="0" anchor="ctr"/>
            <a:lstStyle/>
            <a:p>
              <a:pPr algn="ctr">
                <a:lnSpc>
                  <a:spcPts val="2659"/>
                </a:lnSpc>
              </a:pPr>
              <a:endParaRPr/>
            </a:p>
          </p:txBody>
        </p:sp>
      </p:grpSp>
      <p:grpSp>
        <p:nvGrpSpPr>
          <p:cNvPr id="17" name="Group 17">
            <a:extLst>
              <a:ext uri="{FF2B5EF4-FFF2-40B4-BE49-F238E27FC236}">
                <a16:creationId xmlns:a16="http://schemas.microsoft.com/office/drawing/2014/main" id="{431A4011-2E96-CFE6-C6D0-382F311AECE7}"/>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2BB7BA4C-6F6B-5986-E25A-709EA533ACD2}"/>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endParaRPr lang="en-VN"/>
            </a:p>
          </p:txBody>
        </p:sp>
        <p:sp>
          <p:nvSpPr>
            <p:cNvPr id="19" name="TextBox 19">
              <a:extLst>
                <a:ext uri="{FF2B5EF4-FFF2-40B4-BE49-F238E27FC236}">
                  <a16:creationId xmlns:a16="http://schemas.microsoft.com/office/drawing/2014/main" id="{17A7EAFB-7746-6E76-CA51-6B783800A418}"/>
                </a:ext>
              </a:extLst>
            </p:cNvPr>
            <p:cNvSpPr txBox="1"/>
            <p:nvPr/>
          </p:nvSpPr>
          <p:spPr>
            <a:xfrm>
              <a:off x="0" y="-47625"/>
              <a:ext cx="3961731" cy="2448417"/>
            </a:xfrm>
            <a:prstGeom prst="rect">
              <a:avLst/>
            </a:prstGeom>
          </p:spPr>
          <p:txBody>
            <a:bodyPr lIns="49849" tIns="49849" rIns="49849" bIns="49849" rtlCol="0" anchor="ctr"/>
            <a:lstStyle/>
            <a:p>
              <a:pPr algn="ctr">
                <a:lnSpc>
                  <a:spcPts val="2659"/>
                </a:lnSpc>
              </a:pPr>
              <a:endParaRPr/>
            </a:p>
          </p:txBody>
        </p:sp>
      </p:grpSp>
      <p:sp>
        <p:nvSpPr>
          <p:cNvPr id="34" name="Freeform 34">
            <a:extLst>
              <a:ext uri="{FF2B5EF4-FFF2-40B4-BE49-F238E27FC236}">
                <a16:creationId xmlns:a16="http://schemas.microsoft.com/office/drawing/2014/main" id="{6928B8AE-2D69-97A3-4B0A-B947BE223ADB}"/>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endParaRPr lang="en-VN"/>
          </a:p>
        </p:txBody>
      </p:sp>
      <p:grpSp>
        <p:nvGrpSpPr>
          <p:cNvPr id="35" name="Group 35">
            <a:extLst>
              <a:ext uri="{FF2B5EF4-FFF2-40B4-BE49-F238E27FC236}">
                <a16:creationId xmlns:a16="http://schemas.microsoft.com/office/drawing/2014/main" id="{B1A40FA0-82A7-DFC5-3781-C65C1B869175}"/>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AC6B7E76-E54A-E8AA-E946-0853921E3934}"/>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8101C53B-B596-B3B5-41A3-E54BCBB30D1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38" name="TextBox 38">
                <a:extLst>
                  <a:ext uri="{FF2B5EF4-FFF2-40B4-BE49-F238E27FC236}">
                    <a16:creationId xmlns:a16="http://schemas.microsoft.com/office/drawing/2014/main" id="{FEDDAC50-603F-0DA3-9F04-48C998039AB4}"/>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9" name="Group 39">
              <a:extLst>
                <a:ext uri="{FF2B5EF4-FFF2-40B4-BE49-F238E27FC236}">
                  <a16:creationId xmlns:a16="http://schemas.microsoft.com/office/drawing/2014/main" id="{2D397714-8494-971D-2996-A48A7EF8ECCD}"/>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BF614A30-8408-882D-26D0-A0A0C27B759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1" name="TextBox 41">
                <a:extLst>
                  <a:ext uri="{FF2B5EF4-FFF2-40B4-BE49-F238E27FC236}">
                    <a16:creationId xmlns:a16="http://schemas.microsoft.com/office/drawing/2014/main" id="{87E38D5A-A6F5-3949-3FD6-C71CA0F57F95}"/>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2" name="Group 42">
              <a:extLst>
                <a:ext uri="{FF2B5EF4-FFF2-40B4-BE49-F238E27FC236}">
                  <a16:creationId xmlns:a16="http://schemas.microsoft.com/office/drawing/2014/main" id="{31D58530-623C-BC89-5CA2-285F05644487}"/>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A41EA037-9D80-ECBD-993E-C80F2E63DE6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4" name="TextBox 44">
                <a:extLst>
                  <a:ext uri="{FF2B5EF4-FFF2-40B4-BE49-F238E27FC236}">
                    <a16:creationId xmlns:a16="http://schemas.microsoft.com/office/drawing/2014/main" id="{4F5ED2E8-5001-1AA6-E00F-858C483C4733}"/>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5" name="Group 45">
              <a:extLst>
                <a:ext uri="{FF2B5EF4-FFF2-40B4-BE49-F238E27FC236}">
                  <a16:creationId xmlns:a16="http://schemas.microsoft.com/office/drawing/2014/main" id="{120A2640-9CD4-0F16-02E7-1356FA07C343}"/>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A3A51F3C-B5B6-1F91-D0FD-C27F6702B1D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47" name="TextBox 47">
                <a:extLst>
                  <a:ext uri="{FF2B5EF4-FFF2-40B4-BE49-F238E27FC236}">
                    <a16:creationId xmlns:a16="http://schemas.microsoft.com/office/drawing/2014/main" id="{799C17E9-1E35-E492-857B-E2233205B03A}"/>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48" name="Group 48">
              <a:extLst>
                <a:ext uri="{FF2B5EF4-FFF2-40B4-BE49-F238E27FC236}">
                  <a16:creationId xmlns:a16="http://schemas.microsoft.com/office/drawing/2014/main" id="{8D5B40A2-74CC-A3F8-E7F4-C60F152CD13A}"/>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9980160C-E59A-C740-F931-536202B3735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0" name="TextBox 50">
                <a:extLst>
                  <a:ext uri="{FF2B5EF4-FFF2-40B4-BE49-F238E27FC236}">
                    <a16:creationId xmlns:a16="http://schemas.microsoft.com/office/drawing/2014/main" id="{6EDF0E13-5025-DAB1-7A75-EFEB359EAEE2}"/>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sp>
        <p:nvSpPr>
          <p:cNvPr id="51" name="Freeform 51">
            <a:extLst>
              <a:ext uri="{FF2B5EF4-FFF2-40B4-BE49-F238E27FC236}">
                <a16:creationId xmlns:a16="http://schemas.microsoft.com/office/drawing/2014/main" id="{3B60195B-ED89-3F6E-41DB-9713DD90BFE1}"/>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endParaRPr lang="en-VN"/>
          </a:p>
        </p:txBody>
      </p:sp>
      <p:grpSp>
        <p:nvGrpSpPr>
          <p:cNvPr id="52" name="Group 52">
            <a:extLst>
              <a:ext uri="{FF2B5EF4-FFF2-40B4-BE49-F238E27FC236}">
                <a16:creationId xmlns:a16="http://schemas.microsoft.com/office/drawing/2014/main" id="{6C23EA4B-C3FA-0218-8BAB-D24811214F09}"/>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2EBE611B-C275-C8EE-BF7B-EEA32FE85CAF}"/>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790CA450-E83C-8CD3-A4B6-507FF627C0C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5" name="TextBox 55">
                <a:extLst>
                  <a:ext uri="{FF2B5EF4-FFF2-40B4-BE49-F238E27FC236}">
                    <a16:creationId xmlns:a16="http://schemas.microsoft.com/office/drawing/2014/main" id="{45387CC9-09D3-4A2F-19C1-3741ABE0B365}"/>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6" name="Group 56">
              <a:extLst>
                <a:ext uri="{FF2B5EF4-FFF2-40B4-BE49-F238E27FC236}">
                  <a16:creationId xmlns:a16="http://schemas.microsoft.com/office/drawing/2014/main" id="{16CEEA0C-B34D-4B8B-AB40-6405CDC586E7}"/>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700CC21F-72E6-33B5-D03F-E391AE2FB68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58" name="TextBox 58">
                <a:extLst>
                  <a:ext uri="{FF2B5EF4-FFF2-40B4-BE49-F238E27FC236}">
                    <a16:creationId xmlns:a16="http://schemas.microsoft.com/office/drawing/2014/main" id="{23DF9503-B880-439B-CBCB-48AF01B8D678}"/>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59" name="Group 59">
              <a:extLst>
                <a:ext uri="{FF2B5EF4-FFF2-40B4-BE49-F238E27FC236}">
                  <a16:creationId xmlns:a16="http://schemas.microsoft.com/office/drawing/2014/main" id="{0199399D-2042-69D6-6FC5-C9270C8D495B}"/>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46BA7570-DDAA-25FA-77B7-6BD5D7D7CF4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1" name="TextBox 61">
                <a:extLst>
                  <a:ext uri="{FF2B5EF4-FFF2-40B4-BE49-F238E27FC236}">
                    <a16:creationId xmlns:a16="http://schemas.microsoft.com/office/drawing/2014/main" id="{E70E496B-028F-905F-2B3B-A82D3BBC407A}"/>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2" name="Group 62">
              <a:extLst>
                <a:ext uri="{FF2B5EF4-FFF2-40B4-BE49-F238E27FC236}">
                  <a16:creationId xmlns:a16="http://schemas.microsoft.com/office/drawing/2014/main" id="{210AA1AF-CE71-88B4-0801-1A5D45B9BCDF}"/>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80183905-5AF8-80D3-11DE-7033A146F79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4" name="TextBox 64">
                <a:extLst>
                  <a:ext uri="{FF2B5EF4-FFF2-40B4-BE49-F238E27FC236}">
                    <a16:creationId xmlns:a16="http://schemas.microsoft.com/office/drawing/2014/main" id="{4FDECC40-8244-E1D6-D181-FC315F58A88D}"/>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65" name="Group 65">
              <a:extLst>
                <a:ext uri="{FF2B5EF4-FFF2-40B4-BE49-F238E27FC236}">
                  <a16:creationId xmlns:a16="http://schemas.microsoft.com/office/drawing/2014/main" id="{C13F8BF4-026A-A05B-4D90-71F11ACDDE17}"/>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D77BBEEA-E4FF-2FE2-C4F4-BF60EBAC51C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endParaRPr lang="en-VN"/>
              </a:p>
            </p:txBody>
          </p:sp>
          <p:sp>
            <p:nvSpPr>
              <p:cNvPr id="67" name="TextBox 67">
                <a:extLst>
                  <a:ext uri="{FF2B5EF4-FFF2-40B4-BE49-F238E27FC236}">
                    <a16:creationId xmlns:a16="http://schemas.microsoft.com/office/drawing/2014/main" id="{55393FB3-F75C-520F-05FA-A49FCA34824E}"/>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grpSp>
        <p:nvGrpSpPr>
          <p:cNvPr id="68" name="Group 68">
            <a:extLst>
              <a:ext uri="{FF2B5EF4-FFF2-40B4-BE49-F238E27FC236}">
                <a16:creationId xmlns:a16="http://schemas.microsoft.com/office/drawing/2014/main" id="{166C2625-E222-B3A2-D289-F4DA326E0ECA}"/>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44ECC6FD-EC4B-7A66-37C6-899E30C419CF}"/>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ADE297E9-6DBF-6231-DFC5-82BF39A4C54D}"/>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1" name="TextBox 71">
                <a:extLst>
                  <a:ext uri="{FF2B5EF4-FFF2-40B4-BE49-F238E27FC236}">
                    <a16:creationId xmlns:a16="http://schemas.microsoft.com/office/drawing/2014/main" id="{CB944D02-E86E-9D91-1F3A-F6101D0B4844}"/>
                  </a:ext>
                </a:extLst>
              </p:cNvPr>
              <p:cNvSpPr txBox="1"/>
              <p:nvPr/>
            </p:nvSpPr>
            <p:spPr>
              <a:xfrm>
                <a:off x="0" y="-47625"/>
                <a:ext cx="458420" cy="126378"/>
              </a:xfrm>
              <a:prstGeom prst="rect">
                <a:avLst/>
              </a:prstGeom>
            </p:spPr>
            <p:txBody>
              <a:bodyPr lIns="49849" tIns="49849" rIns="49849" bIns="49849" rtlCol="0" anchor="ctr"/>
              <a:lstStyle/>
              <a:p>
                <a:pPr algn="ctr">
                  <a:lnSpc>
                    <a:spcPts val="2659"/>
                  </a:lnSpc>
                </a:pPr>
                <a:endParaRPr/>
              </a:p>
            </p:txBody>
          </p:sp>
        </p:grpSp>
        <p:grpSp>
          <p:nvGrpSpPr>
            <p:cNvPr id="72" name="Group 72">
              <a:extLst>
                <a:ext uri="{FF2B5EF4-FFF2-40B4-BE49-F238E27FC236}">
                  <a16:creationId xmlns:a16="http://schemas.microsoft.com/office/drawing/2014/main" id="{2140A87D-3B0F-728D-70D5-3AE1A0EFB056}"/>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8E139EB5-BF70-6ADE-71BF-D692E0CDAE19}"/>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4" name="TextBox 74">
                <a:extLst>
                  <a:ext uri="{FF2B5EF4-FFF2-40B4-BE49-F238E27FC236}">
                    <a16:creationId xmlns:a16="http://schemas.microsoft.com/office/drawing/2014/main" id="{9ECD17A3-C045-21DD-1281-CD072D79F2CF}"/>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5" name="Group 75">
              <a:extLst>
                <a:ext uri="{FF2B5EF4-FFF2-40B4-BE49-F238E27FC236}">
                  <a16:creationId xmlns:a16="http://schemas.microsoft.com/office/drawing/2014/main" id="{AAD15AEB-6B00-EDF6-5269-11724B097F3E}"/>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CBE00AE6-ED13-07AE-B764-C3A7216F32A5}"/>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77" name="TextBox 77">
                <a:extLst>
                  <a:ext uri="{FF2B5EF4-FFF2-40B4-BE49-F238E27FC236}">
                    <a16:creationId xmlns:a16="http://schemas.microsoft.com/office/drawing/2014/main" id="{92E9D7AB-3C11-403E-8511-E8D6A475185E}"/>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78" name="Group 78">
              <a:extLst>
                <a:ext uri="{FF2B5EF4-FFF2-40B4-BE49-F238E27FC236}">
                  <a16:creationId xmlns:a16="http://schemas.microsoft.com/office/drawing/2014/main" id="{3B804A55-7AD6-796B-B9B2-A3D1BA705ED7}"/>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79687BAD-4B17-2732-B561-30214104849F}"/>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0" name="TextBox 80">
                <a:extLst>
                  <a:ext uri="{FF2B5EF4-FFF2-40B4-BE49-F238E27FC236}">
                    <a16:creationId xmlns:a16="http://schemas.microsoft.com/office/drawing/2014/main" id="{2E3923FA-C809-B53F-B0D6-6F09266DC2C2}"/>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nvGrpSpPr>
            <p:cNvPr id="81" name="Group 81">
              <a:extLst>
                <a:ext uri="{FF2B5EF4-FFF2-40B4-BE49-F238E27FC236}">
                  <a16:creationId xmlns:a16="http://schemas.microsoft.com/office/drawing/2014/main" id="{D47F41F6-1232-A007-F3FF-08D12F70C5F8}"/>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ADF615C8-D04F-88BC-E3B0-98DCE6F4A9F9}"/>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endParaRPr lang="en-VN"/>
              </a:p>
            </p:txBody>
          </p:sp>
          <p:sp>
            <p:nvSpPr>
              <p:cNvPr id="83" name="TextBox 83">
                <a:extLst>
                  <a:ext uri="{FF2B5EF4-FFF2-40B4-BE49-F238E27FC236}">
                    <a16:creationId xmlns:a16="http://schemas.microsoft.com/office/drawing/2014/main" id="{2851FE7D-9AF2-E88C-B57E-C7A59FEE1838}"/>
                  </a:ext>
                </a:extLst>
              </p:cNvPr>
              <p:cNvSpPr txBox="1"/>
              <p:nvPr/>
            </p:nvSpPr>
            <p:spPr>
              <a:xfrm>
                <a:off x="0" y="-47625"/>
                <a:ext cx="458751" cy="126378"/>
              </a:xfrm>
              <a:prstGeom prst="rect">
                <a:avLst/>
              </a:prstGeom>
            </p:spPr>
            <p:txBody>
              <a:bodyPr lIns="49849" tIns="49849" rIns="49849" bIns="49849" rtlCol="0" anchor="ctr"/>
              <a:lstStyle/>
              <a:p>
                <a:pPr algn="ctr">
                  <a:lnSpc>
                    <a:spcPts val="2659"/>
                  </a:lnSpc>
                </a:pPr>
                <a:endParaRPr/>
              </a:p>
            </p:txBody>
          </p:sp>
        </p:grpSp>
      </p:grpSp>
      <p:sp>
        <p:nvSpPr>
          <p:cNvPr id="84" name="Freeform 84">
            <a:extLst>
              <a:ext uri="{FF2B5EF4-FFF2-40B4-BE49-F238E27FC236}">
                <a16:creationId xmlns:a16="http://schemas.microsoft.com/office/drawing/2014/main" id="{475CCB9A-21C1-9E44-D634-D0E55B486BBA}"/>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VN"/>
          </a:p>
        </p:txBody>
      </p:sp>
      <p:sp>
        <p:nvSpPr>
          <p:cNvPr id="98" name="TextBox 97">
            <a:extLst>
              <a:ext uri="{FF2B5EF4-FFF2-40B4-BE49-F238E27FC236}">
                <a16:creationId xmlns:a16="http://schemas.microsoft.com/office/drawing/2014/main" id="{9BAA7BF3-409F-9240-2D3C-7749A8DC0DBF}"/>
              </a:ext>
            </a:extLst>
          </p:cNvPr>
          <p:cNvSpPr txBox="1"/>
          <p:nvPr/>
        </p:nvSpPr>
        <p:spPr>
          <a:xfrm>
            <a:off x="1848695" y="1043778"/>
            <a:ext cx="15370090" cy="8112542"/>
          </a:xfrm>
          <a:prstGeom prst="rect">
            <a:avLst/>
          </a:prstGeom>
          <a:noFill/>
        </p:spPr>
        <p:txBody>
          <a:bodyPr wrap="square">
            <a:spAutoFit/>
          </a:bodyPr>
          <a:lstStyle/>
          <a:p>
            <a:pPr>
              <a:lnSpc>
                <a:spcPct val="150000"/>
              </a:lnSpc>
            </a:pPr>
            <a:r>
              <a:rPr lang="vi-VN" sz="4400" b="1">
                <a:latin typeface="American Typewriter" panose="02090604020004020304" pitchFamily="18" charset="77"/>
              </a:rPr>
              <a:t>7. trước kỳ thi VSTEP </a:t>
            </a:r>
          </a:p>
          <a:p>
            <a:pPr>
              <a:lnSpc>
                <a:spcPct val="150000"/>
              </a:lnSpc>
            </a:pPr>
            <a:r>
              <a:rPr lang="vi-VN" sz="4400" b="1">
                <a:solidFill>
                  <a:srgbClr val="00B0F0"/>
                </a:solidFill>
                <a:latin typeface="American Typewriter" panose="02090604020004020304" pitchFamily="18" charset="77"/>
              </a:rPr>
              <a:t>→ </a:t>
            </a:r>
            <a:r>
              <a:rPr lang="vi-VN" sz="4400" b="1">
                <a:solidFill>
                  <a:srgbClr val="FF0000"/>
                </a:solidFill>
                <a:latin typeface="American Typewriter" panose="02090604020004020304" pitchFamily="18" charset="77"/>
              </a:rPr>
              <a:t>before</a:t>
            </a:r>
            <a:r>
              <a:rPr lang="vi-VN" sz="4400" b="1">
                <a:solidFill>
                  <a:srgbClr val="00B0F0"/>
                </a:solidFill>
                <a:latin typeface="American Typewriter" panose="02090604020004020304" pitchFamily="18" charset="77"/>
              </a:rPr>
              <a:t> the VSTEP exam</a:t>
            </a:r>
          </a:p>
          <a:p>
            <a:pPr>
              <a:lnSpc>
                <a:spcPct val="150000"/>
              </a:lnSpc>
            </a:pPr>
            <a:r>
              <a:rPr lang="vi-VN" sz="4400" b="1">
                <a:latin typeface="American Typewriter" panose="02090604020004020304" pitchFamily="18" charset="77"/>
              </a:rPr>
              <a:t>8. trong vòng hai năm </a:t>
            </a:r>
          </a:p>
          <a:p>
            <a:pPr>
              <a:lnSpc>
                <a:spcPct val="150000"/>
              </a:lnSpc>
            </a:pPr>
            <a:r>
              <a:rPr lang="vi-VN" sz="4400" b="1">
                <a:solidFill>
                  <a:srgbClr val="00B0F0"/>
                </a:solidFill>
                <a:latin typeface="American Typewriter" panose="02090604020004020304" pitchFamily="18" charset="77"/>
              </a:rPr>
              <a:t>→ </a:t>
            </a:r>
            <a:r>
              <a:rPr lang="vi-VN" sz="4400" b="1">
                <a:solidFill>
                  <a:srgbClr val="FF0000"/>
                </a:solidFill>
                <a:latin typeface="American Typewriter" panose="02090604020004020304" pitchFamily="18" charset="77"/>
              </a:rPr>
              <a:t>for</a:t>
            </a:r>
            <a:r>
              <a:rPr lang="vi-VN" sz="4400" b="1">
                <a:solidFill>
                  <a:srgbClr val="00B0F0"/>
                </a:solidFill>
                <a:latin typeface="American Typewriter" panose="02090604020004020304" pitchFamily="18" charset="77"/>
              </a:rPr>
              <a:t> two years</a:t>
            </a:r>
          </a:p>
          <a:p>
            <a:pPr>
              <a:lnSpc>
                <a:spcPct val="150000"/>
              </a:lnSpc>
            </a:pPr>
            <a:r>
              <a:rPr lang="vi-VN" sz="4400" b="1">
                <a:latin typeface="American Typewriter" panose="02090604020004020304" pitchFamily="18" charset="77"/>
              </a:rPr>
              <a:t>9. kể từ năm ngoái </a:t>
            </a:r>
          </a:p>
          <a:p>
            <a:pPr>
              <a:lnSpc>
                <a:spcPct val="150000"/>
              </a:lnSpc>
            </a:pPr>
            <a:r>
              <a:rPr lang="vi-VN" sz="4400" b="1">
                <a:solidFill>
                  <a:srgbClr val="00B0F0"/>
                </a:solidFill>
                <a:latin typeface="American Typewriter" panose="02090604020004020304" pitchFamily="18" charset="77"/>
              </a:rPr>
              <a:t>→ </a:t>
            </a:r>
            <a:r>
              <a:rPr lang="vi-VN" sz="4400" b="1">
                <a:solidFill>
                  <a:srgbClr val="FF0000"/>
                </a:solidFill>
                <a:latin typeface="American Typewriter" panose="02090604020004020304" pitchFamily="18" charset="77"/>
              </a:rPr>
              <a:t>since</a:t>
            </a:r>
            <a:r>
              <a:rPr lang="vi-VN" sz="4400" b="1">
                <a:solidFill>
                  <a:srgbClr val="00B0F0"/>
                </a:solidFill>
                <a:latin typeface="American Typewriter" panose="02090604020004020304" pitchFamily="18" charset="77"/>
              </a:rPr>
              <a:t> last year</a:t>
            </a:r>
          </a:p>
          <a:p>
            <a:pPr>
              <a:lnSpc>
                <a:spcPct val="150000"/>
              </a:lnSpc>
            </a:pPr>
            <a:r>
              <a:rPr lang="vi-VN" sz="4400" b="1">
                <a:latin typeface="American Typewriter" panose="02090604020004020304" pitchFamily="18" charset="77"/>
              </a:rPr>
              <a:t>10. sau giờ làm việc </a:t>
            </a:r>
          </a:p>
          <a:p>
            <a:pPr>
              <a:lnSpc>
                <a:spcPct val="150000"/>
              </a:lnSpc>
            </a:pPr>
            <a:r>
              <a:rPr lang="vi-VN" sz="4400" b="1">
                <a:solidFill>
                  <a:srgbClr val="00B0F0"/>
                </a:solidFill>
                <a:latin typeface="American Typewriter" panose="02090604020004020304" pitchFamily="18" charset="77"/>
              </a:rPr>
              <a:t>→ </a:t>
            </a:r>
            <a:r>
              <a:rPr lang="vi-VN" sz="4400" b="1">
                <a:solidFill>
                  <a:srgbClr val="FF0000"/>
                </a:solidFill>
                <a:latin typeface="American Typewriter" panose="02090604020004020304" pitchFamily="18" charset="77"/>
              </a:rPr>
              <a:t>after</a:t>
            </a:r>
            <a:r>
              <a:rPr lang="vi-VN" sz="4400" b="1">
                <a:solidFill>
                  <a:srgbClr val="00B0F0"/>
                </a:solidFill>
                <a:latin typeface="American Typewriter" panose="02090604020004020304" pitchFamily="18" charset="77"/>
              </a:rPr>
              <a:t> working hours / </a:t>
            </a:r>
            <a:r>
              <a:rPr lang="vi-VN" sz="4400" b="1">
                <a:solidFill>
                  <a:srgbClr val="FF0000"/>
                </a:solidFill>
                <a:latin typeface="American Typewriter" panose="02090604020004020304" pitchFamily="18" charset="77"/>
              </a:rPr>
              <a:t>after</a:t>
            </a:r>
            <a:r>
              <a:rPr lang="vi-VN" sz="4400" b="1">
                <a:solidFill>
                  <a:srgbClr val="00B0F0"/>
                </a:solidFill>
                <a:latin typeface="American Typewriter" panose="02090604020004020304" pitchFamily="18" charset="77"/>
              </a:rPr>
              <a:t> work</a:t>
            </a:r>
          </a:p>
        </p:txBody>
      </p:sp>
    </p:spTree>
    <p:extLst>
      <p:ext uri="{BB962C8B-B14F-4D97-AF65-F5344CB8AC3E}">
        <p14:creationId xmlns:p14="http://schemas.microsoft.com/office/powerpoint/2010/main" val="2286325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8">
                                            <p:txEl>
                                              <p:pRg st="4" end="4"/>
                                            </p:txEl>
                                          </p:spTgt>
                                        </p:tgtEl>
                                        <p:attrNameLst>
                                          <p:attrName>style.visibility</p:attrName>
                                        </p:attrNameLst>
                                      </p:cBhvr>
                                      <p:to>
                                        <p:strVal val="visible"/>
                                      </p:to>
                                    </p:set>
                                    <p:anim calcmode="lin" valueType="num">
                                      <p:cBhvr additive="base">
                                        <p:cTn id="31" dur="500" fill="hold"/>
                                        <p:tgtEl>
                                          <p:spTgt spid="9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8">
                                            <p:txEl>
                                              <p:pRg st="5" end="5"/>
                                            </p:txEl>
                                          </p:spTgt>
                                        </p:tgtEl>
                                        <p:attrNameLst>
                                          <p:attrName>style.visibility</p:attrName>
                                        </p:attrNameLst>
                                      </p:cBhvr>
                                      <p:to>
                                        <p:strVal val="visible"/>
                                      </p:to>
                                    </p:set>
                                    <p:anim calcmode="lin" valueType="num">
                                      <p:cBhvr additive="base">
                                        <p:cTn id="37" dur="500" fill="hold"/>
                                        <p:tgtEl>
                                          <p:spTgt spid="9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8">
                                            <p:txEl>
                                              <p:pRg st="6" end="6"/>
                                            </p:txEl>
                                          </p:spTgt>
                                        </p:tgtEl>
                                        <p:attrNameLst>
                                          <p:attrName>style.visibility</p:attrName>
                                        </p:attrNameLst>
                                      </p:cBhvr>
                                      <p:to>
                                        <p:strVal val="visible"/>
                                      </p:to>
                                    </p:set>
                                    <p:anim calcmode="lin" valueType="num">
                                      <p:cBhvr additive="base">
                                        <p:cTn id="43" dur="500" fill="hold"/>
                                        <p:tgtEl>
                                          <p:spTgt spid="98">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98">
                                            <p:txEl>
                                              <p:pRg st="7" end="7"/>
                                            </p:txEl>
                                          </p:spTgt>
                                        </p:tgtEl>
                                        <p:attrNameLst>
                                          <p:attrName>style.visibility</p:attrName>
                                        </p:attrNameLst>
                                      </p:cBhvr>
                                      <p:to>
                                        <p:strVal val="visible"/>
                                      </p:to>
                                    </p:set>
                                    <p:anim calcmode="lin" valueType="num">
                                      <p:cBhvr additive="base">
                                        <p:cTn id="49" dur="500" fill="hold"/>
                                        <p:tgtEl>
                                          <p:spTgt spid="98">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98">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B2216-6F9E-11F3-24B7-C058DE4057C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51A0AC8-0FC7-5334-E894-9A9BCD4D14DF}"/>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608315C3-D110-7C36-9E9A-10ED551C0889}"/>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DD773DCC-5A47-E801-9574-4A434B42FEDD}"/>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 name="Group 5">
            <a:extLst>
              <a:ext uri="{FF2B5EF4-FFF2-40B4-BE49-F238E27FC236}">
                <a16:creationId xmlns:a16="http://schemas.microsoft.com/office/drawing/2014/main" id="{8352DAC3-64E8-D610-2359-E93647026568}"/>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B5487710-9122-3F20-02AC-8E4C7E6A6F8B}"/>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0C9E1DD6-B2BD-A1A5-93D2-9B1F987199DB}"/>
                </a:ext>
              </a:extLst>
            </p:cNvPr>
            <p:cNvSpPr txBox="1"/>
            <p:nvPr/>
          </p:nvSpPr>
          <p:spPr>
            <a:xfrm>
              <a:off x="0" y="-47625"/>
              <a:ext cx="5454346" cy="2751565"/>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A47886EC-6865-2B0A-BEE5-526B40E6FA5B}"/>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76918B1B-5E02-8133-63FE-1348237BABA7}"/>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6F8CFF04-993E-0B0A-1687-C58C9E9B0434}"/>
                </a:ext>
              </a:extLst>
            </p:cNvPr>
            <p:cNvSpPr txBox="1"/>
            <p:nvPr/>
          </p:nvSpPr>
          <p:spPr>
            <a:xfrm>
              <a:off x="0" y="-47625"/>
              <a:ext cx="5429786" cy="2704410"/>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E31773BA-7F5D-8DFE-6A3F-EE8D8AF6CA3C}"/>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4C5857F6-3AD2-2A38-864F-91A3825307B8}"/>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313B048A-8FE4-5FCB-71BF-D7732ACC59F3}"/>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3723BD20-2A1E-5BD8-A4FC-4BDEC440AF6E}"/>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7E8107FA-9462-5401-5093-7567297AEFB8}"/>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A55453DE-BB5D-73AF-08E8-C4640A117999}"/>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D9E0F5B6-FF72-9EB5-7A6D-96332A419D48}"/>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7904B87C-2329-7602-1AAA-D403F85F8424}"/>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1DF9628A-B927-E27F-EDB9-4D2C24BD9D5A}"/>
                </a:ext>
              </a:extLst>
            </p:cNvPr>
            <p:cNvSpPr txBox="1"/>
            <p:nvPr/>
          </p:nvSpPr>
          <p:spPr>
            <a:xfrm>
              <a:off x="0" y="-47625"/>
              <a:ext cx="3961731" cy="2448417"/>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4" name="Freeform 34">
            <a:extLst>
              <a:ext uri="{FF2B5EF4-FFF2-40B4-BE49-F238E27FC236}">
                <a16:creationId xmlns:a16="http://schemas.microsoft.com/office/drawing/2014/main" id="{C76EC954-40A5-F5D1-6D2A-AE0CE46FBE2D}"/>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5" name="Group 35">
            <a:extLst>
              <a:ext uri="{FF2B5EF4-FFF2-40B4-BE49-F238E27FC236}">
                <a16:creationId xmlns:a16="http://schemas.microsoft.com/office/drawing/2014/main" id="{2B2FB952-7C76-0395-7439-F08ADBBDE1ED}"/>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974206B5-C4E4-1B19-C8EB-7D2BDA327637}"/>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7885C97B-CFDB-D44D-4934-46D7CFC3323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Box 38">
                <a:extLst>
                  <a:ext uri="{FF2B5EF4-FFF2-40B4-BE49-F238E27FC236}">
                    <a16:creationId xmlns:a16="http://schemas.microsoft.com/office/drawing/2014/main" id="{8EEF6A4C-8BE6-9F46-5508-01CC401F3592}"/>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9" name="Group 39">
              <a:extLst>
                <a:ext uri="{FF2B5EF4-FFF2-40B4-BE49-F238E27FC236}">
                  <a16:creationId xmlns:a16="http://schemas.microsoft.com/office/drawing/2014/main" id="{D0745C00-B941-36CC-F066-2323E5EF3F91}"/>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1C85A2C7-550E-49EF-7775-6736A104CBC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Box 41">
                <a:extLst>
                  <a:ext uri="{FF2B5EF4-FFF2-40B4-BE49-F238E27FC236}">
                    <a16:creationId xmlns:a16="http://schemas.microsoft.com/office/drawing/2014/main" id="{061A9DC9-570C-E377-334A-A1CE03985E77}"/>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2" name="Group 42">
              <a:extLst>
                <a:ext uri="{FF2B5EF4-FFF2-40B4-BE49-F238E27FC236}">
                  <a16:creationId xmlns:a16="http://schemas.microsoft.com/office/drawing/2014/main" id="{0D21FD57-6777-DDAA-651C-D651AEEBDC2B}"/>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D05B5F22-B466-421B-80AF-03D44DBEC2A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Box 44">
                <a:extLst>
                  <a:ext uri="{FF2B5EF4-FFF2-40B4-BE49-F238E27FC236}">
                    <a16:creationId xmlns:a16="http://schemas.microsoft.com/office/drawing/2014/main" id="{1A643913-F803-9BB6-EA5F-186153CEF837}"/>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5" name="Group 45">
              <a:extLst>
                <a:ext uri="{FF2B5EF4-FFF2-40B4-BE49-F238E27FC236}">
                  <a16:creationId xmlns:a16="http://schemas.microsoft.com/office/drawing/2014/main" id="{404F7F26-88D0-5E23-DB5D-79410AF0CD55}"/>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F18C38AF-3774-4E9A-EEB6-4DA62BDFC8E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Box 47">
                <a:extLst>
                  <a:ext uri="{FF2B5EF4-FFF2-40B4-BE49-F238E27FC236}">
                    <a16:creationId xmlns:a16="http://schemas.microsoft.com/office/drawing/2014/main" id="{132EE925-4912-C18F-B199-E7BFE17C35CB}"/>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8" name="Group 48">
              <a:extLst>
                <a:ext uri="{FF2B5EF4-FFF2-40B4-BE49-F238E27FC236}">
                  <a16:creationId xmlns:a16="http://schemas.microsoft.com/office/drawing/2014/main" id="{C92317AE-2ADF-9188-2D7F-F46A4728F115}"/>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BAC98EED-1F6B-B5D0-828E-D83FFC14AA0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Box 50">
                <a:extLst>
                  <a:ext uri="{FF2B5EF4-FFF2-40B4-BE49-F238E27FC236}">
                    <a16:creationId xmlns:a16="http://schemas.microsoft.com/office/drawing/2014/main" id="{84C04D9A-DC1B-9F27-6128-AED92F6D1215}"/>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51" name="Freeform 51">
            <a:extLst>
              <a:ext uri="{FF2B5EF4-FFF2-40B4-BE49-F238E27FC236}">
                <a16:creationId xmlns:a16="http://schemas.microsoft.com/office/drawing/2014/main" id="{62DC572E-1BCC-DC98-3BA6-F3B2D4534528}"/>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2" name="Group 52">
            <a:extLst>
              <a:ext uri="{FF2B5EF4-FFF2-40B4-BE49-F238E27FC236}">
                <a16:creationId xmlns:a16="http://schemas.microsoft.com/office/drawing/2014/main" id="{9842B876-2CF3-9E97-203C-9C7EAE78386B}"/>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F0D299A7-26A7-FE97-CFC3-B7795F654861}"/>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0DB71A9A-7611-A5ED-B63F-ED2B8EE0574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5F06E71E-EC20-A883-43BE-1F2EF731BBC4}"/>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C72B80FE-F262-282C-CC47-4EC4DFB9577D}"/>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66B8B0D0-2E5F-1A9B-25F3-F3EE8BD9594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4699B278-2FBC-4AC0-E92C-732FDD6322C6}"/>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DD112C1C-E328-28EB-2443-F5647E9D26E7}"/>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EE1FC861-C10D-C473-0D04-FD27389511E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DA68E97B-6985-5D94-D7C8-1B073B58303B}"/>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CB2AC490-8EA4-0150-3E77-8E71B6FAD6B5}"/>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779B666D-047A-78F2-EB41-7FE4090EF65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9B71B325-2F87-D71C-7267-382C25A37606}"/>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5" name="Group 65">
              <a:extLst>
                <a:ext uri="{FF2B5EF4-FFF2-40B4-BE49-F238E27FC236}">
                  <a16:creationId xmlns:a16="http://schemas.microsoft.com/office/drawing/2014/main" id="{F0125F1D-2593-7BE0-1D02-02980A9F4E6A}"/>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76D1FEF6-E0A4-A422-58E9-EECDBF224EF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Box 67">
                <a:extLst>
                  <a:ext uri="{FF2B5EF4-FFF2-40B4-BE49-F238E27FC236}">
                    <a16:creationId xmlns:a16="http://schemas.microsoft.com/office/drawing/2014/main" id="{226F07D5-1587-1955-CC95-D06D688A1805}"/>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68" name="Group 68">
            <a:extLst>
              <a:ext uri="{FF2B5EF4-FFF2-40B4-BE49-F238E27FC236}">
                <a16:creationId xmlns:a16="http://schemas.microsoft.com/office/drawing/2014/main" id="{77397E6D-DEC5-6A41-AEA8-935BE79B327F}"/>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8E321034-32C9-623E-B3FB-8FA483098DB4}"/>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65EDF8CB-172B-8D94-1A03-211D4992577F}"/>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Box 71">
                <a:extLst>
                  <a:ext uri="{FF2B5EF4-FFF2-40B4-BE49-F238E27FC236}">
                    <a16:creationId xmlns:a16="http://schemas.microsoft.com/office/drawing/2014/main" id="{F7C1B854-E23A-206B-A859-4CF81AA5F2A8}"/>
                  </a:ext>
                </a:extLst>
              </p:cNvPr>
              <p:cNvSpPr txBox="1"/>
              <p:nvPr/>
            </p:nvSpPr>
            <p:spPr>
              <a:xfrm>
                <a:off x="0" y="-47625"/>
                <a:ext cx="458420"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2" name="Group 72">
              <a:extLst>
                <a:ext uri="{FF2B5EF4-FFF2-40B4-BE49-F238E27FC236}">
                  <a16:creationId xmlns:a16="http://schemas.microsoft.com/office/drawing/2014/main" id="{60FD7D0E-F2E8-92B8-5B07-70BE4071024A}"/>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DE8CF1B7-EC04-96E2-0088-2F4D231FDFA0}"/>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TextBox 74">
                <a:extLst>
                  <a:ext uri="{FF2B5EF4-FFF2-40B4-BE49-F238E27FC236}">
                    <a16:creationId xmlns:a16="http://schemas.microsoft.com/office/drawing/2014/main" id="{71749F2D-E00B-37A9-3FB9-92B2AC498C25}"/>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5" name="Group 75">
              <a:extLst>
                <a:ext uri="{FF2B5EF4-FFF2-40B4-BE49-F238E27FC236}">
                  <a16:creationId xmlns:a16="http://schemas.microsoft.com/office/drawing/2014/main" id="{01470296-5D4B-E4D0-EABC-D7592F4771EB}"/>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49CDD783-ACE6-B62A-1A46-6B139A2CCE8C}"/>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7" name="TextBox 77">
                <a:extLst>
                  <a:ext uri="{FF2B5EF4-FFF2-40B4-BE49-F238E27FC236}">
                    <a16:creationId xmlns:a16="http://schemas.microsoft.com/office/drawing/2014/main" id="{CE4D0A90-35A2-5A10-670F-8FF3A324FC6B}"/>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8" name="Group 78">
              <a:extLst>
                <a:ext uri="{FF2B5EF4-FFF2-40B4-BE49-F238E27FC236}">
                  <a16:creationId xmlns:a16="http://schemas.microsoft.com/office/drawing/2014/main" id="{13C4B371-9180-1A1B-7BFC-8C0D961ECC7B}"/>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7505BF77-4F24-8036-CB1E-EF7BDB4BC8D3}"/>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Box 80">
                <a:extLst>
                  <a:ext uri="{FF2B5EF4-FFF2-40B4-BE49-F238E27FC236}">
                    <a16:creationId xmlns:a16="http://schemas.microsoft.com/office/drawing/2014/main" id="{12B44EF3-FB10-FDD0-A0DC-BA068F25B09B}"/>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1" name="Group 81">
              <a:extLst>
                <a:ext uri="{FF2B5EF4-FFF2-40B4-BE49-F238E27FC236}">
                  <a16:creationId xmlns:a16="http://schemas.microsoft.com/office/drawing/2014/main" id="{FB025439-126F-D341-6623-70CDB14243E9}"/>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55EA8F0E-6A1D-248E-B6DF-0794F7360236}"/>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3" name="TextBox 83">
                <a:extLst>
                  <a:ext uri="{FF2B5EF4-FFF2-40B4-BE49-F238E27FC236}">
                    <a16:creationId xmlns:a16="http://schemas.microsoft.com/office/drawing/2014/main" id="{622A6F7B-EA53-EF39-5739-2C353837AF99}"/>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84" name="Freeform 84">
            <a:extLst>
              <a:ext uri="{FF2B5EF4-FFF2-40B4-BE49-F238E27FC236}">
                <a16:creationId xmlns:a16="http://schemas.microsoft.com/office/drawing/2014/main" id="{06234E82-335F-BDB9-7C25-F96640EA07C1}"/>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6EC95929-8BF5-8486-EE08-1CD876CCE994}"/>
              </a:ext>
            </a:extLst>
          </p:cNvPr>
          <p:cNvSpPr txBox="1"/>
          <p:nvPr/>
        </p:nvSpPr>
        <p:spPr>
          <a:xfrm>
            <a:off x="1839051" y="1104900"/>
            <a:ext cx="15370090" cy="7993920"/>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4000" b="1" i="0" u="none" strike="noStrike" kern="1200" cap="none" spc="0" normalizeH="0" baseline="0" noProof="0">
                <a:ln>
                  <a:noFill/>
                </a:ln>
                <a:solidFill>
                  <a:srgbClr val="F79646"/>
                </a:solidFill>
                <a:effectLst/>
                <a:uLnTx/>
                <a:uFillTx/>
                <a:latin typeface="American Typewriter" panose="02090604020004020304" pitchFamily="18" charset="77"/>
                <a:ea typeface="+mn-ea"/>
                <a:cs typeface="+mn-cs"/>
              </a:rPr>
              <a:t>GIỚI TỪ CHỈ VỊ</a:t>
            </a:r>
            <a:r>
              <a:rPr kumimoji="0" lang="en-US" sz="4000" b="1" i="0" u="none" strike="noStrike" kern="1200" cap="none" spc="0" normalizeH="0" noProof="0">
                <a:ln>
                  <a:noFill/>
                </a:ln>
                <a:solidFill>
                  <a:srgbClr val="F79646"/>
                </a:solidFill>
                <a:effectLst/>
                <a:uLnTx/>
                <a:uFillTx/>
                <a:latin typeface="American Typewriter" panose="02090604020004020304" pitchFamily="18" charset="77"/>
                <a:ea typeface="+mn-ea"/>
                <a:cs typeface="+mn-cs"/>
              </a:rPr>
              <a:t> TRÍ – NƠI CHỐN</a:t>
            </a:r>
            <a:endParaRPr kumimoji="0" lang="en-US" sz="4000" b="1" i="0" u="none" strike="noStrike" kern="1200" cap="none" spc="0" normalizeH="0" baseline="0" noProof="0">
              <a:ln>
                <a:noFill/>
              </a:ln>
              <a:solidFill>
                <a:srgbClr val="F79646"/>
              </a:solidFill>
              <a:effectLst/>
              <a:uLnTx/>
              <a:uFillTx/>
              <a:latin typeface="American Typewriter" panose="02090604020004020304" pitchFamily="18" charset="77"/>
              <a:ea typeface="+mn-ea"/>
              <a:cs typeface="+mn-cs"/>
            </a:endParaRPr>
          </a:p>
          <a:p>
            <a:pPr marL="457200" indent="-457200" algn="just">
              <a:lnSpc>
                <a:spcPct val="150000"/>
              </a:lnSpc>
              <a:buFont typeface="Wingdings" pitchFamily="2" charset="2"/>
              <a:buChar char="§"/>
            </a:pPr>
            <a:r>
              <a:rPr lang="vi-VN" sz="3400" b="1">
                <a:latin typeface="American Typewriter" panose="02090604020004020304" pitchFamily="18" charset="77"/>
              </a:rPr>
              <a:t>in</a:t>
            </a:r>
            <a:r>
              <a:rPr lang="vi-VN" sz="3400">
                <a:latin typeface="American Typewriter" panose="02090604020004020304" pitchFamily="18" charset="77"/>
              </a:rPr>
              <a:t>: dùng cho khu vực rộng lớn hoặc không gian kín; cũng dùng cho tài liệu, hình ảnh.</a:t>
            </a:r>
          </a:p>
          <a:p>
            <a:pPr algn="just">
              <a:lnSpc>
                <a:spcPct val="150000"/>
              </a:lnSpc>
            </a:pPr>
            <a:r>
              <a:rPr lang="vi-VN" sz="3400">
                <a:solidFill>
                  <a:srgbClr val="00B0F0"/>
                </a:solidFill>
                <a:latin typeface="American Typewriter" panose="02090604020004020304" pitchFamily="18" charset="77"/>
              </a:rPr>
              <a:t>→ </a:t>
            </a:r>
            <a:r>
              <a:rPr lang="vi-VN" sz="3400" b="1">
                <a:solidFill>
                  <a:srgbClr val="00B0F0"/>
                </a:solidFill>
                <a:latin typeface="American Typewriter" panose="02090604020004020304" pitchFamily="18" charset="77"/>
              </a:rPr>
              <a:t>Ví dụ: </a:t>
            </a:r>
            <a:r>
              <a:rPr lang="vi-VN" sz="3400">
                <a:solidFill>
                  <a:srgbClr val="00B0F0"/>
                </a:solidFill>
                <a:latin typeface="American Typewriter" panose="02090604020004020304" pitchFamily="18" charset="77"/>
              </a:rPr>
              <a:t>in Viet Nam, in Can Tho city, in a book, in a picture</a:t>
            </a:r>
          </a:p>
          <a:p>
            <a:pPr marL="457200" indent="-457200" algn="just">
              <a:lnSpc>
                <a:spcPct val="150000"/>
              </a:lnSpc>
              <a:buFont typeface="Wingdings" pitchFamily="2" charset="2"/>
              <a:buChar char="§"/>
            </a:pPr>
            <a:r>
              <a:rPr lang="vi-VN" sz="3400" b="1">
                <a:latin typeface="American Typewriter" panose="02090604020004020304" pitchFamily="18" charset="77"/>
              </a:rPr>
              <a:t>on</a:t>
            </a:r>
            <a:r>
              <a:rPr lang="vi-VN" sz="3400">
                <a:latin typeface="American Typewriter" panose="02090604020004020304" pitchFamily="18" charset="77"/>
              </a:rPr>
              <a:t>: dùng cho đường phố, tầng, phương tiện, mạng xã hội.</a:t>
            </a:r>
          </a:p>
          <a:p>
            <a:pPr algn="just">
              <a:lnSpc>
                <a:spcPct val="150000"/>
              </a:lnSpc>
            </a:pPr>
            <a:r>
              <a:rPr lang="vi-VN" sz="3400">
                <a:solidFill>
                  <a:srgbClr val="00B0F0"/>
                </a:solidFill>
                <a:latin typeface="American Typewriter" panose="02090604020004020304" pitchFamily="18" charset="77"/>
              </a:rPr>
              <a:t>→ </a:t>
            </a:r>
            <a:r>
              <a:rPr lang="vi-VN" sz="3400" b="1">
                <a:solidFill>
                  <a:srgbClr val="00B0F0"/>
                </a:solidFill>
                <a:latin typeface="American Typewriter" panose="02090604020004020304" pitchFamily="18" charset="77"/>
              </a:rPr>
              <a:t>Ví dụ: </a:t>
            </a:r>
            <a:r>
              <a:rPr lang="vi-VN" sz="3400">
                <a:solidFill>
                  <a:srgbClr val="00B0F0"/>
                </a:solidFill>
                <a:latin typeface="American Typewriter" panose="02090604020004020304" pitchFamily="18" charset="77"/>
              </a:rPr>
              <a:t>on 3/2 street, on the first floor, on the bus, on Facebook</a:t>
            </a:r>
          </a:p>
          <a:p>
            <a:pPr marL="457200" indent="-457200" algn="just">
              <a:lnSpc>
                <a:spcPct val="150000"/>
              </a:lnSpc>
              <a:buFont typeface="Wingdings" pitchFamily="2" charset="2"/>
              <a:buChar char="§"/>
            </a:pPr>
            <a:r>
              <a:rPr lang="vi-VN" sz="3400" b="1">
                <a:latin typeface="American Typewriter" panose="02090604020004020304" pitchFamily="18" charset="77"/>
              </a:rPr>
              <a:t>at</a:t>
            </a:r>
            <a:r>
              <a:rPr lang="vi-VN" sz="3400">
                <a:latin typeface="American Typewriter" panose="02090604020004020304" pitchFamily="18" charset="77"/>
              </a:rPr>
              <a:t>: dùng cho địa điểm hoặc vị trí cụ thể (số nhà, tòa nhà, điểm hẹn...).</a:t>
            </a:r>
          </a:p>
          <a:p>
            <a:pPr algn="just">
              <a:lnSpc>
                <a:spcPct val="150000"/>
              </a:lnSpc>
            </a:pPr>
            <a:r>
              <a:rPr lang="vi-VN" sz="3400">
                <a:solidFill>
                  <a:srgbClr val="00B0F0"/>
                </a:solidFill>
                <a:latin typeface="American Typewriter" panose="02090604020004020304" pitchFamily="18" charset="77"/>
              </a:rPr>
              <a:t>→ </a:t>
            </a:r>
            <a:r>
              <a:rPr lang="vi-VN" sz="3400" b="1">
                <a:solidFill>
                  <a:srgbClr val="00B0F0"/>
                </a:solidFill>
                <a:latin typeface="American Typewriter" panose="02090604020004020304" pitchFamily="18" charset="77"/>
              </a:rPr>
              <a:t>Ví dụ: </a:t>
            </a:r>
            <a:r>
              <a:rPr lang="vi-VN" sz="3400">
                <a:solidFill>
                  <a:srgbClr val="00B0F0"/>
                </a:solidFill>
                <a:latin typeface="American Typewriter" panose="02090604020004020304" pitchFamily="18" charset="77"/>
              </a:rPr>
              <a:t>at 132, at the hospital, at the restaurant</a:t>
            </a:r>
          </a:p>
          <a:p>
            <a:pPr marL="457200" indent="-457200" algn="just">
              <a:lnSpc>
                <a:spcPct val="150000"/>
              </a:lnSpc>
              <a:buFont typeface="Wingdings" pitchFamily="2" charset="2"/>
              <a:buChar char="§"/>
            </a:pPr>
            <a:r>
              <a:rPr lang="vi-VN" sz="3400" b="1">
                <a:latin typeface="American Typewriter" panose="02090604020004020304" pitchFamily="18" charset="77"/>
              </a:rPr>
              <a:t>by / near / close to</a:t>
            </a:r>
            <a:r>
              <a:rPr lang="vi-VN" sz="3400">
                <a:latin typeface="American Typewriter" panose="02090604020004020304" pitchFamily="18" charset="77"/>
              </a:rPr>
              <a:t>: nghĩa là “gần với” một vị trí nào đó.</a:t>
            </a:r>
          </a:p>
          <a:p>
            <a:pPr algn="just">
              <a:lnSpc>
                <a:spcPct val="150000"/>
              </a:lnSpc>
            </a:pPr>
            <a:r>
              <a:rPr lang="vi-VN" sz="3400">
                <a:solidFill>
                  <a:srgbClr val="00B0F0"/>
                </a:solidFill>
                <a:latin typeface="American Typewriter" panose="02090604020004020304" pitchFamily="18" charset="77"/>
              </a:rPr>
              <a:t>→ </a:t>
            </a:r>
            <a:r>
              <a:rPr lang="vi-VN" sz="3400" b="1">
                <a:solidFill>
                  <a:srgbClr val="00B0F0"/>
                </a:solidFill>
                <a:latin typeface="American Typewriter" panose="02090604020004020304" pitchFamily="18" charset="77"/>
              </a:rPr>
              <a:t>Ví dụ: </a:t>
            </a:r>
            <a:r>
              <a:rPr lang="vi-VN" sz="3400">
                <a:solidFill>
                  <a:srgbClr val="00B0F0"/>
                </a:solidFill>
                <a:latin typeface="American Typewriter" panose="02090604020004020304" pitchFamily="18" charset="77"/>
              </a:rPr>
              <a:t>by the lake, near the cinema, close to my school</a:t>
            </a:r>
          </a:p>
        </p:txBody>
      </p:sp>
    </p:spTree>
    <p:extLst>
      <p:ext uri="{BB962C8B-B14F-4D97-AF65-F5344CB8AC3E}">
        <p14:creationId xmlns:p14="http://schemas.microsoft.com/office/powerpoint/2010/main" val="140091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8">
                                            <p:txEl>
                                              <p:pRg st="4" end="4"/>
                                            </p:txEl>
                                          </p:spTgt>
                                        </p:tgtEl>
                                        <p:attrNameLst>
                                          <p:attrName>style.visibility</p:attrName>
                                        </p:attrNameLst>
                                      </p:cBhvr>
                                      <p:to>
                                        <p:strVal val="visible"/>
                                      </p:to>
                                    </p:set>
                                    <p:anim calcmode="lin" valueType="num">
                                      <p:cBhvr additive="base">
                                        <p:cTn id="31" dur="500" fill="hold"/>
                                        <p:tgtEl>
                                          <p:spTgt spid="9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8">
                                            <p:txEl>
                                              <p:pRg st="5" end="5"/>
                                            </p:txEl>
                                          </p:spTgt>
                                        </p:tgtEl>
                                        <p:attrNameLst>
                                          <p:attrName>style.visibility</p:attrName>
                                        </p:attrNameLst>
                                      </p:cBhvr>
                                      <p:to>
                                        <p:strVal val="visible"/>
                                      </p:to>
                                    </p:set>
                                    <p:anim calcmode="lin" valueType="num">
                                      <p:cBhvr additive="base">
                                        <p:cTn id="37" dur="500" fill="hold"/>
                                        <p:tgtEl>
                                          <p:spTgt spid="9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8">
                                            <p:txEl>
                                              <p:pRg st="6" end="6"/>
                                            </p:txEl>
                                          </p:spTgt>
                                        </p:tgtEl>
                                        <p:attrNameLst>
                                          <p:attrName>style.visibility</p:attrName>
                                        </p:attrNameLst>
                                      </p:cBhvr>
                                      <p:to>
                                        <p:strVal val="visible"/>
                                      </p:to>
                                    </p:set>
                                    <p:anim calcmode="lin" valueType="num">
                                      <p:cBhvr additive="base">
                                        <p:cTn id="43" dur="500" fill="hold"/>
                                        <p:tgtEl>
                                          <p:spTgt spid="98">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98">
                                            <p:txEl>
                                              <p:pRg st="7" end="7"/>
                                            </p:txEl>
                                          </p:spTgt>
                                        </p:tgtEl>
                                        <p:attrNameLst>
                                          <p:attrName>style.visibility</p:attrName>
                                        </p:attrNameLst>
                                      </p:cBhvr>
                                      <p:to>
                                        <p:strVal val="visible"/>
                                      </p:to>
                                    </p:set>
                                    <p:anim calcmode="lin" valueType="num">
                                      <p:cBhvr additive="base">
                                        <p:cTn id="49" dur="500" fill="hold"/>
                                        <p:tgtEl>
                                          <p:spTgt spid="98">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98">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98">
                                            <p:txEl>
                                              <p:pRg st="8" end="8"/>
                                            </p:txEl>
                                          </p:spTgt>
                                        </p:tgtEl>
                                        <p:attrNameLst>
                                          <p:attrName>style.visibility</p:attrName>
                                        </p:attrNameLst>
                                      </p:cBhvr>
                                      <p:to>
                                        <p:strVal val="visible"/>
                                      </p:to>
                                    </p:set>
                                    <p:anim calcmode="lin" valueType="num">
                                      <p:cBhvr additive="base">
                                        <p:cTn id="55" dur="500" fill="hold"/>
                                        <p:tgtEl>
                                          <p:spTgt spid="98">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98">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2646C-AD6B-31E1-A302-8B947602504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D58352E-4CC5-B3FF-3237-D48E39DB0DBA}"/>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600B80CB-7A16-04FD-4E9D-EA8FD860DF98}"/>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AD2697A7-B54C-2277-3592-39994D985891}"/>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 name="Group 5">
            <a:extLst>
              <a:ext uri="{FF2B5EF4-FFF2-40B4-BE49-F238E27FC236}">
                <a16:creationId xmlns:a16="http://schemas.microsoft.com/office/drawing/2014/main" id="{5236370E-B2DA-9C44-F7DB-4B6B55F1D6BF}"/>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D198B6B8-AE12-F3C4-8FF7-E59FD2F87460}"/>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9FA0010D-6D5C-AE28-710B-2ACB973CE2BF}"/>
                </a:ext>
              </a:extLst>
            </p:cNvPr>
            <p:cNvSpPr txBox="1"/>
            <p:nvPr/>
          </p:nvSpPr>
          <p:spPr>
            <a:xfrm>
              <a:off x="0" y="-47625"/>
              <a:ext cx="5454346" cy="2751565"/>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6B604FE1-94CF-6875-5EF9-67AD7357A066}"/>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7D555505-493A-7897-A0A6-662AF2A99666}"/>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F8C2C286-5F74-7DB1-1D63-1606F15B7819}"/>
                </a:ext>
              </a:extLst>
            </p:cNvPr>
            <p:cNvSpPr txBox="1"/>
            <p:nvPr/>
          </p:nvSpPr>
          <p:spPr>
            <a:xfrm>
              <a:off x="0" y="-47625"/>
              <a:ext cx="5429786" cy="2704410"/>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2B01B83D-13EE-F4AE-A783-CB1D4AA5EA67}"/>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ADEE0E51-92E0-FC29-3B93-E252553B7526}"/>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CE89FA71-16B1-7380-2DF3-D1BB9BC69136}"/>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238DCA8C-B3A4-3B3E-E8F1-49E68571A9B4}"/>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A61E2E35-7DC5-BD13-9BFA-6EC26CC4AFCF}"/>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3B40BA75-3A16-15D8-C024-E502190BC4C0}"/>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4ADD8EBC-54BE-8805-75B9-595AE123147A}"/>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FE8DCE38-79F9-B818-8C93-28CF1568D738}"/>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6093C32F-0F5C-095A-668F-206EB86033E5}"/>
                </a:ext>
              </a:extLst>
            </p:cNvPr>
            <p:cNvSpPr txBox="1"/>
            <p:nvPr/>
          </p:nvSpPr>
          <p:spPr>
            <a:xfrm>
              <a:off x="0" y="-47625"/>
              <a:ext cx="3961731" cy="2448417"/>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4" name="Freeform 34">
            <a:extLst>
              <a:ext uri="{FF2B5EF4-FFF2-40B4-BE49-F238E27FC236}">
                <a16:creationId xmlns:a16="http://schemas.microsoft.com/office/drawing/2014/main" id="{54BA8807-E5C2-B795-2D21-E93112657B42}"/>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5" name="Group 35">
            <a:extLst>
              <a:ext uri="{FF2B5EF4-FFF2-40B4-BE49-F238E27FC236}">
                <a16:creationId xmlns:a16="http://schemas.microsoft.com/office/drawing/2014/main" id="{8DF914D6-6CB6-DF03-20D2-D51743D9B58E}"/>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5CAF95EB-9599-FF00-D2AD-830B75213CFE}"/>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D92698B8-0E77-2825-67B5-A49108475E1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Box 38">
                <a:extLst>
                  <a:ext uri="{FF2B5EF4-FFF2-40B4-BE49-F238E27FC236}">
                    <a16:creationId xmlns:a16="http://schemas.microsoft.com/office/drawing/2014/main" id="{F8C71101-C4CE-7EC0-9C2B-2E5BDCEBD059}"/>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9" name="Group 39">
              <a:extLst>
                <a:ext uri="{FF2B5EF4-FFF2-40B4-BE49-F238E27FC236}">
                  <a16:creationId xmlns:a16="http://schemas.microsoft.com/office/drawing/2014/main" id="{44DA45C0-6A11-9976-BA84-D0D5C519853A}"/>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385AFB34-522B-5211-67DE-D7753AD31DF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Box 41">
                <a:extLst>
                  <a:ext uri="{FF2B5EF4-FFF2-40B4-BE49-F238E27FC236}">
                    <a16:creationId xmlns:a16="http://schemas.microsoft.com/office/drawing/2014/main" id="{82C02F05-ED9A-7C08-C84C-CB80857D518F}"/>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2" name="Group 42">
              <a:extLst>
                <a:ext uri="{FF2B5EF4-FFF2-40B4-BE49-F238E27FC236}">
                  <a16:creationId xmlns:a16="http://schemas.microsoft.com/office/drawing/2014/main" id="{88A5F9B1-B8CB-B47B-A817-254BBF0378D7}"/>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36C33797-EC82-1F6A-DA51-406A34DDEEC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Box 44">
                <a:extLst>
                  <a:ext uri="{FF2B5EF4-FFF2-40B4-BE49-F238E27FC236}">
                    <a16:creationId xmlns:a16="http://schemas.microsoft.com/office/drawing/2014/main" id="{CE173689-BF79-3539-3ADB-81369350D2CB}"/>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5" name="Group 45">
              <a:extLst>
                <a:ext uri="{FF2B5EF4-FFF2-40B4-BE49-F238E27FC236}">
                  <a16:creationId xmlns:a16="http://schemas.microsoft.com/office/drawing/2014/main" id="{E2AC7F92-15E6-A154-BA76-9CFAE95F1231}"/>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C457A087-1B8B-B95A-4780-1230ED853CD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Box 47">
                <a:extLst>
                  <a:ext uri="{FF2B5EF4-FFF2-40B4-BE49-F238E27FC236}">
                    <a16:creationId xmlns:a16="http://schemas.microsoft.com/office/drawing/2014/main" id="{CBD7255B-7B72-34D3-E688-7C192BE0F91F}"/>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8" name="Group 48">
              <a:extLst>
                <a:ext uri="{FF2B5EF4-FFF2-40B4-BE49-F238E27FC236}">
                  <a16:creationId xmlns:a16="http://schemas.microsoft.com/office/drawing/2014/main" id="{E958B7B8-A06F-A35A-37A1-141085EC396C}"/>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0FF3F4EE-4944-8CCC-5AEF-51777FB7B23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Box 50">
                <a:extLst>
                  <a:ext uri="{FF2B5EF4-FFF2-40B4-BE49-F238E27FC236}">
                    <a16:creationId xmlns:a16="http://schemas.microsoft.com/office/drawing/2014/main" id="{1E9539D1-EB67-EED4-57DC-7B2CC0050484}"/>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51" name="Freeform 51">
            <a:extLst>
              <a:ext uri="{FF2B5EF4-FFF2-40B4-BE49-F238E27FC236}">
                <a16:creationId xmlns:a16="http://schemas.microsoft.com/office/drawing/2014/main" id="{11E4F189-241A-8C05-F182-1275E041DEBC}"/>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2" name="Group 52">
            <a:extLst>
              <a:ext uri="{FF2B5EF4-FFF2-40B4-BE49-F238E27FC236}">
                <a16:creationId xmlns:a16="http://schemas.microsoft.com/office/drawing/2014/main" id="{F942EB66-52F1-34A8-DE1D-D74E2BC896AD}"/>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265C2820-6C52-ECC7-E07C-3C2959E1FA4D}"/>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EF043D79-9CE2-F2C8-86FE-1BD7DCE986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740298CF-0774-D08A-5CA8-EC37C34409FA}"/>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F75A7F58-A290-3388-D872-7C1B06304970}"/>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4777D89B-701E-702E-AB68-E676BE14E46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CADB7ACB-AFC6-37BB-4977-982DFC27BEE8}"/>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80164887-EDD3-FE3B-B60A-3319B9D86E80}"/>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C01D5DD0-26CB-CB24-1515-87CA0C12371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3AF0E384-8512-9E96-D4C4-220E501E5858}"/>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613B53AD-30F9-2D1B-3F4F-FC9D9BE920AB}"/>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E52588A2-35BE-821B-2C02-A837647D38C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C81B99DA-E67E-D913-E030-81447AF1A77F}"/>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5" name="Group 65">
              <a:extLst>
                <a:ext uri="{FF2B5EF4-FFF2-40B4-BE49-F238E27FC236}">
                  <a16:creationId xmlns:a16="http://schemas.microsoft.com/office/drawing/2014/main" id="{13AEB167-5C32-5F4B-F9AE-99836890F6C1}"/>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54D984D5-704B-54B1-09BE-5074A248AC5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Box 67">
                <a:extLst>
                  <a:ext uri="{FF2B5EF4-FFF2-40B4-BE49-F238E27FC236}">
                    <a16:creationId xmlns:a16="http://schemas.microsoft.com/office/drawing/2014/main" id="{702A1868-7D38-BA1F-DA9F-A1CF9033B651}"/>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68" name="Group 68">
            <a:extLst>
              <a:ext uri="{FF2B5EF4-FFF2-40B4-BE49-F238E27FC236}">
                <a16:creationId xmlns:a16="http://schemas.microsoft.com/office/drawing/2014/main" id="{0128244F-F4F2-E39F-4A02-1ECDF86D74FF}"/>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89801E43-4BC1-6537-BA0D-842C0FEE44E0}"/>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5660F1EE-E8B8-2E36-BE4E-FDA91D1685FC}"/>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Box 71">
                <a:extLst>
                  <a:ext uri="{FF2B5EF4-FFF2-40B4-BE49-F238E27FC236}">
                    <a16:creationId xmlns:a16="http://schemas.microsoft.com/office/drawing/2014/main" id="{CEAE76C6-D7F0-CF8B-CB54-30A51C23FE2E}"/>
                  </a:ext>
                </a:extLst>
              </p:cNvPr>
              <p:cNvSpPr txBox="1"/>
              <p:nvPr/>
            </p:nvSpPr>
            <p:spPr>
              <a:xfrm>
                <a:off x="0" y="-47625"/>
                <a:ext cx="458420"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2" name="Group 72">
              <a:extLst>
                <a:ext uri="{FF2B5EF4-FFF2-40B4-BE49-F238E27FC236}">
                  <a16:creationId xmlns:a16="http://schemas.microsoft.com/office/drawing/2014/main" id="{80B34299-214E-0C5A-AED4-0B7FC7D5B996}"/>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C7B9334B-76D7-F6D2-A543-7C6368820BE0}"/>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TextBox 74">
                <a:extLst>
                  <a:ext uri="{FF2B5EF4-FFF2-40B4-BE49-F238E27FC236}">
                    <a16:creationId xmlns:a16="http://schemas.microsoft.com/office/drawing/2014/main" id="{10793D3B-4400-894D-17EF-D5D11BA461DE}"/>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5" name="Group 75">
              <a:extLst>
                <a:ext uri="{FF2B5EF4-FFF2-40B4-BE49-F238E27FC236}">
                  <a16:creationId xmlns:a16="http://schemas.microsoft.com/office/drawing/2014/main" id="{61B3B53B-44FF-50C7-FE3A-4B1DBA5384B3}"/>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6D868B04-CCD1-DF39-0218-5192C406BB3F}"/>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7" name="TextBox 77">
                <a:extLst>
                  <a:ext uri="{FF2B5EF4-FFF2-40B4-BE49-F238E27FC236}">
                    <a16:creationId xmlns:a16="http://schemas.microsoft.com/office/drawing/2014/main" id="{455FA1F1-F099-327D-7CF4-0AAC0834E346}"/>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8" name="Group 78">
              <a:extLst>
                <a:ext uri="{FF2B5EF4-FFF2-40B4-BE49-F238E27FC236}">
                  <a16:creationId xmlns:a16="http://schemas.microsoft.com/office/drawing/2014/main" id="{F8EE8253-D872-9257-4076-2B9AA963085D}"/>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9E2ED240-DDF0-9F20-E446-F3DF9DEF0164}"/>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Box 80">
                <a:extLst>
                  <a:ext uri="{FF2B5EF4-FFF2-40B4-BE49-F238E27FC236}">
                    <a16:creationId xmlns:a16="http://schemas.microsoft.com/office/drawing/2014/main" id="{3CF01D00-7DAA-B84A-64DC-33D7F2B21C5B}"/>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1" name="Group 81">
              <a:extLst>
                <a:ext uri="{FF2B5EF4-FFF2-40B4-BE49-F238E27FC236}">
                  <a16:creationId xmlns:a16="http://schemas.microsoft.com/office/drawing/2014/main" id="{90361154-7496-C9C8-BC54-11C4DBBE9E9E}"/>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C4E2F511-8593-5CD9-2FE7-7609FB9DFF5B}"/>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3" name="TextBox 83">
                <a:extLst>
                  <a:ext uri="{FF2B5EF4-FFF2-40B4-BE49-F238E27FC236}">
                    <a16:creationId xmlns:a16="http://schemas.microsoft.com/office/drawing/2014/main" id="{A5CE0F65-0CFB-6782-9988-FE294D37B349}"/>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84" name="Freeform 84">
            <a:extLst>
              <a:ext uri="{FF2B5EF4-FFF2-40B4-BE49-F238E27FC236}">
                <a16:creationId xmlns:a16="http://schemas.microsoft.com/office/drawing/2014/main" id="{FA7388BF-D111-6E7C-00A8-8D9A19BE6F75}"/>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3947FEC0-DB52-A16F-D292-A4C143748936}"/>
              </a:ext>
            </a:extLst>
          </p:cNvPr>
          <p:cNvSpPr txBox="1"/>
          <p:nvPr/>
        </p:nvSpPr>
        <p:spPr>
          <a:xfrm>
            <a:off x="1848695" y="1370952"/>
            <a:ext cx="15370090" cy="7383496"/>
          </a:xfrm>
          <a:prstGeom prst="rect">
            <a:avLst/>
          </a:prstGeom>
          <a:noFill/>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4000" b="1" i="0" u="none" strike="noStrike" kern="1200" cap="none" spc="0" normalizeH="0" baseline="0" noProof="0">
                <a:ln>
                  <a:noFill/>
                </a:ln>
                <a:solidFill>
                  <a:srgbClr val="00B050"/>
                </a:solidFill>
                <a:effectLst/>
                <a:uLnTx/>
                <a:uFillTx/>
                <a:latin typeface="American Typewriter" panose="02090604020004020304" pitchFamily="18" charset="77"/>
                <a:ea typeface="+mn-ea"/>
                <a:cs typeface="+mn-cs"/>
              </a:rPr>
              <a:t>Bài tập áp dụng: Chuyển các cụm từ chỉ vị</a:t>
            </a:r>
            <a:r>
              <a:rPr kumimoji="0" lang="en-US" sz="4000" b="1" i="0" u="none" strike="noStrike" kern="1200" cap="none" spc="0" normalizeH="0" noProof="0">
                <a:ln>
                  <a:noFill/>
                </a:ln>
                <a:solidFill>
                  <a:srgbClr val="00B050"/>
                </a:solidFill>
                <a:effectLst/>
                <a:uLnTx/>
                <a:uFillTx/>
                <a:latin typeface="American Typewriter" panose="02090604020004020304" pitchFamily="18" charset="77"/>
                <a:ea typeface="+mn-ea"/>
                <a:cs typeface="+mn-cs"/>
              </a:rPr>
              <a:t> trí – nơi chốn </a:t>
            </a:r>
            <a:r>
              <a:rPr kumimoji="0" lang="en-US" sz="4000" b="1" i="0" u="none" strike="noStrike" kern="1200" cap="none" spc="0" normalizeH="0" baseline="0" noProof="0">
                <a:ln>
                  <a:noFill/>
                </a:ln>
                <a:solidFill>
                  <a:srgbClr val="00B050"/>
                </a:solidFill>
                <a:effectLst/>
                <a:uLnTx/>
                <a:uFillTx/>
                <a:latin typeface="American Typewriter" panose="02090604020004020304" pitchFamily="18" charset="77"/>
                <a:ea typeface="+mn-ea"/>
                <a:cs typeface="+mn-cs"/>
              </a:rPr>
              <a:t>sau sang tiếng Anh:</a:t>
            </a:r>
            <a:endParaRPr kumimoji="0" lang="en-US" sz="4000" b="0" i="0" u="none" strike="noStrike" kern="1200" cap="none" spc="0" normalizeH="0" baseline="0" noProof="0">
              <a:ln>
                <a:noFill/>
              </a:ln>
              <a:solidFill>
                <a:srgbClr val="00B050"/>
              </a:solidFill>
              <a:effectLst/>
              <a:uLnTx/>
              <a:uFillTx/>
              <a:latin typeface="American Typewriter" panose="02090604020004020304" pitchFamily="18" charset="77"/>
              <a:ea typeface="+mn-ea"/>
              <a:cs typeface="+mn-cs"/>
            </a:endParaRPr>
          </a:p>
          <a:p>
            <a:pPr algn="just">
              <a:lnSpc>
                <a:spcPct val="150000"/>
              </a:lnSpc>
            </a:pPr>
            <a:r>
              <a:rPr kumimoji="0" lang="en-US" sz="4000" b="1" i="0" u="none" strike="noStrike" kern="1200" cap="none" spc="0" normalizeH="0" baseline="0" noProof="0">
                <a:ln>
                  <a:noFill/>
                </a:ln>
                <a:solidFill>
                  <a:prstClr val="black"/>
                </a:solidFill>
                <a:effectLst/>
                <a:uLnTx/>
                <a:uFillTx/>
                <a:latin typeface="American Typewriter" panose="02090604020004020304" pitchFamily="18" charset="77"/>
                <a:ea typeface="+mn-ea"/>
                <a:cs typeface="+mn-cs"/>
              </a:rPr>
              <a:t>1. </a:t>
            </a:r>
            <a:r>
              <a:rPr lang="vi-VN" sz="4000" b="1">
                <a:solidFill>
                  <a:prstClr val="black"/>
                </a:solidFill>
                <a:latin typeface="American Typewriter" panose="02090604020004020304" pitchFamily="18" charset="77"/>
              </a:rPr>
              <a:t>tại một nhà sách gần trường đại học</a:t>
            </a:r>
            <a:r>
              <a:rPr kumimoji="0" lang="en-US" sz="4000" b="1" i="0" u="none" strike="noStrike" kern="1200" cap="none" spc="0" normalizeH="0" baseline="0" noProof="0">
                <a:ln>
                  <a:noFill/>
                </a:ln>
                <a:solidFill>
                  <a:prstClr val="black"/>
                </a:solidFill>
                <a:effectLst/>
                <a:uLnTx/>
                <a:uFillTx/>
                <a:latin typeface="American Typewriter" panose="02090604020004020304" pitchFamily="18" charset="77"/>
                <a:ea typeface="+mn-ea"/>
                <a:cs typeface="+mn-cs"/>
              </a:rPr>
              <a:t> </a:t>
            </a:r>
          </a:p>
          <a:p>
            <a:pPr algn="just">
              <a:lnSpc>
                <a:spcPct val="150000"/>
              </a:lnSpc>
            </a:pPr>
            <a:r>
              <a:rPr lang="en-US" sz="4000" b="1">
                <a:solidFill>
                  <a:srgbClr val="00B0F0"/>
                </a:solidFill>
                <a:latin typeface="American Typewriter" panose="02090604020004020304" pitchFamily="18" charset="77"/>
              </a:rPr>
              <a:t>→ </a:t>
            </a:r>
            <a:r>
              <a:rPr lang="en-US" sz="4000" b="1">
                <a:solidFill>
                  <a:srgbClr val="FF0000"/>
                </a:solidFill>
                <a:latin typeface="American Typewriter" panose="02090604020004020304" pitchFamily="18" charset="77"/>
              </a:rPr>
              <a:t>at</a:t>
            </a:r>
            <a:r>
              <a:rPr lang="en-US" sz="4000" b="1">
                <a:solidFill>
                  <a:srgbClr val="00B0F0"/>
                </a:solidFill>
                <a:latin typeface="American Typewriter" panose="02090604020004020304" pitchFamily="18" charset="77"/>
              </a:rPr>
              <a:t> a bookstore near the university</a:t>
            </a:r>
            <a:endParaRPr kumimoji="0" lang="en-US" sz="4000" b="1" i="0" u="none" strike="noStrike" kern="1200" cap="none" spc="0" normalizeH="0" baseline="0" noProof="0">
              <a:ln>
                <a:noFill/>
              </a:ln>
              <a:solidFill>
                <a:srgbClr val="00B0F0"/>
              </a:solidFill>
              <a:effectLst/>
              <a:uLnTx/>
              <a:uFillTx/>
              <a:latin typeface="American Typewriter" panose="02090604020004020304" pitchFamily="18" charset="77"/>
              <a:ea typeface="+mn-ea"/>
              <a:cs typeface="+mn-cs"/>
            </a:endParaRPr>
          </a:p>
          <a:p>
            <a:pPr algn="just">
              <a:lnSpc>
                <a:spcPct val="150000"/>
              </a:lnSpc>
            </a:pPr>
            <a:r>
              <a:rPr lang="en-US" sz="4000" b="1">
                <a:solidFill>
                  <a:prstClr val="black"/>
                </a:solidFill>
                <a:latin typeface="American Typewriter" panose="02090604020004020304" pitchFamily="18" charset="77"/>
              </a:rPr>
              <a:t>2. trên Facebook </a:t>
            </a:r>
          </a:p>
          <a:p>
            <a:pPr algn="just">
              <a:lnSpc>
                <a:spcPct val="150000"/>
              </a:lnSpc>
            </a:pPr>
            <a:r>
              <a:rPr lang="en-US" sz="4000" b="1">
                <a:solidFill>
                  <a:srgbClr val="00B0F0"/>
                </a:solidFill>
                <a:latin typeface="American Typewriter" panose="02090604020004020304" pitchFamily="18" charset="77"/>
              </a:rPr>
              <a:t>→ </a:t>
            </a:r>
            <a:r>
              <a:rPr lang="en-US" sz="4000" b="1">
                <a:solidFill>
                  <a:srgbClr val="FF0000"/>
                </a:solidFill>
                <a:latin typeface="American Typewriter" panose="02090604020004020304" pitchFamily="18" charset="77"/>
              </a:rPr>
              <a:t>on</a:t>
            </a:r>
            <a:r>
              <a:rPr lang="en-US" sz="4000" b="1">
                <a:solidFill>
                  <a:srgbClr val="00B0F0"/>
                </a:solidFill>
                <a:latin typeface="American Typewriter" panose="02090604020004020304" pitchFamily="18" charset="77"/>
              </a:rPr>
              <a:t> Facebook</a:t>
            </a:r>
          </a:p>
          <a:p>
            <a:pPr algn="just">
              <a:lnSpc>
                <a:spcPct val="150000"/>
              </a:lnSpc>
            </a:pPr>
            <a:r>
              <a:rPr kumimoji="0" lang="en-US" sz="4000" b="1" i="0" u="none" strike="noStrike" kern="1200" cap="none" spc="0" normalizeH="0" baseline="0" noProof="0">
                <a:ln>
                  <a:noFill/>
                </a:ln>
                <a:solidFill>
                  <a:prstClr val="black"/>
                </a:solidFill>
                <a:effectLst/>
                <a:uLnTx/>
                <a:uFillTx/>
                <a:latin typeface="American Typewriter" panose="02090604020004020304" pitchFamily="18" charset="77"/>
                <a:ea typeface="+mn-ea"/>
                <a:cs typeface="+mn-cs"/>
              </a:rPr>
              <a:t>3. </a:t>
            </a:r>
            <a:r>
              <a:rPr lang="vi-VN" sz="4000" b="1">
                <a:solidFill>
                  <a:prstClr val="black"/>
                </a:solidFill>
                <a:latin typeface="American Typewriter" panose="02090604020004020304" pitchFamily="18" charset="77"/>
              </a:rPr>
              <a:t>trên một con đường đông đúc</a:t>
            </a:r>
            <a:r>
              <a:rPr kumimoji="0" lang="en-US" sz="4000" b="1" i="0" u="none" strike="noStrike" kern="1200" cap="none" spc="0" normalizeH="0" baseline="0" noProof="0">
                <a:ln>
                  <a:noFill/>
                </a:ln>
                <a:solidFill>
                  <a:prstClr val="black"/>
                </a:solidFill>
                <a:effectLst/>
                <a:uLnTx/>
                <a:uFillTx/>
                <a:latin typeface="American Typewriter" panose="02090604020004020304" pitchFamily="18" charset="77"/>
                <a:ea typeface="+mn-ea"/>
                <a:cs typeface="+mn-cs"/>
              </a:rPr>
              <a:t> </a:t>
            </a:r>
          </a:p>
          <a:p>
            <a:pPr algn="just">
              <a:lnSpc>
                <a:spcPct val="150000"/>
              </a:lnSpc>
            </a:pPr>
            <a:r>
              <a:rPr lang="en-US" sz="4000" b="1">
                <a:solidFill>
                  <a:srgbClr val="00B0F0"/>
                </a:solidFill>
                <a:latin typeface="American Typewriter" panose="02090604020004020304" pitchFamily="18" charset="77"/>
              </a:rPr>
              <a:t>→ </a:t>
            </a:r>
            <a:r>
              <a:rPr lang="en-US" sz="4000" b="1">
                <a:solidFill>
                  <a:srgbClr val="FF0000"/>
                </a:solidFill>
                <a:latin typeface="American Typewriter" panose="02090604020004020304" pitchFamily="18" charset="77"/>
              </a:rPr>
              <a:t>on</a:t>
            </a:r>
            <a:r>
              <a:rPr lang="en-US" sz="4000" b="1">
                <a:solidFill>
                  <a:srgbClr val="00B0F0"/>
                </a:solidFill>
                <a:latin typeface="American Typewriter" panose="02090604020004020304" pitchFamily="18" charset="77"/>
              </a:rPr>
              <a:t> a </a:t>
            </a:r>
            <a:r>
              <a:rPr lang="en-US" sz="4000" b="1" u="sng">
                <a:solidFill>
                  <a:srgbClr val="00B0F0"/>
                </a:solidFill>
                <a:latin typeface="American Typewriter" panose="02090604020004020304" pitchFamily="18" charset="77"/>
              </a:rPr>
              <a:t>busy</a:t>
            </a:r>
            <a:r>
              <a:rPr lang="en-US" sz="4000" b="1">
                <a:solidFill>
                  <a:srgbClr val="00B0F0"/>
                </a:solidFill>
                <a:latin typeface="American Typewriter" panose="02090604020004020304" pitchFamily="18" charset="77"/>
              </a:rPr>
              <a:t> street / </a:t>
            </a:r>
            <a:r>
              <a:rPr lang="en-US" sz="4000" b="1">
                <a:solidFill>
                  <a:srgbClr val="FF0000"/>
                </a:solidFill>
                <a:latin typeface="American Typewriter" panose="02090604020004020304" pitchFamily="18" charset="77"/>
              </a:rPr>
              <a:t>on</a:t>
            </a:r>
            <a:r>
              <a:rPr lang="en-US" sz="4000" b="1">
                <a:solidFill>
                  <a:srgbClr val="00B0F0"/>
                </a:solidFill>
                <a:latin typeface="American Typewriter" panose="02090604020004020304" pitchFamily="18" charset="77"/>
              </a:rPr>
              <a:t> a </a:t>
            </a:r>
            <a:r>
              <a:rPr lang="en-US" sz="4000" b="1" u="sng">
                <a:solidFill>
                  <a:srgbClr val="00B0F0"/>
                </a:solidFill>
                <a:latin typeface="American Typewriter" panose="02090604020004020304" pitchFamily="18" charset="77"/>
              </a:rPr>
              <a:t>crowded</a:t>
            </a:r>
            <a:r>
              <a:rPr lang="en-US" sz="4000" b="1">
                <a:solidFill>
                  <a:srgbClr val="00B0F0"/>
                </a:solidFill>
                <a:latin typeface="American Typewriter" panose="02090604020004020304" pitchFamily="18" charset="77"/>
              </a:rPr>
              <a:t> street</a:t>
            </a:r>
          </a:p>
        </p:txBody>
      </p:sp>
    </p:spTree>
    <p:extLst>
      <p:ext uri="{BB962C8B-B14F-4D97-AF65-F5344CB8AC3E}">
        <p14:creationId xmlns:p14="http://schemas.microsoft.com/office/powerpoint/2010/main" val="2154804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8">
                                            <p:txEl>
                                              <p:pRg st="4" end="4"/>
                                            </p:txEl>
                                          </p:spTgt>
                                        </p:tgtEl>
                                        <p:attrNameLst>
                                          <p:attrName>style.visibility</p:attrName>
                                        </p:attrNameLst>
                                      </p:cBhvr>
                                      <p:to>
                                        <p:strVal val="visible"/>
                                      </p:to>
                                    </p:set>
                                    <p:anim calcmode="lin" valueType="num">
                                      <p:cBhvr additive="base">
                                        <p:cTn id="31" dur="500" fill="hold"/>
                                        <p:tgtEl>
                                          <p:spTgt spid="9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8">
                                            <p:txEl>
                                              <p:pRg st="5" end="5"/>
                                            </p:txEl>
                                          </p:spTgt>
                                        </p:tgtEl>
                                        <p:attrNameLst>
                                          <p:attrName>style.visibility</p:attrName>
                                        </p:attrNameLst>
                                      </p:cBhvr>
                                      <p:to>
                                        <p:strVal val="visible"/>
                                      </p:to>
                                    </p:set>
                                    <p:anim calcmode="lin" valueType="num">
                                      <p:cBhvr additive="base">
                                        <p:cTn id="37" dur="500" fill="hold"/>
                                        <p:tgtEl>
                                          <p:spTgt spid="9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8">
                                            <p:txEl>
                                              <p:pRg st="6" end="6"/>
                                            </p:txEl>
                                          </p:spTgt>
                                        </p:tgtEl>
                                        <p:attrNameLst>
                                          <p:attrName>style.visibility</p:attrName>
                                        </p:attrNameLst>
                                      </p:cBhvr>
                                      <p:to>
                                        <p:strVal val="visible"/>
                                      </p:to>
                                    </p:set>
                                    <p:anim calcmode="lin" valueType="num">
                                      <p:cBhvr additive="base">
                                        <p:cTn id="43" dur="500" fill="hold"/>
                                        <p:tgtEl>
                                          <p:spTgt spid="98">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8">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FD5C1-372E-B729-B301-9EB98401B40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B89979C-0440-9AF6-CD65-B6580E4D34C2}"/>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6911C22D-96CE-7DFA-5954-1931B809E877}"/>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02065196-08AC-630C-42C3-ED7E6B53EC92}"/>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 name="Group 5">
            <a:extLst>
              <a:ext uri="{FF2B5EF4-FFF2-40B4-BE49-F238E27FC236}">
                <a16:creationId xmlns:a16="http://schemas.microsoft.com/office/drawing/2014/main" id="{09EADBA9-7A33-290D-E668-DC91F16BA80B}"/>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D1836172-80EB-6CD9-F752-8519AC7B3B99}"/>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542009E6-9184-0DF9-8E22-EC226CC18C89}"/>
                </a:ext>
              </a:extLst>
            </p:cNvPr>
            <p:cNvSpPr txBox="1"/>
            <p:nvPr/>
          </p:nvSpPr>
          <p:spPr>
            <a:xfrm>
              <a:off x="0" y="-47625"/>
              <a:ext cx="5454346" cy="2751565"/>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1DF5CD07-4424-6E2F-9361-209BB8C9EEFB}"/>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F6149649-5CB5-E3CA-A82A-84D62A06240F}"/>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2E721BF6-B3BD-EAE6-E8C0-D288ACD27D8F}"/>
                </a:ext>
              </a:extLst>
            </p:cNvPr>
            <p:cNvSpPr txBox="1"/>
            <p:nvPr/>
          </p:nvSpPr>
          <p:spPr>
            <a:xfrm>
              <a:off x="0" y="-47625"/>
              <a:ext cx="5429786" cy="2704410"/>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82F75B6B-57D1-8FCB-5612-C9AD75DAA6D8}"/>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2FC625F2-FC61-A409-6D80-92094C93CC8F}"/>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E9410F8D-00C8-3FCC-BE8D-B48DE518147F}"/>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848E7DB9-B243-161E-9D44-46EBD2B7AB0C}"/>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F63BDCCC-03AF-128D-22F3-A15C92D611DE}"/>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AD843567-68FA-29C9-6ABE-385942AFD9CA}"/>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D0A84DD0-0810-20B3-9425-A9C06DBF21C6}"/>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82FBD558-7C38-931F-006A-9F98A548D331}"/>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80BED0A1-0C7B-6384-FDF1-CA227B13C45B}"/>
                </a:ext>
              </a:extLst>
            </p:cNvPr>
            <p:cNvSpPr txBox="1"/>
            <p:nvPr/>
          </p:nvSpPr>
          <p:spPr>
            <a:xfrm>
              <a:off x="0" y="-47625"/>
              <a:ext cx="3961731" cy="2448417"/>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4" name="Freeform 34">
            <a:extLst>
              <a:ext uri="{FF2B5EF4-FFF2-40B4-BE49-F238E27FC236}">
                <a16:creationId xmlns:a16="http://schemas.microsoft.com/office/drawing/2014/main" id="{05BC3CC4-C031-3212-62DA-648E5309FA0E}"/>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5" name="Group 35">
            <a:extLst>
              <a:ext uri="{FF2B5EF4-FFF2-40B4-BE49-F238E27FC236}">
                <a16:creationId xmlns:a16="http://schemas.microsoft.com/office/drawing/2014/main" id="{ED678839-BA82-6BC9-8075-65B8CCE490EA}"/>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C0BA33C9-5947-13AC-B91D-1C24374AC4CF}"/>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5D0DCFFC-9A37-A0C7-6D16-288317BCB2C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Box 38">
                <a:extLst>
                  <a:ext uri="{FF2B5EF4-FFF2-40B4-BE49-F238E27FC236}">
                    <a16:creationId xmlns:a16="http://schemas.microsoft.com/office/drawing/2014/main" id="{726301F5-CC01-927C-3E07-71B6F087A6B2}"/>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9" name="Group 39">
              <a:extLst>
                <a:ext uri="{FF2B5EF4-FFF2-40B4-BE49-F238E27FC236}">
                  <a16:creationId xmlns:a16="http://schemas.microsoft.com/office/drawing/2014/main" id="{5EE95908-C0B4-9B8D-3C96-5A8EDCA2AF8C}"/>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57315275-C2E9-8FF7-8BCB-068BB1E2272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Box 41">
                <a:extLst>
                  <a:ext uri="{FF2B5EF4-FFF2-40B4-BE49-F238E27FC236}">
                    <a16:creationId xmlns:a16="http://schemas.microsoft.com/office/drawing/2014/main" id="{ADDCF134-D61E-78D9-DE3E-85B1DA1596A0}"/>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2" name="Group 42">
              <a:extLst>
                <a:ext uri="{FF2B5EF4-FFF2-40B4-BE49-F238E27FC236}">
                  <a16:creationId xmlns:a16="http://schemas.microsoft.com/office/drawing/2014/main" id="{E04ACB20-9D9F-C99C-DF2B-5D8271949FBF}"/>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783E9161-67A6-21BB-14E6-C394CA51F8C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Box 44">
                <a:extLst>
                  <a:ext uri="{FF2B5EF4-FFF2-40B4-BE49-F238E27FC236}">
                    <a16:creationId xmlns:a16="http://schemas.microsoft.com/office/drawing/2014/main" id="{A181A2FE-63C1-7E72-AF27-A4E4AE2B1B1B}"/>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5" name="Group 45">
              <a:extLst>
                <a:ext uri="{FF2B5EF4-FFF2-40B4-BE49-F238E27FC236}">
                  <a16:creationId xmlns:a16="http://schemas.microsoft.com/office/drawing/2014/main" id="{03E2CAF2-46C9-D46E-812D-263651D90366}"/>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11FF06E0-F96F-8306-8791-78D6CC18B78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Box 47">
                <a:extLst>
                  <a:ext uri="{FF2B5EF4-FFF2-40B4-BE49-F238E27FC236}">
                    <a16:creationId xmlns:a16="http://schemas.microsoft.com/office/drawing/2014/main" id="{22596231-7960-890B-6A5D-5D2D5A3FD975}"/>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8" name="Group 48">
              <a:extLst>
                <a:ext uri="{FF2B5EF4-FFF2-40B4-BE49-F238E27FC236}">
                  <a16:creationId xmlns:a16="http://schemas.microsoft.com/office/drawing/2014/main" id="{73588ED8-2CE4-6D13-239F-3627C662126E}"/>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CCD4C56D-A9FB-2B62-7213-209E4911D1D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Box 50">
                <a:extLst>
                  <a:ext uri="{FF2B5EF4-FFF2-40B4-BE49-F238E27FC236}">
                    <a16:creationId xmlns:a16="http://schemas.microsoft.com/office/drawing/2014/main" id="{966D4C22-F4ED-6EA3-58B7-3AFCF76A9D45}"/>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51" name="Freeform 51">
            <a:extLst>
              <a:ext uri="{FF2B5EF4-FFF2-40B4-BE49-F238E27FC236}">
                <a16:creationId xmlns:a16="http://schemas.microsoft.com/office/drawing/2014/main" id="{4D4FDDA9-83A4-88CF-039F-BFDEDB497CDC}"/>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2" name="Group 52">
            <a:extLst>
              <a:ext uri="{FF2B5EF4-FFF2-40B4-BE49-F238E27FC236}">
                <a16:creationId xmlns:a16="http://schemas.microsoft.com/office/drawing/2014/main" id="{064D58D7-10F9-3F49-200A-FDA57BA89AD7}"/>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52C68358-36D1-4CF6-EB7F-C2600412B1AF}"/>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A68B8405-6252-0896-549A-8D556E9FA41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1FC5E8F9-26EA-3448-8491-950C0E3E56C6}"/>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7F22CC54-2BDE-8E94-3ECC-DBE28C085961}"/>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C22BB918-DB7A-E37A-11D6-86F914CCE61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3BD78AE0-A753-DE55-B5F4-23DBB020F8D4}"/>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D7ED440F-C118-D00F-521A-36276D4C5CD8}"/>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588C734A-BA99-AB20-41F5-5ED89638A7F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02B0383E-05AB-8DAB-9647-EA86F1FBEA74}"/>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88E503E2-8A95-A2D3-55A7-6F2399D32CDC}"/>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EA9E78B3-9D40-5443-93BC-E215279EFDF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75E5C4E7-994F-E8E9-BB94-290EDC6339E6}"/>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5" name="Group 65">
              <a:extLst>
                <a:ext uri="{FF2B5EF4-FFF2-40B4-BE49-F238E27FC236}">
                  <a16:creationId xmlns:a16="http://schemas.microsoft.com/office/drawing/2014/main" id="{CE43A51F-55F3-4B2E-EABA-941561167A22}"/>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5F81EAD1-220D-5D90-6A4A-E545B7D07E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Box 67">
                <a:extLst>
                  <a:ext uri="{FF2B5EF4-FFF2-40B4-BE49-F238E27FC236}">
                    <a16:creationId xmlns:a16="http://schemas.microsoft.com/office/drawing/2014/main" id="{4BF5941D-6985-5DCB-BCDB-26D6490BF972}"/>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68" name="Group 68">
            <a:extLst>
              <a:ext uri="{FF2B5EF4-FFF2-40B4-BE49-F238E27FC236}">
                <a16:creationId xmlns:a16="http://schemas.microsoft.com/office/drawing/2014/main" id="{AF2D5A51-3AC5-CF80-EE7A-60E74DCB081F}"/>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E97A0273-20F3-4B8A-4A1B-FB682E816141}"/>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0ED78B65-79E7-8954-FFF0-438E4E898FFF}"/>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Box 71">
                <a:extLst>
                  <a:ext uri="{FF2B5EF4-FFF2-40B4-BE49-F238E27FC236}">
                    <a16:creationId xmlns:a16="http://schemas.microsoft.com/office/drawing/2014/main" id="{871BE682-CE50-E095-D47D-34C0935EB5AE}"/>
                  </a:ext>
                </a:extLst>
              </p:cNvPr>
              <p:cNvSpPr txBox="1"/>
              <p:nvPr/>
            </p:nvSpPr>
            <p:spPr>
              <a:xfrm>
                <a:off x="0" y="-47625"/>
                <a:ext cx="458420"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2" name="Group 72">
              <a:extLst>
                <a:ext uri="{FF2B5EF4-FFF2-40B4-BE49-F238E27FC236}">
                  <a16:creationId xmlns:a16="http://schemas.microsoft.com/office/drawing/2014/main" id="{B40E1421-4B3F-C587-205C-A128909B4142}"/>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8970D953-F37E-6203-8246-C15387AAD0A8}"/>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TextBox 74">
                <a:extLst>
                  <a:ext uri="{FF2B5EF4-FFF2-40B4-BE49-F238E27FC236}">
                    <a16:creationId xmlns:a16="http://schemas.microsoft.com/office/drawing/2014/main" id="{1EE6FF30-A140-FC20-6B11-1B18CDE29186}"/>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5" name="Group 75">
              <a:extLst>
                <a:ext uri="{FF2B5EF4-FFF2-40B4-BE49-F238E27FC236}">
                  <a16:creationId xmlns:a16="http://schemas.microsoft.com/office/drawing/2014/main" id="{A2E22E22-2333-6439-1998-720A62C55364}"/>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6CAC69F0-377F-0758-674F-7A380CA5C9EB}"/>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7" name="TextBox 77">
                <a:extLst>
                  <a:ext uri="{FF2B5EF4-FFF2-40B4-BE49-F238E27FC236}">
                    <a16:creationId xmlns:a16="http://schemas.microsoft.com/office/drawing/2014/main" id="{15511B83-AD24-B3D3-BCC3-6465ACEE9BDC}"/>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8" name="Group 78">
              <a:extLst>
                <a:ext uri="{FF2B5EF4-FFF2-40B4-BE49-F238E27FC236}">
                  <a16:creationId xmlns:a16="http://schemas.microsoft.com/office/drawing/2014/main" id="{C24250F8-6F6E-5CDD-9C80-D4FF008AF100}"/>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0A64D483-8EF0-2D76-89AA-4040FA23583F}"/>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Box 80">
                <a:extLst>
                  <a:ext uri="{FF2B5EF4-FFF2-40B4-BE49-F238E27FC236}">
                    <a16:creationId xmlns:a16="http://schemas.microsoft.com/office/drawing/2014/main" id="{F2CF0C88-BFAE-0508-03F8-8B5B9EF9A136}"/>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1" name="Group 81">
              <a:extLst>
                <a:ext uri="{FF2B5EF4-FFF2-40B4-BE49-F238E27FC236}">
                  <a16:creationId xmlns:a16="http://schemas.microsoft.com/office/drawing/2014/main" id="{0CD6E0FC-262B-813A-1E00-63715FE969DF}"/>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BF21E825-5EF3-50E6-4DF0-6B86779E5542}"/>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3" name="TextBox 83">
                <a:extLst>
                  <a:ext uri="{FF2B5EF4-FFF2-40B4-BE49-F238E27FC236}">
                    <a16:creationId xmlns:a16="http://schemas.microsoft.com/office/drawing/2014/main" id="{6B2BBD18-7E2B-8C7D-A53E-0D624F82086C}"/>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84" name="Freeform 84">
            <a:extLst>
              <a:ext uri="{FF2B5EF4-FFF2-40B4-BE49-F238E27FC236}">
                <a16:creationId xmlns:a16="http://schemas.microsoft.com/office/drawing/2014/main" id="{21FD1C67-4737-2842-3999-E75B0F6B4B52}"/>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53A29EF4-CE4C-2747-37FA-7BC1FB33879B}"/>
              </a:ext>
            </a:extLst>
          </p:cNvPr>
          <p:cNvSpPr txBox="1"/>
          <p:nvPr/>
        </p:nvSpPr>
        <p:spPr>
          <a:xfrm>
            <a:off x="1848695" y="1917232"/>
            <a:ext cx="15370090" cy="6217343"/>
          </a:xfrm>
          <a:prstGeom prst="rect">
            <a:avLst/>
          </a:prstGeom>
          <a:noFill/>
        </p:spPr>
        <p:txBody>
          <a:bodyPr wrap="square">
            <a:spAutoFit/>
          </a:bodyPr>
          <a:lstStyle/>
          <a:p>
            <a:pPr algn="just">
              <a:lnSpc>
                <a:spcPct val="150000"/>
              </a:lnSpc>
            </a:pPr>
            <a:r>
              <a:rPr lang="en-US" sz="4500" b="1">
                <a:solidFill>
                  <a:prstClr val="black"/>
                </a:solidFill>
                <a:latin typeface="American Typewriter" panose="02090604020004020304" pitchFamily="18" charset="77"/>
              </a:rPr>
              <a:t>4</a:t>
            </a:r>
            <a:r>
              <a:rPr kumimoji="0" lang="en-US" sz="4500" b="1" i="0" u="none" strike="noStrike" kern="1200" cap="none" spc="0" normalizeH="0" baseline="0" noProof="0">
                <a:ln>
                  <a:noFill/>
                </a:ln>
                <a:solidFill>
                  <a:prstClr val="black"/>
                </a:solidFill>
                <a:effectLst/>
                <a:uLnTx/>
                <a:uFillTx/>
                <a:latin typeface="American Typewriter" panose="02090604020004020304" pitchFamily="18" charset="77"/>
              </a:rPr>
              <a:t>. </a:t>
            </a:r>
            <a:r>
              <a:rPr lang="vi-VN" sz="4500" b="1" noProof="0">
                <a:solidFill>
                  <a:prstClr val="black"/>
                </a:solidFill>
                <a:latin typeface="American Typewriter" panose="02090604020004020304" pitchFamily="18" charset="77"/>
              </a:rPr>
              <a:t>t</a:t>
            </a:r>
            <a:r>
              <a:rPr lang="vi-VN" sz="4500" b="1">
                <a:solidFill>
                  <a:prstClr val="black"/>
                </a:solidFill>
                <a:latin typeface="American Typewriter" panose="02090604020004020304" pitchFamily="18" charset="77"/>
              </a:rPr>
              <a:t>rong nhà tôi</a:t>
            </a:r>
            <a:endParaRPr kumimoji="0" lang="en-US" sz="4500" b="1" i="0" u="none" strike="noStrike" kern="1200" cap="none" spc="0" normalizeH="0" baseline="0" noProof="0">
              <a:ln>
                <a:noFill/>
              </a:ln>
              <a:solidFill>
                <a:prstClr val="black"/>
              </a:solidFill>
              <a:effectLst/>
              <a:uLnTx/>
              <a:uFillTx/>
              <a:latin typeface="American Typewriter" panose="02090604020004020304" pitchFamily="18" charset="77"/>
            </a:endParaRPr>
          </a:p>
          <a:p>
            <a:pPr algn="just">
              <a:lnSpc>
                <a:spcPct val="150000"/>
              </a:lnSpc>
            </a:pPr>
            <a:r>
              <a:rPr lang="en-US" sz="4500" b="1">
                <a:solidFill>
                  <a:srgbClr val="00B0F0"/>
                </a:solidFill>
                <a:latin typeface="American Typewriter" panose="02090604020004020304" pitchFamily="18" charset="77"/>
              </a:rPr>
              <a:t>→ </a:t>
            </a:r>
            <a:r>
              <a:rPr lang="en-US" sz="4500" b="1">
                <a:solidFill>
                  <a:srgbClr val="FF0000"/>
                </a:solidFill>
                <a:latin typeface="American Typewriter" panose="02090604020004020304" pitchFamily="18" charset="77"/>
              </a:rPr>
              <a:t>in</a:t>
            </a:r>
            <a:r>
              <a:rPr lang="en-US" sz="4500" b="1">
                <a:solidFill>
                  <a:srgbClr val="00B0F0"/>
                </a:solidFill>
                <a:latin typeface="American Typewriter" panose="02090604020004020304" pitchFamily="18" charset="77"/>
              </a:rPr>
              <a:t> my house</a:t>
            </a:r>
            <a:endParaRPr kumimoji="0" lang="en-US" sz="4500" b="1" i="0" u="none" strike="noStrike" kern="1200" cap="none" spc="0" normalizeH="0" baseline="0" noProof="0">
              <a:ln>
                <a:noFill/>
              </a:ln>
              <a:solidFill>
                <a:srgbClr val="00B0F0"/>
              </a:solidFill>
              <a:effectLst/>
              <a:uLnTx/>
              <a:uFillTx/>
              <a:latin typeface="American Typewriter" panose="02090604020004020304" pitchFamily="18" charset="77"/>
            </a:endParaRPr>
          </a:p>
          <a:p>
            <a:pPr algn="just">
              <a:lnSpc>
                <a:spcPct val="150000"/>
              </a:lnSpc>
            </a:pPr>
            <a:r>
              <a:rPr lang="en-US" sz="4500" b="1">
                <a:solidFill>
                  <a:prstClr val="black"/>
                </a:solidFill>
                <a:latin typeface="American Typewriter" panose="02090604020004020304" pitchFamily="18" charset="77"/>
              </a:rPr>
              <a:t>5. ở đất nước của tôi</a:t>
            </a:r>
          </a:p>
          <a:p>
            <a:pPr algn="just">
              <a:lnSpc>
                <a:spcPct val="150000"/>
              </a:lnSpc>
            </a:pPr>
            <a:r>
              <a:rPr lang="en-US" sz="4500" b="1">
                <a:solidFill>
                  <a:srgbClr val="00B0F0"/>
                </a:solidFill>
                <a:latin typeface="American Typewriter" panose="02090604020004020304" pitchFamily="18" charset="77"/>
              </a:rPr>
              <a:t>→ </a:t>
            </a:r>
            <a:r>
              <a:rPr lang="en-US" sz="4500" b="1">
                <a:solidFill>
                  <a:srgbClr val="FF0000"/>
                </a:solidFill>
                <a:latin typeface="American Typewriter" panose="02090604020004020304" pitchFamily="18" charset="77"/>
              </a:rPr>
              <a:t>in</a:t>
            </a:r>
            <a:r>
              <a:rPr lang="en-US" sz="4500" b="1">
                <a:solidFill>
                  <a:srgbClr val="00B0F0"/>
                </a:solidFill>
                <a:latin typeface="American Typewriter" panose="02090604020004020304" pitchFamily="18" charset="77"/>
              </a:rPr>
              <a:t> my country/nation</a:t>
            </a:r>
          </a:p>
          <a:p>
            <a:pPr algn="just">
              <a:lnSpc>
                <a:spcPct val="150000"/>
              </a:lnSpc>
            </a:pPr>
            <a:r>
              <a:rPr lang="en-US" sz="4500" b="1">
                <a:solidFill>
                  <a:prstClr val="black"/>
                </a:solidFill>
                <a:latin typeface="American Typewriter" panose="02090604020004020304" pitchFamily="18" charset="77"/>
              </a:rPr>
              <a:t>6</a:t>
            </a:r>
            <a:r>
              <a:rPr kumimoji="0" lang="en-US" sz="4500" b="1" i="0" u="none" strike="noStrike" kern="1200" cap="none" spc="0" normalizeH="0" baseline="0" noProof="0">
                <a:ln>
                  <a:noFill/>
                </a:ln>
                <a:solidFill>
                  <a:prstClr val="black"/>
                </a:solidFill>
                <a:effectLst/>
                <a:uLnTx/>
                <a:uFillTx/>
                <a:latin typeface="American Typewriter" panose="02090604020004020304" pitchFamily="18" charset="77"/>
              </a:rPr>
              <a:t>. </a:t>
            </a:r>
            <a:r>
              <a:rPr lang="vi-VN" sz="4500" b="1">
                <a:solidFill>
                  <a:prstClr val="black"/>
                </a:solidFill>
                <a:latin typeface="American Typewriter" panose="02090604020004020304" pitchFamily="18" charset="77"/>
              </a:rPr>
              <a:t>tại một siêu thị lớn trong trung tâm thành phố</a:t>
            </a:r>
            <a:endParaRPr kumimoji="0" lang="en-US" sz="4500" b="1" i="0" u="none" strike="noStrike" kern="1200" cap="none" spc="0" normalizeH="0" baseline="0" noProof="0">
              <a:ln>
                <a:noFill/>
              </a:ln>
              <a:solidFill>
                <a:prstClr val="black"/>
              </a:solidFill>
              <a:effectLst/>
              <a:uLnTx/>
              <a:uFillTx/>
              <a:latin typeface="American Typewriter" panose="02090604020004020304" pitchFamily="18" charset="77"/>
            </a:endParaRPr>
          </a:p>
          <a:p>
            <a:pPr algn="just">
              <a:lnSpc>
                <a:spcPct val="150000"/>
              </a:lnSpc>
            </a:pPr>
            <a:r>
              <a:rPr lang="en-US" sz="4500" b="1">
                <a:solidFill>
                  <a:srgbClr val="00B0F0"/>
                </a:solidFill>
                <a:latin typeface="American Typewriter" panose="02090604020004020304" pitchFamily="18" charset="77"/>
              </a:rPr>
              <a:t>→ </a:t>
            </a:r>
            <a:r>
              <a:rPr lang="en-US" sz="4500" b="1">
                <a:solidFill>
                  <a:srgbClr val="FF0000"/>
                </a:solidFill>
                <a:latin typeface="American Typewriter" panose="02090604020004020304" pitchFamily="18" charset="77"/>
              </a:rPr>
              <a:t>at</a:t>
            </a:r>
            <a:r>
              <a:rPr lang="en-US" sz="4500" b="1">
                <a:solidFill>
                  <a:srgbClr val="00B0F0"/>
                </a:solidFill>
                <a:latin typeface="American Typewriter" panose="02090604020004020304" pitchFamily="18" charset="77"/>
              </a:rPr>
              <a:t> a big supermarket in the city center</a:t>
            </a:r>
          </a:p>
        </p:txBody>
      </p:sp>
    </p:spTree>
    <p:extLst>
      <p:ext uri="{BB962C8B-B14F-4D97-AF65-F5344CB8AC3E}">
        <p14:creationId xmlns:p14="http://schemas.microsoft.com/office/powerpoint/2010/main" val="3540134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8">
                                            <p:txEl>
                                              <p:pRg st="4" end="4"/>
                                            </p:txEl>
                                          </p:spTgt>
                                        </p:tgtEl>
                                        <p:attrNameLst>
                                          <p:attrName>style.visibility</p:attrName>
                                        </p:attrNameLst>
                                      </p:cBhvr>
                                      <p:to>
                                        <p:strVal val="visible"/>
                                      </p:to>
                                    </p:set>
                                    <p:anim calcmode="lin" valueType="num">
                                      <p:cBhvr additive="base">
                                        <p:cTn id="31" dur="500" fill="hold"/>
                                        <p:tgtEl>
                                          <p:spTgt spid="9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8">
                                            <p:txEl>
                                              <p:pRg st="5" end="5"/>
                                            </p:txEl>
                                          </p:spTgt>
                                        </p:tgtEl>
                                        <p:attrNameLst>
                                          <p:attrName>style.visibility</p:attrName>
                                        </p:attrNameLst>
                                      </p:cBhvr>
                                      <p:to>
                                        <p:strVal val="visible"/>
                                      </p:to>
                                    </p:set>
                                    <p:anim calcmode="lin" valueType="num">
                                      <p:cBhvr additive="base">
                                        <p:cTn id="37" dur="500" fill="hold"/>
                                        <p:tgtEl>
                                          <p:spTgt spid="9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8">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DB58D-23C7-FA77-BD28-0D78D3708EC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92F97E8-4224-C391-0975-42BD8622F442}"/>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99423DE3-AD17-495F-891A-298A88E1E329}"/>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2130658F-12A4-01C8-2069-C0D7F6EE5E0B}"/>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 name="Group 5">
            <a:extLst>
              <a:ext uri="{FF2B5EF4-FFF2-40B4-BE49-F238E27FC236}">
                <a16:creationId xmlns:a16="http://schemas.microsoft.com/office/drawing/2014/main" id="{F0568545-7552-DBB6-77E5-D138F47C7676}"/>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1F5F002E-1A7F-438C-406C-DE7FC487EEC3}"/>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A5A6569B-9B03-627F-2856-36B37056E619}"/>
                </a:ext>
              </a:extLst>
            </p:cNvPr>
            <p:cNvSpPr txBox="1"/>
            <p:nvPr/>
          </p:nvSpPr>
          <p:spPr>
            <a:xfrm>
              <a:off x="0" y="-47625"/>
              <a:ext cx="5454346" cy="2751565"/>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CF0AE285-2BC7-4DBD-0979-CE0AF16F0E54}"/>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85467F74-9291-186A-2E26-3B5E8C8A4A71}"/>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DC7DF893-DC7A-973B-9747-422D3CC21DD7}"/>
                </a:ext>
              </a:extLst>
            </p:cNvPr>
            <p:cNvSpPr txBox="1"/>
            <p:nvPr/>
          </p:nvSpPr>
          <p:spPr>
            <a:xfrm>
              <a:off x="0" y="-47625"/>
              <a:ext cx="5429786" cy="2704410"/>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5DEB3A18-E916-219C-B321-F8D1F0126A11}"/>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D5411769-7D20-B619-2A0A-CE40CAF5FC72}"/>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535215DF-1910-33BC-721E-E967A43A8D9F}"/>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35A15E2A-45F9-26A6-8AF4-9258030DFE15}"/>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AB239E08-2037-361C-6084-42C98B14C30E}"/>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256682B0-0957-92BE-B5FD-9714E0615FB5}"/>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7CB13A31-7F60-2708-454F-4AADE966E747}"/>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E766C09B-2057-C2D8-74B7-0D925FF7DC33}"/>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00194548-C3F9-77DB-A258-0E42162334D1}"/>
                </a:ext>
              </a:extLst>
            </p:cNvPr>
            <p:cNvSpPr txBox="1"/>
            <p:nvPr/>
          </p:nvSpPr>
          <p:spPr>
            <a:xfrm>
              <a:off x="0" y="-47625"/>
              <a:ext cx="3961731" cy="2448417"/>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4" name="Freeform 34">
            <a:extLst>
              <a:ext uri="{FF2B5EF4-FFF2-40B4-BE49-F238E27FC236}">
                <a16:creationId xmlns:a16="http://schemas.microsoft.com/office/drawing/2014/main" id="{AEAD743F-0798-DE20-4789-09360919883A}"/>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5" name="Group 35">
            <a:extLst>
              <a:ext uri="{FF2B5EF4-FFF2-40B4-BE49-F238E27FC236}">
                <a16:creationId xmlns:a16="http://schemas.microsoft.com/office/drawing/2014/main" id="{AC9D8837-5985-9333-467D-BBAFD50511F6}"/>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40A0E286-34ED-30EF-A595-00D05D9A60CC}"/>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3C9D10EB-4DD0-297E-3DA7-396319979F4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Box 38">
                <a:extLst>
                  <a:ext uri="{FF2B5EF4-FFF2-40B4-BE49-F238E27FC236}">
                    <a16:creationId xmlns:a16="http://schemas.microsoft.com/office/drawing/2014/main" id="{0D9FA814-AB07-4B0A-7A29-D1447DB77144}"/>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9" name="Group 39">
              <a:extLst>
                <a:ext uri="{FF2B5EF4-FFF2-40B4-BE49-F238E27FC236}">
                  <a16:creationId xmlns:a16="http://schemas.microsoft.com/office/drawing/2014/main" id="{4DC8833F-E5B0-D3EE-215B-312D80EF0BF1}"/>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8BF504F5-3DF2-964F-04BF-7CB1E975E8E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Box 41">
                <a:extLst>
                  <a:ext uri="{FF2B5EF4-FFF2-40B4-BE49-F238E27FC236}">
                    <a16:creationId xmlns:a16="http://schemas.microsoft.com/office/drawing/2014/main" id="{78FDE4EE-7344-CD93-912A-234011A7A352}"/>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2" name="Group 42">
              <a:extLst>
                <a:ext uri="{FF2B5EF4-FFF2-40B4-BE49-F238E27FC236}">
                  <a16:creationId xmlns:a16="http://schemas.microsoft.com/office/drawing/2014/main" id="{80B281B6-0E2F-CDB0-E435-5DE7963D711D}"/>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449D1D9F-3EE7-6307-4A49-48044343B4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Box 44">
                <a:extLst>
                  <a:ext uri="{FF2B5EF4-FFF2-40B4-BE49-F238E27FC236}">
                    <a16:creationId xmlns:a16="http://schemas.microsoft.com/office/drawing/2014/main" id="{39B9A283-40E3-0A66-4661-D0DA41FC54DD}"/>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5" name="Group 45">
              <a:extLst>
                <a:ext uri="{FF2B5EF4-FFF2-40B4-BE49-F238E27FC236}">
                  <a16:creationId xmlns:a16="http://schemas.microsoft.com/office/drawing/2014/main" id="{400F5049-69D7-25DB-62F2-D7A0E9363CC0}"/>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BE3B5E72-3BF3-4E85-0AEC-628751662E9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Box 47">
                <a:extLst>
                  <a:ext uri="{FF2B5EF4-FFF2-40B4-BE49-F238E27FC236}">
                    <a16:creationId xmlns:a16="http://schemas.microsoft.com/office/drawing/2014/main" id="{FFA457E1-79D3-9715-8392-4B774AF49C7B}"/>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8" name="Group 48">
              <a:extLst>
                <a:ext uri="{FF2B5EF4-FFF2-40B4-BE49-F238E27FC236}">
                  <a16:creationId xmlns:a16="http://schemas.microsoft.com/office/drawing/2014/main" id="{A7210C08-0D4A-0FEB-7739-22D4318D7668}"/>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45BD6B2F-E795-D713-0009-5654F7A0E24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Box 50">
                <a:extLst>
                  <a:ext uri="{FF2B5EF4-FFF2-40B4-BE49-F238E27FC236}">
                    <a16:creationId xmlns:a16="http://schemas.microsoft.com/office/drawing/2014/main" id="{B48793B8-233A-AEF8-92D1-A288CD97D98A}"/>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51" name="Freeform 51">
            <a:extLst>
              <a:ext uri="{FF2B5EF4-FFF2-40B4-BE49-F238E27FC236}">
                <a16:creationId xmlns:a16="http://schemas.microsoft.com/office/drawing/2014/main" id="{D79D0A6E-C70F-EA8F-B6FB-5A90F682EA61}"/>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2" name="Group 52">
            <a:extLst>
              <a:ext uri="{FF2B5EF4-FFF2-40B4-BE49-F238E27FC236}">
                <a16:creationId xmlns:a16="http://schemas.microsoft.com/office/drawing/2014/main" id="{BE23587D-8658-5F71-E77E-9DA2529B8207}"/>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75E108CD-F333-9F4D-DBA3-3CD3C42A54B7}"/>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D41EF753-0772-10F8-2224-6CCFFCF17E9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F6354B50-CEF9-C849-EA3B-51DBBFA227B7}"/>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E89F858C-7FDF-E42B-5BD6-A89A7EFFE9EE}"/>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14EF292E-341B-94C9-8E07-CE94C21BAD7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601B93DC-F74D-3EE1-1D52-B43DFAAC68EB}"/>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F894EE29-4BF0-BCBE-7E62-4585E3822F27}"/>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8F38015E-3CCE-A4F6-4F68-EEA0AEB33F5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6E2F26E0-888A-8555-93C0-B18264284071}"/>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CA5AAE89-6FDD-9633-07BD-B02D0697692D}"/>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97C01547-3BA4-4DB0-6662-A4F8AB0EC8D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10A6508D-8627-6DAE-A01B-F83F59168104}"/>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5" name="Group 65">
              <a:extLst>
                <a:ext uri="{FF2B5EF4-FFF2-40B4-BE49-F238E27FC236}">
                  <a16:creationId xmlns:a16="http://schemas.microsoft.com/office/drawing/2014/main" id="{E3B54CB9-9A51-E5AF-ABE1-DF905976811D}"/>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8FB30791-C19D-7307-A5B8-8D56CD8CDB7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Box 67">
                <a:extLst>
                  <a:ext uri="{FF2B5EF4-FFF2-40B4-BE49-F238E27FC236}">
                    <a16:creationId xmlns:a16="http://schemas.microsoft.com/office/drawing/2014/main" id="{A78DE14D-F141-95AD-96ED-08B9FC919F1D}"/>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68" name="Group 68">
            <a:extLst>
              <a:ext uri="{FF2B5EF4-FFF2-40B4-BE49-F238E27FC236}">
                <a16:creationId xmlns:a16="http://schemas.microsoft.com/office/drawing/2014/main" id="{5679BCE4-B0B7-B8D4-E5BE-36D46D904BFA}"/>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1F9F1E15-4620-80F1-3D52-22CDFE1E493C}"/>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BE813E7C-EC41-806F-862F-8CA54C10367A}"/>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Box 71">
                <a:extLst>
                  <a:ext uri="{FF2B5EF4-FFF2-40B4-BE49-F238E27FC236}">
                    <a16:creationId xmlns:a16="http://schemas.microsoft.com/office/drawing/2014/main" id="{5208874C-A4CB-8C57-9D02-210A453217C9}"/>
                  </a:ext>
                </a:extLst>
              </p:cNvPr>
              <p:cNvSpPr txBox="1"/>
              <p:nvPr/>
            </p:nvSpPr>
            <p:spPr>
              <a:xfrm>
                <a:off x="0" y="-47625"/>
                <a:ext cx="458420"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2" name="Group 72">
              <a:extLst>
                <a:ext uri="{FF2B5EF4-FFF2-40B4-BE49-F238E27FC236}">
                  <a16:creationId xmlns:a16="http://schemas.microsoft.com/office/drawing/2014/main" id="{D44EAFF7-E149-FCAA-D3A0-018488A995E1}"/>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309780A7-CAEE-709B-0172-F59EB87561CE}"/>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TextBox 74">
                <a:extLst>
                  <a:ext uri="{FF2B5EF4-FFF2-40B4-BE49-F238E27FC236}">
                    <a16:creationId xmlns:a16="http://schemas.microsoft.com/office/drawing/2014/main" id="{49D7BFAD-6322-4479-385F-0FB6F982BF08}"/>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5" name="Group 75">
              <a:extLst>
                <a:ext uri="{FF2B5EF4-FFF2-40B4-BE49-F238E27FC236}">
                  <a16:creationId xmlns:a16="http://schemas.microsoft.com/office/drawing/2014/main" id="{691167C0-EFDA-4073-5F00-33185B336B39}"/>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8C31FE72-1E96-F3F6-1D53-482824582A02}"/>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7" name="TextBox 77">
                <a:extLst>
                  <a:ext uri="{FF2B5EF4-FFF2-40B4-BE49-F238E27FC236}">
                    <a16:creationId xmlns:a16="http://schemas.microsoft.com/office/drawing/2014/main" id="{D44F28DA-6165-AFDA-E0EF-585B8B2411F2}"/>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8" name="Group 78">
              <a:extLst>
                <a:ext uri="{FF2B5EF4-FFF2-40B4-BE49-F238E27FC236}">
                  <a16:creationId xmlns:a16="http://schemas.microsoft.com/office/drawing/2014/main" id="{56D16C82-74D7-1A00-8A21-52BE74E45DA0}"/>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6C92C32E-3F5B-02F7-3C37-888C74E2F68B}"/>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Box 80">
                <a:extLst>
                  <a:ext uri="{FF2B5EF4-FFF2-40B4-BE49-F238E27FC236}">
                    <a16:creationId xmlns:a16="http://schemas.microsoft.com/office/drawing/2014/main" id="{D374375E-7B35-AB37-576B-EEBB8A623453}"/>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1" name="Group 81">
              <a:extLst>
                <a:ext uri="{FF2B5EF4-FFF2-40B4-BE49-F238E27FC236}">
                  <a16:creationId xmlns:a16="http://schemas.microsoft.com/office/drawing/2014/main" id="{28BB7A0C-496E-FAD8-F369-AFA4427E476E}"/>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99B3FA68-7866-CD56-0CC6-19E171BA0BBC}"/>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3" name="TextBox 83">
                <a:extLst>
                  <a:ext uri="{FF2B5EF4-FFF2-40B4-BE49-F238E27FC236}">
                    <a16:creationId xmlns:a16="http://schemas.microsoft.com/office/drawing/2014/main" id="{09D38FEE-2FCA-6A05-3E13-7EC02D292B07}"/>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84" name="Freeform 84">
            <a:extLst>
              <a:ext uri="{FF2B5EF4-FFF2-40B4-BE49-F238E27FC236}">
                <a16:creationId xmlns:a16="http://schemas.microsoft.com/office/drawing/2014/main" id="{F8E23479-3DB5-D0B9-5AE4-BC74E570A4AD}"/>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4D5C6AC5-80E6-EE5D-C690-58A000A8E8A0}"/>
              </a:ext>
            </a:extLst>
          </p:cNvPr>
          <p:cNvSpPr txBox="1"/>
          <p:nvPr/>
        </p:nvSpPr>
        <p:spPr>
          <a:xfrm>
            <a:off x="1848695" y="1370952"/>
            <a:ext cx="15370090" cy="7383496"/>
          </a:xfrm>
          <a:prstGeom prst="rect">
            <a:avLst/>
          </a:prstGeom>
          <a:noFill/>
        </p:spPr>
        <p:txBody>
          <a:bodyPr wrap="square">
            <a:spAutoFit/>
          </a:bodyPr>
          <a:lstStyle/>
          <a:p>
            <a:pPr>
              <a:lnSpc>
                <a:spcPct val="150000"/>
              </a:lnSpc>
            </a:pPr>
            <a:r>
              <a:rPr lang="vi-VN" sz="4000" b="1">
                <a:latin typeface="American Typewriter" panose="02090604020004020304" pitchFamily="18" charset="77"/>
              </a:rPr>
              <a:t>7. tại thành phố Cần Thơ</a:t>
            </a:r>
          </a:p>
          <a:p>
            <a:pPr>
              <a:lnSpc>
                <a:spcPct val="150000"/>
              </a:lnSpc>
            </a:pPr>
            <a:r>
              <a:rPr lang="vi-VN" sz="4000" b="1">
                <a:solidFill>
                  <a:srgbClr val="00B0F0"/>
                </a:solidFill>
                <a:latin typeface="American Typewriter" panose="02090604020004020304" pitchFamily="18" charset="77"/>
              </a:rPr>
              <a:t>→ </a:t>
            </a:r>
            <a:r>
              <a:rPr lang="vi-VN" sz="4000" b="1">
                <a:solidFill>
                  <a:srgbClr val="FF0000"/>
                </a:solidFill>
                <a:latin typeface="American Typewriter" panose="02090604020004020304" pitchFamily="18" charset="77"/>
              </a:rPr>
              <a:t>in</a:t>
            </a:r>
            <a:r>
              <a:rPr lang="vi-VN" sz="4000" b="1">
                <a:solidFill>
                  <a:srgbClr val="00B0F0"/>
                </a:solidFill>
                <a:latin typeface="American Typewriter" panose="02090604020004020304" pitchFamily="18" charset="77"/>
              </a:rPr>
              <a:t> Can Tho city</a:t>
            </a:r>
          </a:p>
          <a:p>
            <a:pPr>
              <a:lnSpc>
                <a:spcPct val="150000"/>
              </a:lnSpc>
            </a:pPr>
            <a:r>
              <a:rPr lang="vi-VN" sz="4000" b="1">
                <a:latin typeface="American Typewriter" panose="02090604020004020304" pitchFamily="18" charset="77"/>
              </a:rPr>
              <a:t>8. gần thư viện trường </a:t>
            </a:r>
          </a:p>
          <a:p>
            <a:pPr>
              <a:lnSpc>
                <a:spcPct val="150000"/>
              </a:lnSpc>
            </a:pPr>
            <a:r>
              <a:rPr lang="vi-VN" sz="4000" b="1">
                <a:solidFill>
                  <a:srgbClr val="00B0F0"/>
                </a:solidFill>
                <a:latin typeface="American Typewriter" panose="02090604020004020304" pitchFamily="18" charset="77"/>
              </a:rPr>
              <a:t>→ </a:t>
            </a:r>
            <a:r>
              <a:rPr lang="vi-VN" sz="4000" b="1">
                <a:solidFill>
                  <a:srgbClr val="FF0000"/>
                </a:solidFill>
                <a:latin typeface="American Typewriter" panose="02090604020004020304" pitchFamily="18" charset="77"/>
              </a:rPr>
              <a:t>near</a:t>
            </a:r>
            <a:r>
              <a:rPr lang="vi-VN" sz="4000" b="1">
                <a:solidFill>
                  <a:srgbClr val="00B0F0"/>
                </a:solidFill>
                <a:latin typeface="American Typewriter" panose="02090604020004020304" pitchFamily="18" charset="77"/>
              </a:rPr>
              <a:t> the school library</a:t>
            </a:r>
          </a:p>
          <a:p>
            <a:pPr>
              <a:lnSpc>
                <a:spcPct val="150000"/>
              </a:lnSpc>
            </a:pPr>
            <a:r>
              <a:rPr lang="vi-VN" sz="4000" b="1">
                <a:latin typeface="American Typewriter" panose="02090604020004020304" pitchFamily="18" charset="77"/>
              </a:rPr>
              <a:t>9. trên màn hình điện thoại </a:t>
            </a:r>
          </a:p>
          <a:p>
            <a:pPr>
              <a:lnSpc>
                <a:spcPct val="150000"/>
              </a:lnSpc>
            </a:pPr>
            <a:r>
              <a:rPr lang="vi-VN" sz="4000" b="1">
                <a:solidFill>
                  <a:srgbClr val="00B0F0"/>
                </a:solidFill>
                <a:latin typeface="American Typewriter" panose="02090604020004020304" pitchFamily="18" charset="77"/>
              </a:rPr>
              <a:t>→ </a:t>
            </a:r>
            <a:r>
              <a:rPr lang="vi-VN" sz="4000" b="1">
                <a:solidFill>
                  <a:srgbClr val="FF0000"/>
                </a:solidFill>
                <a:latin typeface="American Typewriter" panose="02090604020004020304" pitchFamily="18" charset="77"/>
              </a:rPr>
              <a:t>on</a:t>
            </a:r>
            <a:r>
              <a:rPr lang="vi-VN" sz="4000" b="1">
                <a:solidFill>
                  <a:srgbClr val="00B0F0"/>
                </a:solidFill>
                <a:latin typeface="American Typewriter" panose="02090604020004020304" pitchFamily="18" charset="77"/>
              </a:rPr>
              <a:t> the phone screen</a:t>
            </a:r>
          </a:p>
          <a:p>
            <a:pPr>
              <a:lnSpc>
                <a:spcPct val="150000"/>
              </a:lnSpc>
            </a:pPr>
            <a:r>
              <a:rPr lang="vi-VN" sz="4000" b="1">
                <a:latin typeface="American Typewriter" panose="02090604020004020304" pitchFamily="18" charset="77"/>
              </a:rPr>
              <a:t>10. trong khuôn viên trường </a:t>
            </a:r>
          </a:p>
          <a:p>
            <a:pPr>
              <a:lnSpc>
                <a:spcPct val="150000"/>
              </a:lnSpc>
            </a:pPr>
            <a:r>
              <a:rPr lang="vi-VN" sz="4000" b="1">
                <a:solidFill>
                  <a:srgbClr val="00B0F0"/>
                </a:solidFill>
                <a:latin typeface="American Typewriter" panose="02090604020004020304" pitchFamily="18" charset="77"/>
              </a:rPr>
              <a:t>→ </a:t>
            </a:r>
            <a:r>
              <a:rPr lang="vi-VN" sz="4000" b="1">
                <a:solidFill>
                  <a:srgbClr val="FF0000"/>
                </a:solidFill>
                <a:latin typeface="American Typewriter" panose="02090604020004020304" pitchFamily="18" charset="77"/>
              </a:rPr>
              <a:t>on</a:t>
            </a:r>
            <a:r>
              <a:rPr lang="vi-VN" sz="4000" b="1">
                <a:solidFill>
                  <a:srgbClr val="00B0F0"/>
                </a:solidFill>
                <a:latin typeface="American Typewriter" panose="02090604020004020304" pitchFamily="18" charset="77"/>
              </a:rPr>
              <a:t> campus</a:t>
            </a:r>
          </a:p>
        </p:txBody>
      </p:sp>
    </p:spTree>
    <p:extLst>
      <p:ext uri="{BB962C8B-B14F-4D97-AF65-F5344CB8AC3E}">
        <p14:creationId xmlns:p14="http://schemas.microsoft.com/office/powerpoint/2010/main" val="2200996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8">
                                            <p:txEl>
                                              <p:pRg st="4" end="4"/>
                                            </p:txEl>
                                          </p:spTgt>
                                        </p:tgtEl>
                                        <p:attrNameLst>
                                          <p:attrName>style.visibility</p:attrName>
                                        </p:attrNameLst>
                                      </p:cBhvr>
                                      <p:to>
                                        <p:strVal val="visible"/>
                                      </p:to>
                                    </p:set>
                                    <p:anim calcmode="lin" valueType="num">
                                      <p:cBhvr additive="base">
                                        <p:cTn id="31" dur="500" fill="hold"/>
                                        <p:tgtEl>
                                          <p:spTgt spid="9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8">
                                            <p:txEl>
                                              <p:pRg st="5" end="5"/>
                                            </p:txEl>
                                          </p:spTgt>
                                        </p:tgtEl>
                                        <p:attrNameLst>
                                          <p:attrName>style.visibility</p:attrName>
                                        </p:attrNameLst>
                                      </p:cBhvr>
                                      <p:to>
                                        <p:strVal val="visible"/>
                                      </p:to>
                                    </p:set>
                                    <p:anim calcmode="lin" valueType="num">
                                      <p:cBhvr additive="base">
                                        <p:cTn id="37" dur="500" fill="hold"/>
                                        <p:tgtEl>
                                          <p:spTgt spid="9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8">
                                            <p:txEl>
                                              <p:pRg st="6" end="6"/>
                                            </p:txEl>
                                          </p:spTgt>
                                        </p:tgtEl>
                                        <p:attrNameLst>
                                          <p:attrName>style.visibility</p:attrName>
                                        </p:attrNameLst>
                                      </p:cBhvr>
                                      <p:to>
                                        <p:strVal val="visible"/>
                                      </p:to>
                                    </p:set>
                                    <p:anim calcmode="lin" valueType="num">
                                      <p:cBhvr additive="base">
                                        <p:cTn id="43" dur="500" fill="hold"/>
                                        <p:tgtEl>
                                          <p:spTgt spid="98">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98">
                                            <p:txEl>
                                              <p:pRg st="7" end="7"/>
                                            </p:txEl>
                                          </p:spTgt>
                                        </p:tgtEl>
                                        <p:attrNameLst>
                                          <p:attrName>style.visibility</p:attrName>
                                        </p:attrNameLst>
                                      </p:cBhvr>
                                      <p:to>
                                        <p:strVal val="visible"/>
                                      </p:to>
                                    </p:set>
                                    <p:anim calcmode="lin" valueType="num">
                                      <p:cBhvr additive="base">
                                        <p:cTn id="49" dur="500" fill="hold"/>
                                        <p:tgtEl>
                                          <p:spTgt spid="98">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98">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C777A-986A-16A1-3A24-46A2C6F8A2BB}"/>
            </a:ext>
          </a:extLst>
        </p:cNvPr>
        <p:cNvGrpSpPr/>
        <p:nvPr/>
      </p:nvGrpSpPr>
      <p:grpSpPr>
        <a:xfrm>
          <a:off x="0" y="0"/>
          <a:ext cx="0" cy="0"/>
          <a:chOff x="0" y="0"/>
          <a:chExt cx="0" cy="0"/>
        </a:xfrm>
      </p:grpSpPr>
      <p:sp>
        <p:nvSpPr>
          <p:cNvPr id="6" name="Freeform 6">
            <a:extLst>
              <a:ext uri="{FF2B5EF4-FFF2-40B4-BE49-F238E27FC236}">
                <a16:creationId xmlns:a16="http://schemas.microsoft.com/office/drawing/2014/main" id="{0BB1254D-A5ED-D207-B9B5-E3868D738FCC}"/>
              </a:ext>
            </a:extLst>
          </p:cNvPr>
          <p:cNvSpPr/>
          <p:nvPr/>
        </p:nvSpPr>
        <p:spPr>
          <a:xfrm>
            <a:off x="16391451" y="-1599805"/>
            <a:ext cx="1735697" cy="4114800"/>
          </a:xfrm>
          <a:custGeom>
            <a:avLst/>
            <a:gdLst/>
            <a:ahLst/>
            <a:cxnLst/>
            <a:rect l="l" t="t" r="r" b="b"/>
            <a:pathLst>
              <a:path w="1735697" h="4114800">
                <a:moveTo>
                  <a:pt x="0" y="0"/>
                </a:moveTo>
                <a:lnTo>
                  <a:pt x="1735698" y="0"/>
                </a:lnTo>
                <a:lnTo>
                  <a:pt x="1735698"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Box 9">
            <a:extLst>
              <a:ext uri="{FF2B5EF4-FFF2-40B4-BE49-F238E27FC236}">
                <a16:creationId xmlns:a16="http://schemas.microsoft.com/office/drawing/2014/main" id="{771321F6-FCBE-4253-85CC-2E74493BA3A3}"/>
              </a:ext>
            </a:extLst>
          </p:cNvPr>
          <p:cNvSpPr txBox="1"/>
          <p:nvPr/>
        </p:nvSpPr>
        <p:spPr>
          <a:xfrm>
            <a:off x="457200" y="549293"/>
            <a:ext cx="12496800" cy="9188413"/>
          </a:xfrm>
          <a:prstGeom prst="rect">
            <a:avLst/>
          </a:prstGeom>
        </p:spPr>
        <p:txBody>
          <a:bodyPr wrap="square" lIns="0" tIns="0" rIns="0" bIns="0" rtlCol="0" anchor="t">
            <a:spAutoFit/>
          </a:bodyPr>
          <a:lstStyle/>
          <a:p>
            <a:pPr marL="0" marR="0" lvl="0" indent="0" algn="just" defTabSz="914400" rtl="0" eaLnBrk="1" fontAlgn="auto" latinLnBrk="0" hangingPunct="1">
              <a:lnSpc>
                <a:spcPct val="150000"/>
              </a:lnSpc>
              <a:spcBef>
                <a:spcPts val="600"/>
              </a:spcBef>
              <a:spcAft>
                <a:spcPts val="600"/>
              </a:spcAft>
              <a:buClrTx/>
              <a:buSzTx/>
              <a:buFontTx/>
              <a:buNone/>
              <a:tabLst/>
              <a:defRPr/>
            </a:pPr>
            <a:r>
              <a:rPr lang="en-US" sz="5000" b="1" kern="100">
                <a:solidFill>
                  <a:srgbClr val="C0504D"/>
                </a:solidFill>
                <a:latin typeface="American Typewriter" panose="02090604020004020304" pitchFamily="18" charset="77"/>
                <a:ea typeface="Calibri" panose="020F0502020204030204" pitchFamily="34" charset="0"/>
                <a:cs typeface="Times New Roman" panose="02020603050405020304" pitchFamily="18" charset="0"/>
              </a:rPr>
              <a:t>B</a:t>
            </a:r>
            <a:r>
              <a:rPr kumimoji="0" lang="hy-AM" sz="5000" b="1" i="0" u="none" strike="noStrike" kern="100" cap="none" spc="0" normalizeH="0" baseline="0" noProof="0">
                <a:ln>
                  <a:noFill/>
                </a:ln>
                <a:solidFill>
                  <a:srgbClr val="C0504D"/>
                </a:solidFill>
                <a:effectLst/>
                <a:uLnTx/>
                <a:uFillTx/>
                <a:latin typeface="American Typewriter" panose="02090604020004020304" pitchFamily="18" charset="77"/>
                <a:ea typeface="Calibri" panose="020F0502020204030204" pitchFamily="34" charset="0"/>
                <a:cs typeface="Times New Roman" panose="02020603050405020304" pitchFamily="18" charset="0"/>
              </a:rPr>
              <a:t>. </a:t>
            </a:r>
            <a:r>
              <a:rPr kumimoji="0" lang="en-US" sz="5000" b="1" i="0" u="none" strike="noStrike" kern="100" cap="none" spc="0" normalizeH="0" baseline="0" noProof="0">
                <a:ln>
                  <a:noFill/>
                </a:ln>
                <a:solidFill>
                  <a:srgbClr val="C0504D"/>
                </a:solidFill>
                <a:effectLst/>
                <a:uLnTx/>
                <a:uFillTx/>
                <a:latin typeface="American Typewriter" panose="02090604020004020304" pitchFamily="18" charset="77"/>
                <a:ea typeface="Calibri" panose="020F0502020204030204" pitchFamily="34" charset="0"/>
                <a:cs typeface="Times New Roman" panose="02020603050405020304" pitchFamily="18" charset="0"/>
              </a:rPr>
              <a:t>TÍNH</a:t>
            </a:r>
            <a:r>
              <a:rPr kumimoji="0" lang="en-US" sz="5000" b="1" i="0" u="none" strike="noStrike" kern="100" cap="none" spc="0" normalizeH="0" noProof="0">
                <a:ln>
                  <a:noFill/>
                </a:ln>
                <a:solidFill>
                  <a:srgbClr val="C0504D"/>
                </a:solidFill>
                <a:effectLst/>
                <a:uLnTx/>
                <a:uFillTx/>
                <a:latin typeface="American Typewriter" panose="02090604020004020304" pitchFamily="18" charset="77"/>
                <a:ea typeface="Calibri" panose="020F0502020204030204" pitchFamily="34" charset="0"/>
                <a:cs typeface="Times New Roman" panose="02020603050405020304" pitchFamily="18" charset="0"/>
              </a:rPr>
              <a:t> TỪ</a:t>
            </a:r>
            <a:endParaRPr kumimoji="0" lang="en-VN" sz="5000" b="0" i="0" u="none" strike="noStrike" kern="100" cap="none" spc="0" normalizeH="0" baseline="0" noProof="0">
              <a:ln>
                <a:noFill/>
              </a:ln>
              <a:solidFill>
                <a:srgbClr val="C0504D"/>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US" sz="5000" b="1">
                <a:solidFill>
                  <a:srgbClr val="00B0F0"/>
                </a:solidFill>
                <a:latin typeface="American Typewriter" panose="02090604020004020304" pitchFamily="18" charset="77"/>
              </a:rPr>
              <a:t>1. Định nghĩa</a:t>
            </a:r>
          </a:p>
          <a:p>
            <a:pPr algn="just">
              <a:lnSpc>
                <a:spcPct val="150000"/>
              </a:lnSpc>
            </a:pPr>
            <a:r>
              <a:rPr lang="en-US" sz="5000">
                <a:latin typeface="American Typewriter" panose="02090604020004020304" pitchFamily="18" charset="77"/>
              </a:rPr>
              <a:t>Tính từ là những từ chỉ </a:t>
            </a:r>
            <a:r>
              <a:rPr lang="en-US" sz="5000" b="1">
                <a:latin typeface="American Typewriter" panose="02090604020004020304" pitchFamily="18" charset="77"/>
              </a:rPr>
              <a:t>tính chất</a:t>
            </a:r>
            <a:r>
              <a:rPr lang="en-US" sz="5000">
                <a:latin typeface="American Typewriter" panose="02090604020004020304" pitchFamily="18" charset="77"/>
              </a:rPr>
              <a:t>, </a:t>
            </a:r>
            <a:r>
              <a:rPr lang="en-US" sz="5000" b="1">
                <a:latin typeface="American Typewriter" panose="02090604020004020304" pitchFamily="18" charset="77"/>
              </a:rPr>
              <a:t>đặc điểm </a:t>
            </a:r>
            <a:r>
              <a:rPr lang="en-US" sz="5000">
                <a:latin typeface="American Typewriter" panose="02090604020004020304" pitchFamily="18" charset="77"/>
              </a:rPr>
              <a:t>của người hay sự vật. Tính từ được dùng để </a:t>
            </a:r>
            <a:r>
              <a:rPr lang="en-US" sz="5000" i="1">
                <a:solidFill>
                  <a:srgbClr val="7030A0"/>
                </a:solidFill>
                <a:latin typeface="American Typewriter" panose="02090604020004020304" pitchFamily="18" charset="77"/>
              </a:rPr>
              <a:t>miêu tả và bổ sung ý nghĩa cho </a:t>
            </a:r>
            <a:r>
              <a:rPr lang="en-US" sz="5000" b="1" i="1">
                <a:solidFill>
                  <a:srgbClr val="7030A0"/>
                </a:solidFill>
                <a:latin typeface="American Typewriter" panose="02090604020004020304" pitchFamily="18" charset="77"/>
              </a:rPr>
              <a:t>danh từ/ đại từ</a:t>
            </a:r>
            <a:r>
              <a:rPr lang="en-US" sz="5000">
                <a:latin typeface="American Typewriter" panose="02090604020004020304" pitchFamily="18" charset="77"/>
              </a:rPr>
              <a:t>. </a:t>
            </a:r>
            <a:endParaRPr lang="en-VN" sz="5000">
              <a:latin typeface="American Typewriter" panose="02090604020004020304" pitchFamily="18" charset="77"/>
            </a:endParaRPr>
          </a:p>
          <a:p>
            <a:pPr algn="just">
              <a:lnSpc>
                <a:spcPct val="150000"/>
              </a:lnSpc>
            </a:pPr>
            <a:r>
              <a:rPr lang="en-US" sz="5000" b="1">
                <a:latin typeface="American Typewriter" panose="02090604020004020304" pitchFamily="18" charset="77"/>
              </a:rPr>
              <a:t>Ex</a:t>
            </a:r>
            <a:r>
              <a:rPr lang="en-US" sz="5000">
                <a:latin typeface="American Typewriter" panose="02090604020004020304" pitchFamily="18" charset="77"/>
              </a:rPr>
              <a:t>: a </a:t>
            </a:r>
            <a:r>
              <a:rPr lang="en-US" sz="5000" b="1">
                <a:solidFill>
                  <a:srgbClr val="FF0000"/>
                </a:solidFill>
                <a:latin typeface="American Typewriter" panose="02090604020004020304" pitchFamily="18" charset="77"/>
              </a:rPr>
              <a:t>beautiful</a:t>
            </a:r>
            <a:r>
              <a:rPr lang="en-US" sz="5000" b="1">
                <a:latin typeface="American Typewriter" panose="02090604020004020304" pitchFamily="18" charset="77"/>
              </a:rPr>
              <a:t> </a:t>
            </a:r>
            <a:r>
              <a:rPr lang="en-US" sz="5000">
                <a:latin typeface="American Typewriter" panose="02090604020004020304" pitchFamily="18" charset="77"/>
              </a:rPr>
              <a:t>girl, </a:t>
            </a:r>
            <a:r>
              <a:rPr lang="en-US" sz="5000" b="1">
                <a:solidFill>
                  <a:srgbClr val="FF0000"/>
                </a:solidFill>
                <a:latin typeface="American Typewriter" panose="02090604020004020304" pitchFamily="18" charset="77"/>
              </a:rPr>
              <a:t>long</a:t>
            </a:r>
            <a:r>
              <a:rPr lang="en-US" sz="5000">
                <a:latin typeface="American Typewriter" panose="02090604020004020304" pitchFamily="18" charset="77"/>
              </a:rPr>
              <a:t> trips, </a:t>
            </a:r>
            <a:r>
              <a:rPr lang="en-US" sz="5000" b="1">
                <a:solidFill>
                  <a:srgbClr val="FF0000"/>
                </a:solidFill>
                <a:latin typeface="American Typewriter" panose="02090604020004020304" pitchFamily="18" charset="77"/>
              </a:rPr>
              <a:t>useful</a:t>
            </a:r>
            <a:r>
              <a:rPr lang="en-US" sz="5000" b="1">
                <a:latin typeface="American Typewriter" panose="02090604020004020304" pitchFamily="18" charset="77"/>
              </a:rPr>
              <a:t> </a:t>
            </a:r>
            <a:r>
              <a:rPr lang="en-US" sz="5000">
                <a:latin typeface="American Typewriter" panose="02090604020004020304" pitchFamily="18" charset="77"/>
              </a:rPr>
              <a:t>information</a:t>
            </a:r>
            <a:endParaRPr lang="en-VN" sz="5000">
              <a:latin typeface="American Typewriter" panose="02090604020004020304" pitchFamily="18" charset="77"/>
            </a:endParaRPr>
          </a:p>
        </p:txBody>
      </p:sp>
      <p:sp>
        <p:nvSpPr>
          <p:cNvPr id="2" name="Freeform 5">
            <a:extLst>
              <a:ext uri="{FF2B5EF4-FFF2-40B4-BE49-F238E27FC236}">
                <a16:creationId xmlns:a16="http://schemas.microsoft.com/office/drawing/2014/main" id="{DB438860-257F-6799-9865-68ECC4B2B94C}"/>
              </a:ext>
            </a:extLst>
          </p:cNvPr>
          <p:cNvSpPr/>
          <p:nvPr/>
        </p:nvSpPr>
        <p:spPr>
          <a:xfrm>
            <a:off x="13157787" y="2160494"/>
            <a:ext cx="6467327" cy="8359589"/>
          </a:xfrm>
          <a:custGeom>
            <a:avLst/>
            <a:gdLst/>
            <a:ahLst/>
            <a:cxnLst/>
            <a:rect l="l" t="t" r="r" b="b"/>
            <a:pathLst>
              <a:path w="6848327" h="6926191">
                <a:moveTo>
                  <a:pt x="0" y="0"/>
                </a:moveTo>
                <a:lnTo>
                  <a:pt x="6848327" y="0"/>
                </a:lnTo>
                <a:lnTo>
                  <a:pt x="6848327" y="6926192"/>
                </a:lnTo>
                <a:lnTo>
                  <a:pt x="0" y="6926192"/>
                </a:lnTo>
                <a:lnTo>
                  <a:pt x="0" y="0"/>
                </a:lnTo>
                <a:close/>
              </a:path>
            </a:pathLst>
          </a:custGeom>
          <a:blipFill>
            <a:blip r:embed="rId4"/>
            <a:stretch>
              <a:fillRect l="-1079" r="-107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7346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p:tgtEl>
                                          <p:spTgt spid="9">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 calcmode="lin" valueType="num">
                                      <p:cBhvr additive="base">
                                        <p:cTn id="13" dur="500"/>
                                        <p:tgtEl>
                                          <p:spTgt spid="9">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9">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 calcmode="lin" valueType="num">
                                      <p:cBhvr additive="base">
                                        <p:cTn id="19" dur="500"/>
                                        <p:tgtEl>
                                          <p:spTgt spid="9">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9">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nodeType="clickEffect">
                                  <p:stCondLst>
                                    <p:cond delay="0"/>
                                  </p:stCondLst>
                                  <p:childTnLst>
                                    <p:set>
                                      <p:cBhvr>
                                        <p:cTn id="24" dur="1" fill="hold">
                                          <p:stCondLst>
                                            <p:cond delay="0"/>
                                          </p:stCondLst>
                                        </p:cTn>
                                        <p:tgtEl>
                                          <p:spTgt spid="9">
                                            <p:txEl>
                                              <p:pRg st="3" end="3"/>
                                            </p:txEl>
                                          </p:spTgt>
                                        </p:tgtEl>
                                        <p:attrNameLst>
                                          <p:attrName>style.visibility</p:attrName>
                                        </p:attrNameLst>
                                      </p:cBhvr>
                                      <p:to>
                                        <p:strVal val="visible"/>
                                      </p:to>
                                    </p:set>
                                    <p:anim calcmode="lin" valueType="num">
                                      <p:cBhvr additive="base">
                                        <p:cTn id="25" dur="500"/>
                                        <p:tgtEl>
                                          <p:spTgt spid="9">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76E0C-DFD8-6EB6-B225-C8D38D8E031F}"/>
            </a:ext>
          </a:extLst>
        </p:cNvPr>
        <p:cNvGrpSpPr/>
        <p:nvPr/>
      </p:nvGrpSpPr>
      <p:grpSpPr>
        <a:xfrm>
          <a:off x="0" y="0"/>
          <a:ext cx="0" cy="0"/>
          <a:chOff x="0" y="0"/>
          <a:chExt cx="0" cy="0"/>
        </a:xfrm>
      </p:grpSpPr>
      <p:sp>
        <p:nvSpPr>
          <p:cNvPr id="5" name="Freeform 5">
            <a:extLst>
              <a:ext uri="{FF2B5EF4-FFF2-40B4-BE49-F238E27FC236}">
                <a16:creationId xmlns:a16="http://schemas.microsoft.com/office/drawing/2014/main" id="{84329832-6532-EFA0-7E83-4793371BB4F9}"/>
              </a:ext>
            </a:extLst>
          </p:cNvPr>
          <p:cNvSpPr/>
          <p:nvPr/>
        </p:nvSpPr>
        <p:spPr>
          <a:xfrm>
            <a:off x="13157787" y="2160494"/>
            <a:ext cx="6467327" cy="8359589"/>
          </a:xfrm>
          <a:custGeom>
            <a:avLst/>
            <a:gdLst/>
            <a:ahLst/>
            <a:cxnLst/>
            <a:rect l="l" t="t" r="r" b="b"/>
            <a:pathLst>
              <a:path w="6848327" h="6926191">
                <a:moveTo>
                  <a:pt x="0" y="0"/>
                </a:moveTo>
                <a:lnTo>
                  <a:pt x="6848327" y="0"/>
                </a:lnTo>
                <a:lnTo>
                  <a:pt x="6848327" y="6926192"/>
                </a:lnTo>
                <a:lnTo>
                  <a:pt x="0" y="6926192"/>
                </a:lnTo>
                <a:lnTo>
                  <a:pt x="0" y="0"/>
                </a:lnTo>
                <a:close/>
              </a:path>
            </a:pathLst>
          </a:custGeom>
          <a:blipFill>
            <a:blip r:embed="rId3"/>
            <a:stretch>
              <a:fillRect l="-1079" r="-107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Freeform 6">
            <a:extLst>
              <a:ext uri="{FF2B5EF4-FFF2-40B4-BE49-F238E27FC236}">
                <a16:creationId xmlns:a16="http://schemas.microsoft.com/office/drawing/2014/main" id="{12C1CEF2-BAEB-224C-1820-0B9B61F5C937}"/>
              </a:ext>
            </a:extLst>
          </p:cNvPr>
          <p:cNvSpPr/>
          <p:nvPr/>
        </p:nvSpPr>
        <p:spPr>
          <a:xfrm>
            <a:off x="16391451" y="-1599805"/>
            <a:ext cx="1735697" cy="4114800"/>
          </a:xfrm>
          <a:custGeom>
            <a:avLst/>
            <a:gdLst/>
            <a:ahLst/>
            <a:cxnLst/>
            <a:rect l="l" t="t" r="r" b="b"/>
            <a:pathLst>
              <a:path w="1735697" h="4114800">
                <a:moveTo>
                  <a:pt x="0" y="0"/>
                </a:moveTo>
                <a:lnTo>
                  <a:pt x="1735698" y="0"/>
                </a:lnTo>
                <a:lnTo>
                  <a:pt x="1735698"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Box 9">
            <a:extLst>
              <a:ext uri="{FF2B5EF4-FFF2-40B4-BE49-F238E27FC236}">
                <a16:creationId xmlns:a16="http://schemas.microsoft.com/office/drawing/2014/main" id="{4DA28D59-2FE3-25A0-E452-7B44FA6A75B0}"/>
              </a:ext>
            </a:extLst>
          </p:cNvPr>
          <p:cNvSpPr txBox="1"/>
          <p:nvPr/>
        </p:nvSpPr>
        <p:spPr>
          <a:xfrm>
            <a:off x="457200" y="549293"/>
            <a:ext cx="13487400" cy="2271199"/>
          </a:xfrm>
          <a:prstGeom prst="rect">
            <a:avLst/>
          </a:prstGeom>
        </p:spPr>
        <p:txBody>
          <a:bodyPr wrap="square" lIns="0" tIns="0" rIns="0" bIns="0" rtlCol="0" anchor="t">
            <a:spAutoFit/>
          </a:bodyPr>
          <a:lstStyle/>
          <a:p>
            <a:pPr marL="0" marR="0" lvl="0" indent="0" algn="just" defTabSz="914400" rtl="0" eaLnBrk="1" fontAlgn="auto" latinLnBrk="0" hangingPunct="1">
              <a:lnSpc>
                <a:spcPct val="150000"/>
              </a:lnSpc>
              <a:spcBef>
                <a:spcPts val="600"/>
              </a:spcBef>
              <a:spcAft>
                <a:spcPts val="600"/>
              </a:spcAft>
              <a:buClrTx/>
              <a:buSzTx/>
              <a:buFontTx/>
              <a:buNone/>
              <a:tabLst/>
              <a:defRPr/>
            </a:pPr>
            <a:r>
              <a:rPr lang="en-US" sz="5000" b="1" kern="100">
                <a:solidFill>
                  <a:srgbClr val="C0504D"/>
                </a:solidFill>
                <a:latin typeface="American Typewriter" panose="02090604020004020304" pitchFamily="18" charset="77"/>
                <a:ea typeface="Calibri" panose="020F0502020204030204" pitchFamily="34" charset="0"/>
                <a:cs typeface="Times New Roman" panose="02020603050405020304" pitchFamily="18" charset="0"/>
              </a:rPr>
              <a:t>B</a:t>
            </a:r>
            <a:r>
              <a:rPr kumimoji="0" lang="hy-AM" sz="5000" b="1" i="0" u="none" strike="noStrike" kern="100" cap="none" spc="0" normalizeH="0" baseline="0" noProof="0">
                <a:ln>
                  <a:noFill/>
                </a:ln>
                <a:solidFill>
                  <a:srgbClr val="C0504D"/>
                </a:solidFill>
                <a:effectLst/>
                <a:uLnTx/>
                <a:uFillTx/>
                <a:latin typeface="American Typewriter" panose="02090604020004020304" pitchFamily="18" charset="77"/>
                <a:ea typeface="Calibri" panose="020F0502020204030204" pitchFamily="34" charset="0"/>
                <a:cs typeface="Times New Roman" panose="02020603050405020304" pitchFamily="18" charset="0"/>
              </a:rPr>
              <a:t>. </a:t>
            </a:r>
            <a:r>
              <a:rPr kumimoji="0" lang="en-US" sz="5000" b="1" i="0" u="none" strike="noStrike" kern="100" cap="none" spc="0" normalizeH="0" baseline="0" noProof="0">
                <a:ln>
                  <a:noFill/>
                </a:ln>
                <a:solidFill>
                  <a:srgbClr val="C0504D"/>
                </a:solidFill>
                <a:effectLst/>
                <a:uLnTx/>
                <a:uFillTx/>
                <a:latin typeface="American Typewriter" panose="02090604020004020304" pitchFamily="18" charset="77"/>
                <a:ea typeface="Calibri" panose="020F0502020204030204" pitchFamily="34" charset="0"/>
                <a:cs typeface="Times New Roman" panose="02020603050405020304" pitchFamily="18" charset="0"/>
              </a:rPr>
              <a:t>TÍNH</a:t>
            </a:r>
            <a:r>
              <a:rPr kumimoji="0" lang="en-US" sz="5000" b="1" i="0" u="none" strike="noStrike" kern="100" cap="none" spc="0" normalizeH="0" noProof="0">
                <a:ln>
                  <a:noFill/>
                </a:ln>
                <a:solidFill>
                  <a:srgbClr val="C0504D"/>
                </a:solidFill>
                <a:effectLst/>
                <a:uLnTx/>
                <a:uFillTx/>
                <a:latin typeface="American Typewriter" panose="02090604020004020304" pitchFamily="18" charset="77"/>
                <a:ea typeface="Calibri" panose="020F0502020204030204" pitchFamily="34" charset="0"/>
                <a:cs typeface="Times New Roman" panose="02020603050405020304" pitchFamily="18" charset="0"/>
              </a:rPr>
              <a:t> TỪ</a:t>
            </a:r>
            <a:endParaRPr kumimoji="0" lang="en-VN" sz="5000" b="0" i="0" u="none" strike="noStrike" kern="100" cap="none" spc="0" normalizeH="0" baseline="0" noProof="0">
              <a:ln>
                <a:noFill/>
              </a:ln>
              <a:solidFill>
                <a:srgbClr val="C0504D"/>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US" sz="5000" b="1">
                <a:solidFill>
                  <a:srgbClr val="00B0F0"/>
                </a:solidFill>
                <a:latin typeface="American Typewriter" panose="02090604020004020304" pitchFamily="18" charset="77"/>
              </a:rPr>
              <a:t>2. Vị trí:</a:t>
            </a:r>
          </a:p>
        </p:txBody>
      </p:sp>
      <p:graphicFrame>
        <p:nvGraphicFramePr>
          <p:cNvPr id="3" name="Table 2">
            <a:extLst>
              <a:ext uri="{FF2B5EF4-FFF2-40B4-BE49-F238E27FC236}">
                <a16:creationId xmlns:a16="http://schemas.microsoft.com/office/drawing/2014/main" id="{1FFDE4BB-EFC3-FAC1-9B93-D9630308A049}"/>
              </a:ext>
            </a:extLst>
          </p:cNvPr>
          <p:cNvGraphicFramePr>
            <a:graphicFrameLocks noGrp="1"/>
          </p:cNvGraphicFramePr>
          <p:nvPr>
            <p:extLst>
              <p:ext uri="{D42A27DB-BD31-4B8C-83A1-F6EECF244321}">
                <p14:modId xmlns:p14="http://schemas.microsoft.com/office/powerpoint/2010/main" val="425013099"/>
              </p:ext>
            </p:extLst>
          </p:nvPr>
        </p:nvGraphicFramePr>
        <p:xfrm>
          <a:off x="457200" y="3526656"/>
          <a:ext cx="13487400" cy="5976684"/>
        </p:xfrm>
        <a:graphic>
          <a:graphicData uri="http://schemas.openxmlformats.org/drawingml/2006/table">
            <a:tbl>
              <a:tblPr firstRow="1" firstCol="1" bandRow="1"/>
              <a:tblGrid>
                <a:gridCol w="3470791">
                  <a:extLst>
                    <a:ext uri="{9D8B030D-6E8A-4147-A177-3AD203B41FA5}">
                      <a16:colId xmlns:a16="http://schemas.microsoft.com/office/drawing/2014/main" val="2415917686"/>
                    </a:ext>
                  </a:extLst>
                </a:gridCol>
                <a:gridCol w="10016609">
                  <a:extLst>
                    <a:ext uri="{9D8B030D-6E8A-4147-A177-3AD203B41FA5}">
                      <a16:colId xmlns:a16="http://schemas.microsoft.com/office/drawing/2014/main" val="90669356"/>
                    </a:ext>
                  </a:extLst>
                </a:gridCol>
              </a:tblGrid>
              <a:tr h="1918527">
                <a:tc>
                  <a:txBody>
                    <a:bodyPr/>
                    <a:lstStyle/>
                    <a:p>
                      <a:pPr algn="ctr">
                        <a:lnSpc>
                          <a:spcPct val="150000"/>
                        </a:lnSpc>
                        <a:spcBef>
                          <a:spcPts val="600"/>
                        </a:spcBef>
                        <a:spcAft>
                          <a:spcPts val="600"/>
                        </a:spcAft>
                        <a:buNone/>
                      </a:pPr>
                      <a:r>
                        <a:rPr lang="en-US" sz="4000" b="1" kern="0">
                          <a:effectLst/>
                          <a:latin typeface="American Typewriter" panose="02090604020004020304" pitchFamily="18" charset="77"/>
                          <a:ea typeface="SimSun" panose="02010600030101010101" pitchFamily="2" charset="-122"/>
                          <a:cs typeface="Times New Roman" panose="02020603050405020304" pitchFamily="18" charset="0"/>
                        </a:rPr>
                        <a:t>Adj + N</a:t>
                      </a:r>
                      <a:endParaRPr lang="en-VN" sz="4000" kern="100">
                        <a:effectLst/>
                        <a:latin typeface="American Typewriter" panose="02090604020004020304" pitchFamily="18" charset="77"/>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72000" algn="just">
                        <a:lnSpc>
                          <a:spcPct val="150000"/>
                        </a:lnSpc>
                        <a:spcBef>
                          <a:spcPts val="600"/>
                        </a:spcBef>
                        <a:spcAft>
                          <a:spcPts val="600"/>
                        </a:spcAft>
                        <a:buNone/>
                      </a:pPr>
                      <a:r>
                        <a:rPr lang="en-US" sz="4000" b="1" kern="0">
                          <a:effectLst/>
                          <a:latin typeface="American Typewriter" panose="02090604020004020304" pitchFamily="18" charset="77"/>
                          <a:ea typeface="SimSun" panose="02010600030101010101" pitchFamily="2" charset="-122"/>
                          <a:cs typeface="Times New Roman" panose="02020603050405020304" pitchFamily="18" charset="0"/>
                        </a:rPr>
                        <a:t>comfortable</a:t>
                      </a:r>
                      <a:r>
                        <a:rPr lang="en-US" sz="4000" kern="0">
                          <a:effectLst/>
                          <a:latin typeface="American Typewriter" panose="02090604020004020304" pitchFamily="18" charset="77"/>
                          <a:ea typeface="SimSun" panose="02010600030101010101" pitchFamily="2" charset="-122"/>
                          <a:cs typeface="Times New Roman" panose="02020603050405020304" pitchFamily="18" charset="0"/>
                        </a:rPr>
                        <a:t> rooms, a </a:t>
                      </a:r>
                      <a:r>
                        <a:rPr lang="en-US" sz="4000" b="1" kern="0">
                          <a:effectLst/>
                          <a:latin typeface="American Typewriter" panose="02090604020004020304" pitchFamily="18" charset="77"/>
                          <a:ea typeface="SimSun" panose="02010600030101010101" pitchFamily="2" charset="-122"/>
                          <a:cs typeface="Times New Roman" panose="02020603050405020304" pitchFamily="18" charset="0"/>
                        </a:rPr>
                        <a:t>friendly </a:t>
                      </a:r>
                      <a:r>
                        <a:rPr lang="en-US" sz="4000" kern="0">
                          <a:effectLst/>
                          <a:latin typeface="American Typewriter" panose="02090604020004020304" pitchFamily="18" charset="77"/>
                          <a:ea typeface="SimSun" panose="02010600030101010101" pitchFamily="2" charset="-122"/>
                          <a:cs typeface="Times New Roman" panose="02020603050405020304" pitchFamily="18" charset="0"/>
                        </a:rPr>
                        <a:t>friend, </a:t>
                      </a:r>
                      <a:r>
                        <a:rPr lang="en-US" sz="4000" b="1" kern="0">
                          <a:effectLst/>
                          <a:latin typeface="American Typewriter" panose="02090604020004020304" pitchFamily="18" charset="77"/>
                          <a:ea typeface="SimSun" panose="02010600030101010101" pitchFamily="2" charset="-122"/>
                          <a:cs typeface="Times New Roman" panose="02020603050405020304" pitchFamily="18" charset="0"/>
                        </a:rPr>
                        <a:t>private</a:t>
                      </a:r>
                      <a:r>
                        <a:rPr lang="en-US" sz="4000" kern="0">
                          <a:effectLst/>
                          <a:latin typeface="American Typewriter" panose="02090604020004020304" pitchFamily="18" charset="77"/>
                          <a:ea typeface="SimSun" panose="02010600030101010101" pitchFamily="2" charset="-122"/>
                          <a:cs typeface="Times New Roman" panose="02020603050405020304" pitchFamily="18" charset="0"/>
                        </a:rPr>
                        <a:t> information</a:t>
                      </a:r>
                      <a:endParaRPr lang="en-VN" sz="4000" kern="100">
                        <a:effectLst/>
                        <a:latin typeface="American Typewriter" panose="02090604020004020304" pitchFamily="18" charset="77"/>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56744414"/>
                  </a:ext>
                </a:extLst>
              </a:tr>
              <a:tr h="4058157">
                <a:tc>
                  <a:txBody>
                    <a:bodyPr/>
                    <a:lstStyle/>
                    <a:p>
                      <a:pPr algn="ctr">
                        <a:lnSpc>
                          <a:spcPct val="150000"/>
                        </a:lnSpc>
                        <a:spcBef>
                          <a:spcPts val="600"/>
                        </a:spcBef>
                        <a:spcAft>
                          <a:spcPts val="600"/>
                        </a:spcAft>
                        <a:buNone/>
                      </a:pPr>
                      <a:r>
                        <a:rPr lang="en-US" sz="4000" b="1" kern="0">
                          <a:effectLst/>
                          <a:latin typeface="American Typewriter" panose="02090604020004020304" pitchFamily="18" charset="77"/>
                          <a:ea typeface="SimSun" panose="02010600030101010101" pitchFamily="2" charset="-122"/>
                          <a:cs typeface="Times New Roman" panose="02020603050405020304" pitchFamily="18" charset="0"/>
                        </a:rPr>
                        <a:t>S + TOBE + ADJ</a:t>
                      </a:r>
                      <a:endParaRPr lang="en-VN" sz="4000" kern="100">
                        <a:effectLst/>
                        <a:latin typeface="American Typewriter" panose="02090604020004020304" pitchFamily="18" charset="77"/>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72000" lvl="0" indent="-342900">
                        <a:lnSpc>
                          <a:spcPct val="150000"/>
                        </a:lnSpc>
                        <a:spcBef>
                          <a:spcPts val="600"/>
                        </a:spcBef>
                        <a:spcAft>
                          <a:spcPts val="600"/>
                        </a:spcAft>
                        <a:buFont typeface="Courier New" panose="02070309020205020404" pitchFamily="49" charset="0"/>
                        <a:buChar char="o"/>
                      </a:pPr>
                      <a:r>
                        <a:rPr lang="en-US" sz="4000" kern="0">
                          <a:effectLst/>
                          <a:latin typeface="American Typewriter" panose="02090604020004020304" pitchFamily="18" charset="77"/>
                          <a:ea typeface="SimSun" panose="02010600030101010101" pitchFamily="2" charset="-122"/>
                          <a:cs typeface="Times New Roman" panose="02020603050405020304" pitchFamily="18" charset="0"/>
                        </a:rPr>
                        <a:t> These rooms are </a:t>
                      </a:r>
                      <a:r>
                        <a:rPr lang="en-US" sz="4000" b="1" kern="0">
                          <a:effectLst/>
                          <a:latin typeface="American Typewriter" panose="02090604020004020304" pitchFamily="18" charset="77"/>
                          <a:ea typeface="SimSun" panose="02010600030101010101" pitchFamily="2" charset="-122"/>
                          <a:cs typeface="Times New Roman" panose="02020603050405020304" pitchFamily="18" charset="0"/>
                        </a:rPr>
                        <a:t>comfortable</a:t>
                      </a:r>
                      <a:r>
                        <a:rPr lang="en-US" sz="4000" kern="0">
                          <a:effectLst/>
                          <a:latin typeface="American Typewriter" panose="02090604020004020304" pitchFamily="18" charset="77"/>
                          <a:ea typeface="SimSun" panose="02010600030101010101" pitchFamily="2" charset="-122"/>
                          <a:cs typeface="Times New Roman" panose="02020603050405020304" pitchFamily="18" charset="0"/>
                        </a:rPr>
                        <a:t>.</a:t>
                      </a:r>
                      <a:endParaRPr lang="en-VN" sz="4000" kern="100">
                        <a:effectLst/>
                        <a:latin typeface="American Typewriter" panose="02090604020004020304" pitchFamily="18" charset="77"/>
                        <a:ea typeface="Calibri" panose="020F0502020204030204" pitchFamily="34" charset="0"/>
                        <a:cs typeface="Times New Roman" panose="02020603050405020304" pitchFamily="18" charset="0"/>
                      </a:endParaRPr>
                    </a:p>
                    <a:p>
                      <a:pPr marL="72000" lvl="0" indent="-342900" algn="just">
                        <a:lnSpc>
                          <a:spcPct val="150000"/>
                        </a:lnSpc>
                        <a:spcBef>
                          <a:spcPts val="600"/>
                        </a:spcBef>
                        <a:spcAft>
                          <a:spcPts val="600"/>
                        </a:spcAft>
                        <a:buFont typeface="Courier New" panose="02070309020205020404" pitchFamily="49" charset="0"/>
                        <a:buChar char="o"/>
                      </a:pPr>
                      <a:r>
                        <a:rPr lang="en-US" sz="4000" kern="0">
                          <a:effectLst/>
                          <a:latin typeface="American Typewriter" panose="02090604020004020304" pitchFamily="18" charset="77"/>
                          <a:ea typeface="SimSun" panose="02010600030101010101" pitchFamily="2" charset="-122"/>
                          <a:cs typeface="Times New Roman" panose="02020603050405020304" pitchFamily="18" charset="0"/>
                        </a:rPr>
                        <a:t> My school is </a:t>
                      </a:r>
                      <a:r>
                        <a:rPr lang="en-US" sz="4000" b="1" kern="0">
                          <a:effectLst/>
                          <a:latin typeface="American Typewriter" panose="02090604020004020304" pitchFamily="18" charset="77"/>
                          <a:ea typeface="SimSun" panose="02010600030101010101" pitchFamily="2" charset="-122"/>
                          <a:cs typeface="Times New Roman" panose="02020603050405020304" pitchFamily="18" charset="0"/>
                        </a:rPr>
                        <a:t>spacious</a:t>
                      </a:r>
                      <a:r>
                        <a:rPr lang="en-US" sz="4000" kern="0">
                          <a:effectLst/>
                          <a:latin typeface="American Typewriter" panose="02090604020004020304" pitchFamily="18" charset="77"/>
                          <a:ea typeface="SimSun" panose="02010600030101010101" pitchFamily="2" charset="-122"/>
                          <a:cs typeface="Times New Roman" panose="02020603050405020304" pitchFamily="18" charset="0"/>
                        </a:rPr>
                        <a:t> and </a:t>
                      </a:r>
                      <a:r>
                        <a:rPr lang="en-US" sz="4000" b="1" kern="0">
                          <a:effectLst/>
                          <a:latin typeface="American Typewriter" panose="02090604020004020304" pitchFamily="18" charset="77"/>
                          <a:ea typeface="SimSun" panose="02010600030101010101" pitchFamily="2" charset="-122"/>
                          <a:cs typeface="Times New Roman" panose="02020603050405020304" pitchFamily="18" charset="0"/>
                        </a:rPr>
                        <a:t>beautiful</a:t>
                      </a:r>
                      <a:r>
                        <a:rPr lang="en-US" sz="4000" kern="0">
                          <a:effectLst/>
                          <a:latin typeface="American Typewriter" panose="02090604020004020304" pitchFamily="18" charset="77"/>
                          <a:ea typeface="SimSun" panose="02010600030101010101" pitchFamily="2" charset="-122"/>
                          <a:cs typeface="Times New Roman" panose="02020603050405020304" pitchFamily="18" charset="0"/>
                        </a:rPr>
                        <a:t>. </a:t>
                      </a:r>
                      <a:endParaRPr lang="en-VN" sz="4000" kern="100">
                        <a:effectLst/>
                        <a:latin typeface="American Typewriter" panose="02090604020004020304" pitchFamily="18" charset="77"/>
                        <a:ea typeface="Calibri" panose="020F0502020204030204" pitchFamily="34" charset="0"/>
                        <a:cs typeface="Times New Roman" panose="02020603050405020304" pitchFamily="18" charset="0"/>
                      </a:endParaRPr>
                    </a:p>
                    <a:p>
                      <a:pPr marL="72000" lvl="0" indent="-342900" algn="just">
                        <a:lnSpc>
                          <a:spcPct val="150000"/>
                        </a:lnSpc>
                        <a:spcBef>
                          <a:spcPts val="600"/>
                        </a:spcBef>
                        <a:spcAft>
                          <a:spcPts val="600"/>
                        </a:spcAft>
                        <a:buFont typeface="Courier New" panose="02070309020205020404" pitchFamily="49" charset="0"/>
                        <a:buChar char="o"/>
                      </a:pPr>
                      <a:r>
                        <a:rPr lang="en-US" sz="4000" kern="0">
                          <a:effectLst/>
                          <a:latin typeface="American Typewriter" panose="02090604020004020304" pitchFamily="18" charset="77"/>
                          <a:ea typeface="SimSun" panose="02010600030101010101" pitchFamily="2" charset="-122"/>
                          <a:cs typeface="Times New Roman" panose="02020603050405020304" pitchFamily="18" charset="0"/>
                        </a:rPr>
                        <a:t> My </a:t>
                      </a:r>
                      <a:r>
                        <a:rPr lang="en-US" sz="4000" b="1" kern="0">
                          <a:effectLst/>
                          <a:latin typeface="American Typewriter" panose="02090604020004020304" pitchFamily="18" charset="77"/>
                          <a:ea typeface="SimSun" panose="02010600030101010101" pitchFamily="2" charset="-122"/>
                          <a:cs typeface="Times New Roman" panose="02020603050405020304" pitchFamily="18" charset="0"/>
                        </a:rPr>
                        <a:t>new</a:t>
                      </a:r>
                      <a:r>
                        <a:rPr lang="en-US" sz="4000" kern="0">
                          <a:effectLst/>
                          <a:latin typeface="American Typewriter" panose="02090604020004020304" pitchFamily="18" charset="77"/>
                          <a:ea typeface="SimSun" panose="02010600030101010101" pitchFamily="2" charset="-122"/>
                          <a:cs typeface="Times New Roman" panose="02020603050405020304" pitchFamily="18" charset="0"/>
                        </a:rPr>
                        <a:t> friend is very </a:t>
                      </a:r>
                      <a:r>
                        <a:rPr lang="en-US" sz="4000" b="1" kern="0">
                          <a:effectLst/>
                          <a:latin typeface="American Typewriter" panose="02090604020004020304" pitchFamily="18" charset="77"/>
                          <a:ea typeface="SimSun" panose="02010600030101010101" pitchFamily="2" charset="-122"/>
                          <a:cs typeface="Times New Roman" panose="02020603050405020304" pitchFamily="18" charset="0"/>
                        </a:rPr>
                        <a:t>sociable</a:t>
                      </a:r>
                      <a:r>
                        <a:rPr lang="en-US" sz="4000" kern="0">
                          <a:effectLst/>
                          <a:latin typeface="American Typewriter" panose="02090604020004020304" pitchFamily="18" charset="77"/>
                          <a:ea typeface="SimSun" panose="02010600030101010101" pitchFamily="2" charset="-122"/>
                          <a:cs typeface="Times New Roman" panose="02020603050405020304" pitchFamily="18" charset="0"/>
                        </a:rPr>
                        <a:t> and </a:t>
                      </a:r>
                      <a:r>
                        <a:rPr lang="en-US" sz="4000" b="1" kern="0">
                          <a:effectLst/>
                          <a:latin typeface="American Typewriter" panose="02090604020004020304" pitchFamily="18" charset="77"/>
                          <a:ea typeface="SimSun" panose="02010600030101010101" pitchFamily="2" charset="-122"/>
                          <a:cs typeface="Times New Roman" panose="02020603050405020304" pitchFamily="18" charset="0"/>
                        </a:rPr>
                        <a:t>humorous</a:t>
                      </a:r>
                      <a:r>
                        <a:rPr lang="en-US" sz="4000" kern="0">
                          <a:effectLst/>
                          <a:latin typeface="American Typewriter" panose="02090604020004020304" pitchFamily="18" charset="77"/>
                          <a:ea typeface="SimSun" panose="02010600030101010101" pitchFamily="2" charset="-122"/>
                          <a:cs typeface="Times New Roman" panose="02020603050405020304" pitchFamily="18" charset="0"/>
                        </a:rPr>
                        <a:t>.</a:t>
                      </a:r>
                      <a:endParaRPr lang="en-VN" sz="4000" kern="100">
                        <a:effectLst/>
                        <a:latin typeface="American Typewriter" panose="02090604020004020304" pitchFamily="18" charset="77"/>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87628071"/>
                  </a:ext>
                </a:extLst>
              </a:tr>
            </a:tbl>
          </a:graphicData>
        </a:graphic>
      </p:graphicFrame>
    </p:spTree>
    <p:extLst>
      <p:ext uri="{BB962C8B-B14F-4D97-AF65-F5344CB8AC3E}">
        <p14:creationId xmlns:p14="http://schemas.microsoft.com/office/powerpoint/2010/main" val="2325807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p:tgtEl>
                                          <p:spTgt spid="9">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 calcmode="lin" valueType="num">
                                      <p:cBhvr additive="base">
                                        <p:cTn id="13" dur="500"/>
                                        <p:tgtEl>
                                          <p:spTgt spid="9">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9">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C20B8-8F6C-A764-CBDA-F3B76F848C5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BA385B6-3CB4-B784-6F7A-72B5A17D9E6F}"/>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E7B7D630-745F-1914-BE9E-AF45ADBCB8BD}"/>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86CAC54D-4F87-68A9-926B-0CE7F14D61AB}"/>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 name="Group 5">
            <a:extLst>
              <a:ext uri="{FF2B5EF4-FFF2-40B4-BE49-F238E27FC236}">
                <a16:creationId xmlns:a16="http://schemas.microsoft.com/office/drawing/2014/main" id="{5720A6BE-DB35-5EA8-A04D-F7CF0CC48B92}"/>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6D6E9B61-8C9A-4E69-C63C-AEEFDA88553B}"/>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1DF385AE-4916-46FE-7B9F-A8A84ED49606}"/>
                </a:ext>
              </a:extLst>
            </p:cNvPr>
            <p:cNvSpPr txBox="1"/>
            <p:nvPr/>
          </p:nvSpPr>
          <p:spPr>
            <a:xfrm>
              <a:off x="0" y="-47625"/>
              <a:ext cx="5454346" cy="2751565"/>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50EE7F0A-8DBC-D514-4CCA-02ED3CB9DA2E}"/>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D8CC92F0-DD93-C77E-CF54-86BF2A45C123}"/>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41A12959-6C83-C032-8EED-2A3F0056FA69}"/>
                </a:ext>
              </a:extLst>
            </p:cNvPr>
            <p:cNvSpPr txBox="1"/>
            <p:nvPr/>
          </p:nvSpPr>
          <p:spPr>
            <a:xfrm>
              <a:off x="0" y="-47625"/>
              <a:ext cx="5429786" cy="2704410"/>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ABA1BD51-69DC-D5AA-20FF-4829308483DD}"/>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BAF1691D-F4C3-0B67-4980-24E98149D492}"/>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28FA7730-B9F6-3EC7-7EA3-8A11ACD964D1}"/>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7EBBC32C-033F-40DE-6B74-C6E2A0BD3CF5}"/>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7EFC8FC3-CF64-C29B-9B20-8CAB54D77BF2}"/>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469710E0-1645-C83B-1565-2CD5379FFE68}"/>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A4A1551D-4626-49DA-982F-C0E4C08D383E}"/>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2539A46A-D704-5A00-5BF1-C9951843D0C8}"/>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2E3E6BBA-B670-9A2A-FE1D-B4DDE55803E9}"/>
                </a:ext>
              </a:extLst>
            </p:cNvPr>
            <p:cNvSpPr txBox="1"/>
            <p:nvPr/>
          </p:nvSpPr>
          <p:spPr>
            <a:xfrm>
              <a:off x="0" y="-47625"/>
              <a:ext cx="3961731" cy="2448417"/>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4" name="Freeform 34">
            <a:extLst>
              <a:ext uri="{FF2B5EF4-FFF2-40B4-BE49-F238E27FC236}">
                <a16:creationId xmlns:a16="http://schemas.microsoft.com/office/drawing/2014/main" id="{4BFA0936-CCE4-0B6E-7534-FD40E1849596}"/>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5" name="Group 35">
            <a:extLst>
              <a:ext uri="{FF2B5EF4-FFF2-40B4-BE49-F238E27FC236}">
                <a16:creationId xmlns:a16="http://schemas.microsoft.com/office/drawing/2014/main" id="{A295105F-22C3-E0E8-3917-8030738B88D0}"/>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48EBCFC9-7DEE-B925-F1A9-50C72C24823B}"/>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1F69A362-A5E6-F49F-4003-C13259C7827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Box 38">
                <a:extLst>
                  <a:ext uri="{FF2B5EF4-FFF2-40B4-BE49-F238E27FC236}">
                    <a16:creationId xmlns:a16="http://schemas.microsoft.com/office/drawing/2014/main" id="{49DEE0EC-656F-DBF5-7C09-0668A3B896D6}"/>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9" name="Group 39">
              <a:extLst>
                <a:ext uri="{FF2B5EF4-FFF2-40B4-BE49-F238E27FC236}">
                  <a16:creationId xmlns:a16="http://schemas.microsoft.com/office/drawing/2014/main" id="{F00D7282-A203-D4D9-4C0C-1D853142C785}"/>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D4BC9B8E-D88E-AF5F-DD55-28405C9F273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Box 41">
                <a:extLst>
                  <a:ext uri="{FF2B5EF4-FFF2-40B4-BE49-F238E27FC236}">
                    <a16:creationId xmlns:a16="http://schemas.microsoft.com/office/drawing/2014/main" id="{01EEB1DB-51D8-E9AA-54EA-FC83C737B274}"/>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2" name="Group 42">
              <a:extLst>
                <a:ext uri="{FF2B5EF4-FFF2-40B4-BE49-F238E27FC236}">
                  <a16:creationId xmlns:a16="http://schemas.microsoft.com/office/drawing/2014/main" id="{0A8625DA-4621-380B-5A1C-A2CD3E03F2CF}"/>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C64B3EB6-BA84-9286-D3CF-AD6DCF7DF2B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Box 44">
                <a:extLst>
                  <a:ext uri="{FF2B5EF4-FFF2-40B4-BE49-F238E27FC236}">
                    <a16:creationId xmlns:a16="http://schemas.microsoft.com/office/drawing/2014/main" id="{837551D8-6B33-A197-74E1-428D06CAD59B}"/>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5" name="Group 45">
              <a:extLst>
                <a:ext uri="{FF2B5EF4-FFF2-40B4-BE49-F238E27FC236}">
                  <a16:creationId xmlns:a16="http://schemas.microsoft.com/office/drawing/2014/main" id="{15F443EC-0675-FE62-1615-13A782A52092}"/>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DD723A03-AA2D-0A6C-50A1-1D7D3592536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Box 47">
                <a:extLst>
                  <a:ext uri="{FF2B5EF4-FFF2-40B4-BE49-F238E27FC236}">
                    <a16:creationId xmlns:a16="http://schemas.microsoft.com/office/drawing/2014/main" id="{7C173B92-472A-8F9E-9884-D34D86BA4D6A}"/>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8" name="Group 48">
              <a:extLst>
                <a:ext uri="{FF2B5EF4-FFF2-40B4-BE49-F238E27FC236}">
                  <a16:creationId xmlns:a16="http://schemas.microsoft.com/office/drawing/2014/main" id="{52D5F308-91D7-94CD-6CFF-AD9A7D524996}"/>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E96412EB-950B-DC4E-2891-DEE335BD99C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Box 50">
                <a:extLst>
                  <a:ext uri="{FF2B5EF4-FFF2-40B4-BE49-F238E27FC236}">
                    <a16:creationId xmlns:a16="http://schemas.microsoft.com/office/drawing/2014/main" id="{946B4349-63B6-A903-300B-D8BF99EFE56D}"/>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51" name="Freeform 51">
            <a:extLst>
              <a:ext uri="{FF2B5EF4-FFF2-40B4-BE49-F238E27FC236}">
                <a16:creationId xmlns:a16="http://schemas.microsoft.com/office/drawing/2014/main" id="{C7E6ACE7-6304-3F9E-74CC-6510B04D3379}"/>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2" name="Group 52">
            <a:extLst>
              <a:ext uri="{FF2B5EF4-FFF2-40B4-BE49-F238E27FC236}">
                <a16:creationId xmlns:a16="http://schemas.microsoft.com/office/drawing/2014/main" id="{6AE92127-4F1F-B0D9-66EE-7F32F15E1785}"/>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2B535282-C00D-10F3-413E-EECAA025E619}"/>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47B1ACBC-C052-657B-E0BE-6E559B3CB50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80850652-61A5-5069-CE93-3DCC6E1BCD4E}"/>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26BBECBB-BCAB-E163-5D64-779D6A7F50ED}"/>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FA788F9C-43D1-B667-951A-1435310FD7B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DC963F27-AF90-2318-072E-292DB8ACA1C6}"/>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E185432C-A273-9180-ACBE-47CE37DEAD18}"/>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CA104413-5A1E-2A9D-BEFC-C9299C53B12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0AC345CD-DB93-2E8D-0A86-B5252DA15DF9}"/>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8A4D0D75-6975-81B5-E344-0543F63DC29E}"/>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E413CF90-658C-CBF4-4264-A85B24E2FA4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509DA4D5-1C6D-4509-646B-A4E024609134}"/>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5" name="Group 65">
              <a:extLst>
                <a:ext uri="{FF2B5EF4-FFF2-40B4-BE49-F238E27FC236}">
                  <a16:creationId xmlns:a16="http://schemas.microsoft.com/office/drawing/2014/main" id="{CF92384A-7A34-18AF-26C7-19603DF7900C}"/>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1C9476F8-0800-0B28-FC06-1CCCF5CFD3A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Box 67">
                <a:extLst>
                  <a:ext uri="{FF2B5EF4-FFF2-40B4-BE49-F238E27FC236}">
                    <a16:creationId xmlns:a16="http://schemas.microsoft.com/office/drawing/2014/main" id="{FB645685-E9DF-D1C3-BEAD-22FDC7D1976D}"/>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68" name="Group 68">
            <a:extLst>
              <a:ext uri="{FF2B5EF4-FFF2-40B4-BE49-F238E27FC236}">
                <a16:creationId xmlns:a16="http://schemas.microsoft.com/office/drawing/2014/main" id="{0D48A02D-66B0-BB6B-8FE6-FEC1D7AF37A8}"/>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5964671F-0FDD-AA24-D543-26CC992D63C4}"/>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FF1A9B75-F8C3-4385-6C30-9FF9D6239522}"/>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Box 71">
                <a:extLst>
                  <a:ext uri="{FF2B5EF4-FFF2-40B4-BE49-F238E27FC236}">
                    <a16:creationId xmlns:a16="http://schemas.microsoft.com/office/drawing/2014/main" id="{7D3FC959-5178-FC0D-5637-3B0308EFF5B9}"/>
                  </a:ext>
                </a:extLst>
              </p:cNvPr>
              <p:cNvSpPr txBox="1"/>
              <p:nvPr/>
            </p:nvSpPr>
            <p:spPr>
              <a:xfrm>
                <a:off x="0" y="-47625"/>
                <a:ext cx="458420"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2" name="Group 72">
              <a:extLst>
                <a:ext uri="{FF2B5EF4-FFF2-40B4-BE49-F238E27FC236}">
                  <a16:creationId xmlns:a16="http://schemas.microsoft.com/office/drawing/2014/main" id="{AB54F6C0-028E-EE9F-17C1-A1EE81D82131}"/>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3F256987-958C-7B15-19C4-88A33D7E1396}"/>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TextBox 74">
                <a:extLst>
                  <a:ext uri="{FF2B5EF4-FFF2-40B4-BE49-F238E27FC236}">
                    <a16:creationId xmlns:a16="http://schemas.microsoft.com/office/drawing/2014/main" id="{BBB446BF-7D30-9DF4-1A9B-4C71C9C6B63D}"/>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5" name="Group 75">
              <a:extLst>
                <a:ext uri="{FF2B5EF4-FFF2-40B4-BE49-F238E27FC236}">
                  <a16:creationId xmlns:a16="http://schemas.microsoft.com/office/drawing/2014/main" id="{F7EB4372-1A8A-D841-AD19-388C6E8A8C11}"/>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2EEE6263-4D4B-1CBA-B5EA-30620DC0887F}"/>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7" name="TextBox 77">
                <a:extLst>
                  <a:ext uri="{FF2B5EF4-FFF2-40B4-BE49-F238E27FC236}">
                    <a16:creationId xmlns:a16="http://schemas.microsoft.com/office/drawing/2014/main" id="{6F57A8A6-D6BB-589D-4792-DFBFB8F0FE47}"/>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8" name="Group 78">
              <a:extLst>
                <a:ext uri="{FF2B5EF4-FFF2-40B4-BE49-F238E27FC236}">
                  <a16:creationId xmlns:a16="http://schemas.microsoft.com/office/drawing/2014/main" id="{B292EDDA-8593-1B71-4137-15609E998E6C}"/>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DA969655-BBD7-B7DB-9721-9DA6BAF34E22}"/>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Box 80">
                <a:extLst>
                  <a:ext uri="{FF2B5EF4-FFF2-40B4-BE49-F238E27FC236}">
                    <a16:creationId xmlns:a16="http://schemas.microsoft.com/office/drawing/2014/main" id="{CE7F175F-6590-B6F5-F9EB-E43F87CA6804}"/>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1" name="Group 81">
              <a:extLst>
                <a:ext uri="{FF2B5EF4-FFF2-40B4-BE49-F238E27FC236}">
                  <a16:creationId xmlns:a16="http://schemas.microsoft.com/office/drawing/2014/main" id="{668206B6-5BCE-E974-DE7A-CBF1AAC10D21}"/>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4F7DC0FA-00EB-783A-D417-38E07F4789AB}"/>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3" name="TextBox 83">
                <a:extLst>
                  <a:ext uri="{FF2B5EF4-FFF2-40B4-BE49-F238E27FC236}">
                    <a16:creationId xmlns:a16="http://schemas.microsoft.com/office/drawing/2014/main" id="{0A154E61-EF33-9EFA-0F83-F57F3C6CC686}"/>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84" name="Freeform 84">
            <a:extLst>
              <a:ext uri="{FF2B5EF4-FFF2-40B4-BE49-F238E27FC236}">
                <a16:creationId xmlns:a16="http://schemas.microsoft.com/office/drawing/2014/main" id="{960447DA-73B4-9730-2B9E-4254E68D0173}"/>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13F3876E-823F-3EDF-66C4-B196CE7ED310}"/>
              </a:ext>
            </a:extLst>
          </p:cNvPr>
          <p:cNvSpPr txBox="1"/>
          <p:nvPr/>
        </p:nvSpPr>
        <p:spPr>
          <a:xfrm>
            <a:off x="1848695" y="1370952"/>
            <a:ext cx="15370090" cy="7383496"/>
          </a:xfrm>
          <a:prstGeom prst="rect">
            <a:avLst/>
          </a:prstGeom>
          <a:noFill/>
        </p:spPr>
        <p:txBody>
          <a:bodyPr wrap="square">
            <a:spAutoFit/>
          </a:bodyPr>
          <a:lstStyle/>
          <a:p>
            <a:pPr algn="just">
              <a:lnSpc>
                <a:spcPct val="150000"/>
              </a:lnSpc>
              <a:defRPr/>
            </a:pPr>
            <a:r>
              <a:rPr lang="en-US" sz="4000" b="1">
                <a:solidFill>
                  <a:srgbClr val="00B050"/>
                </a:solidFill>
                <a:latin typeface="American Typewriter" panose="02090604020004020304" pitchFamily="18" charset="77"/>
              </a:rPr>
              <a:t>Bài tập áp dụng 1: Chuyển các cụm từ sau thành các “cụm danh từ tiếng Anh”:</a:t>
            </a:r>
            <a:endParaRPr kumimoji="0" lang="en-US" sz="4000" b="0" i="0" u="none" strike="noStrike" kern="1200" cap="none" spc="0" normalizeH="0" baseline="0" noProof="0">
              <a:ln>
                <a:noFill/>
              </a:ln>
              <a:solidFill>
                <a:srgbClr val="00B050"/>
              </a:solidFill>
              <a:effectLst/>
              <a:uLnTx/>
              <a:uFillTx/>
              <a:latin typeface="American Typewriter" panose="02090604020004020304" pitchFamily="18" charset="77"/>
              <a:ea typeface="+mn-ea"/>
              <a:cs typeface="+mn-cs"/>
            </a:endParaRPr>
          </a:p>
          <a:p>
            <a:pPr algn="just">
              <a:lnSpc>
                <a:spcPct val="150000"/>
              </a:lnSpc>
            </a:pPr>
            <a:r>
              <a:rPr kumimoji="0" lang="en-US" sz="4000" b="1" i="0" u="none" strike="noStrike" kern="1200" cap="none" spc="0" normalizeH="0" baseline="0" noProof="0">
                <a:ln>
                  <a:noFill/>
                </a:ln>
                <a:solidFill>
                  <a:prstClr val="black"/>
                </a:solidFill>
                <a:effectLst/>
                <a:uLnTx/>
                <a:uFillTx/>
                <a:latin typeface="American Typewriter" panose="02090604020004020304" pitchFamily="18" charset="77"/>
                <a:ea typeface="+mn-ea"/>
                <a:cs typeface="+mn-cs"/>
              </a:rPr>
              <a:t>1. </a:t>
            </a:r>
            <a:r>
              <a:rPr lang="vi-VN" sz="4000" b="1">
                <a:solidFill>
                  <a:prstClr val="black"/>
                </a:solidFill>
                <a:latin typeface="American Typewriter" panose="02090604020004020304" pitchFamily="18" charset="77"/>
              </a:rPr>
              <a:t>một vấn đề nghiêm trọng</a:t>
            </a:r>
            <a:endParaRPr kumimoji="0" lang="en-US" sz="4000" b="1" i="0" u="none" strike="noStrike" kern="1200" cap="none" spc="0" normalizeH="0" baseline="0" noProof="0">
              <a:ln>
                <a:noFill/>
              </a:ln>
              <a:solidFill>
                <a:prstClr val="black"/>
              </a:solidFill>
              <a:effectLst/>
              <a:uLnTx/>
              <a:uFillTx/>
              <a:latin typeface="American Typewriter" panose="02090604020004020304" pitchFamily="18" charset="77"/>
              <a:ea typeface="+mn-ea"/>
              <a:cs typeface="+mn-cs"/>
            </a:endParaRPr>
          </a:p>
          <a:p>
            <a:pPr algn="just">
              <a:lnSpc>
                <a:spcPct val="150000"/>
              </a:lnSpc>
            </a:pPr>
            <a:r>
              <a:rPr lang="en-US" sz="4000" b="1">
                <a:solidFill>
                  <a:srgbClr val="00B0F0"/>
                </a:solidFill>
                <a:latin typeface="American Typewriter" panose="02090604020004020304" pitchFamily="18" charset="77"/>
              </a:rPr>
              <a:t>→ a </a:t>
            </a:r>
            <a:r>
              <a:rPr lang="en-US" sz="4000" b="1">
                <a:solidFill>
                  <a:srgbClr val="FF85FF"/>
                </a:solidFill>
                <a:latin typeface="American Typewriter" panose="02090604020004020304" pitchFamily="18" charset="77"/>
              </a:rPr>
              <a:t>serious</a:t>
            </a:r>
            <a:r>
              <a:rPr lang="en-US" sz="4000" b="1">
                <a:solidFill>
                  <a:srgbClr val="00B0F0"/>
                </a:solidFill>
                <a:latin typeface="American Typewriter" panose="02090604020004020304" pitchFamily="18" charset="77"/>
              </a:rPr>
              <a:t> problem / a </a:t>
            </a:r>
            <a:r>
              <a:rPr lang="en-US" sz="4000" b="1">
                <a:solidFill>
                  <a:srgbClr val="FF85FF"/>
                </a:solidFill>
                <a:latin typeface="American Typewriter" panose="02090604020004020304" pitchFamily="18" charset="77"/>
              </a:rPr>
              <a:t>serious</a:t>
            </a:r>
            <a:r>
              <a:rPr lang="en-US" sz="4000" b="1">
                <a:solidFill>
                  <a:srgbClr val="00B0F0"/>
                </a:solidFill>
                <a:latin typeface="American Typewriter" panose="02090604020004020304" pitchFamily="18" charset="77"/>
              </a:rPr>
              <a:t> issue</a:t>
            </a:r>
            <a:endParaRPr kumimoji="0" lang="en-US" sz="4000" b="1" i="0" u="none" strike="noStrike" kern="1200" cap="none" spc="0" normalizeH="0" baseline="0" noProof="0">
              <a:ln>
                <a:noFill/>
              </a:ln>
              <a:solidFill>
                <a:srgbClr val="00B0F0"/>
              </a:solidFill>
              <a:effectLst/>
              <a:uLnTx/>
              <a:uFillTx/>
              <a:latin typeface="American Typewriter" panose="02090604020004020304" pitchFamily="18" charset="77"/>
              <a:ea typeface="+mn-ea"/>
              <a:cs typeface="+mn-cs"/>
            </a:endParaRPr>
          </a:p>
          <a:p>
            <a:pPr algn="just">
              <a:lnSpc>
                <a:spcPct val="150000"/>
              </a:lnSpc>
            </a:pPr>
            <a:r>
              <a:rPr lang="en-US" sz="4000" b="1">
                <a:solidFill>
                  <a:prstClr val="black"/>
                </a:solidFill>
                <a:latin typeface="American Typewriter" panose="02090604020004020304" pitchFamily="18" charset="77"/>
              </a:rPr>
              <a:t>2. các bài học hữu ích</a:t>
            </a:r>
          </a:p>
          <a:p>
            <a:pPr algn="just">
              <a:lnSpc>
                <a:spcPct val="150000"/>
              </a:lnSpc>
            </a:pPr>
            <a:r>
              <a:rPr lang="en-US" sz="4000" b="1">
                <a:solidFill>
                  <a:srgbClr val="00B0F0"/>
                </a:solidFill>
                <a:latin typeface="American Typewriter" panose="02090604020004020304" pitchFamily="18" charset="77"/>
              </a:rPr>
              <a:t>→ </a:t>
            </a:r>
            <a:r>
              <a:rPr lang="en-US" sz="4000" b="1">
                <a:solidFill>
                  <a:srgbClr val="FF85FF"/>
                </a:solidFill>
                <a:latin typeface="American Typewriter" panose="02090604020004020304" pitchFamily="18" charset="77"/>
              </a:rPr>
              <a:t>useful</a:t>
            </a:r>
            <a:r>
              <a:rPr lang="en-US" sz="4000" b="1">
                <a:solidFill>
                  <a:srgbClr val="00B0F0"/>
                </a:solidFill>
                <a:latin typeface="American Typewriter" panose="02090604020004020304" pitchFamily="18" charset="77"/>
              </a:rPr>
              <a:t> lessons</a:t>
            </a:r>
          </a:p>
          <a:p>
            <a:pPr algn="just">
              <a:lnSpc>
                <a:spcPct val="150000"/>
              </a:lnSpc>
            </a:pPr>
            <a:r>
              <a:rPr kumimoji="0" lang="en-US" sz="4000" b="1" i="0" u="none" strike="noStrike" kern="1200" cap="none" spc="0" normalizeH="0" baseline="0" noProof="0">
                <a:ln>
                  <a:noFill/>
                </a:ln>
                <a:solidFill>
                  <a:prstClr val="black"/>
                </a:solidFill>
                <a:effectLst/>
                <a:uLnTx/>
                <a:uFillTx/>
                <a:latin typeface="American Typewriter" panose="02090604020004020304" pitchFamily="18" charset="77"/>
                <a:ea typeface="+mn-ea"/>
                <a:cs typeface="+mn-cs"/>
              </a:rPr>
              <a:t>3. </a:t>
            </a:r>
            <a:r>
              <a:rPr lang="vi-VN" sz="4000" b="1">
                <a:solidFill>
                  <a:prstClr val="black"/>
                </a:solidFill>
                <a:latin typeface="American Typewriter" panose="02090604020004020304" pitchFamily="18" charset="77"/>
              </a:rPr>
              <a:t>kết quả học tập tốt</a:t>
            </a:r>
            <a:r>
              <a:rPr kumimoji="0" lang="en-US" sz="4000" b="1" i="0" u="none" strike="noStrike" kern="1200" cap="none" spc="0" normalizeH="0" baseline="0" noProof="0">
                <a:ln>
                  <a:noFill/>
                </a:ln>
                <a:solidFill>
                  <a:prstClr val="black"/>
                </a:solidFill>
                <a:effectLst/>
                <a:uLnTx/>
                <a:uFillTx/>
                <a:latin typeface="American Typewriter" panose="02090604020004020304" pitchFamily="18" charset="77"/>
                <a:ea typeface="+mn-ea"/>
                <a:cs typeface="+mn-cs"/>
              </a:rPr>
              <a:t> </a:t>
            </a:r>
          </a:p>
          <a:p>
            <a:pPr algn="just">
              <a:lnSpc>
                <a:spcPct val="150000"/>
              </a:lnSpc>
            </a:pPr>
            <a:r>
              <a:rPr lang="en-US" sz="4000" b="1">
                <a:solidFill>
                  <a:srgbClr val="00B0F0"/>
                </a:solidFill>
                <a:latin typeface="American Typewriter" panose="02090604020004020304" pitchFamily="18" charset="77"/>
              </a:rPr>
              <a:t>→ </a:t>
            </a:r>
            <a:r>
              <a:rPr lang="en-US" sz="4000" b="1">
                <a:solidFill>
                  <a:srgbClr val="FF85FF"/>
                </a:solidFill>
                <a:latin typeface="American Typewriter" panose="02090604020004020304" pitchFamily="18" charset="77"/>
              </a:rPr>
              <a:t>good</a:t>
            </a:r>
            <a:r>
              <a:rPr lang="en-US" sz="4000" b="1">
                <a:solidFill>
                  <a:srgbClr val="00B0F0"/>
                </a:solidFill>
                <a:latin typeface="American Typewriter" panose="02090604020004020304" pitchFamily="18" charset="77"/>
              </a:rPr>
              <a:t> academic performance/</a:t>
            </a:r>
            <a:r>
              <a:rPr lang="en-US" sz="4000" b="1">
                <a:solidFill>
                  <a:srgbClr val="FF85FF"/>
                </a:solidFill>
                <a:latin typeface="American Typewriter" panose="02090604020004020304" pitchFamily="18" charset="77"/>
              </a:rPr>
              <a:t> good </a:t>
            </a:r>
            <a:r>
              <a:rPr lang="en-US" sz="4000" b="1">
                <a:solidFill>
                  <a:srgbClr val="00B0F0"/>
                </a:solidFill>
                <a:latin typeface="American Typewriter" panose="02090604020004020304" pitchFamily="18" charset="77"/>
              </a:rPr>
              <a:t>study results</a:t>
            </a:r>
          </a:p>
        </p:txBody>
      </p:sp>
    </p:spTree>
    <p:extLst>
      <p:ext uri="{BB962C8B-B14F-4D97-AF65-F5344CB8AC3E}">
        <p14:creationId xmlns:p14="http://schemas.microsoft.com/office/powerpoint/2010/main" val="200828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8">
                                            <p:txEl>
                                              <p:pRg st="4" end="4"/>
                                            </p:txEl>
                                          </p:spTgt>
                                        </p:tgtEl>
                                        <p:attrNameLst>
                                          <p:attrName>style.visibility</p:attrName>
                                        </p:attrNameLst>
                                      </p:cBhvr>
                                      <p:to>
                                        <p:strVal val="visible"/>
                                      </p:to>
                                    </p:set>
                                    <p:anim calcmode="lin" valueType="num">
                                      <p:cBhvr additive="base">
                                        <p:cTn id="31" dur="500" fill="hold"/>
                                        <p:tgtEl>
                                          <p:spTgt spid="9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8">
                                            <p:txEl>
                                              <p:pRg st="5" end="5"/>
                                            </p:txEl>
                                          </p:spTgt>
                                        </p:tgtEl>
                                        <p:attrNameLst>
                                          <p:attrName>style.visibility</p:attrName>
                                        </p:attrNameLst>
                                      </p:cBhvr>
                                      <p:to>
                                        <p:strVal val="visible"/>
                                      </p:to>
                                    </p:set>
                                    <p:anim calcmode="lin" valueType="num">
                                      <p:cBhvr additive="base">
                                        <p:cTn id="37" dur="500" fill="hold"/>
                                        <p:tgtEl>
                                          <p:spTgt spid="9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8">
                                            <p:txEl>
                                              <p:pRg st="6" end="6"/>
                                            </p:txEl>
                                          </p:spTgt>
                                        </p:tgtEl>
                                        <p:attrNameLst>
                                          <p:attrName>style.visibility</p:attrName>
                                        </p:attrNameLst>
                                      </p:cBhvr>
                                      <p:to>
                                        <p:strVal val="visible"/>
                                      </p:to>
                                    </p:set>
                                    <p:anim calcmode="lin" valueType="num">
                                      <p:cBhvr additive="base">
                                        <p:cTn id="43" dur="500" fill="hold"/>
                                        <p:tgtEl>
                                          <p:spTgt spid="98">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8">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2F6BF-35DF-4951-4B1F-CAB82B2C94B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5028466-54EE-877C-94C6-C3CCF29D7ACE}"/>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CB3CA69C-AF43-3F36-BD4D-76AD30C94412}"/>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8BE23BBA-B4C8-8126-8A85-2AFC9D3D867D}"/>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 name="Group 5">
            <a:extLst>
              <a:ext uri="{FF2B5EF4-FFF2-40B4-BE49-F238E27FC236}">
                <a16:creationId xmlns:a16="http://schemas.microsoft.com/office/drawing/2014/main" id="{C9801FD8-5DE4-6D6C-AC93-7A0BDD66F32B}"/>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49B89446-DAB6-B5A9-6035-53C6F50ADFEE}"/>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8DF967FB-857E-71B1-84E8-7E4D7D44BD47}"/>
                </a:ext>
              </a:extLst>
            </p:cNvPr>
            <p:cNvSpPr txBox="1"/>
            <p:nvPr/>
          </p:nvSpPr>
          <p:spPr>
            <a:xfrm>
              <a:off x="0" y="-47625"/>
              <a:ext cx="5454346" cy="2751565"/>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316AA7BC-EED6-7E7E-1D29-A63B917F0F27}"/>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94B68AC2-C58D-6661-3A18-99E16418FF45}"/>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402BDFBC-8199-44C8-003A-38A0D1F539D8}"/>
                </a:ext>
              </a:extLst>
            </p:cNvPr>
            <p:cNvSpPr txBox="1"/>
            <p:nvPr/>
          </p:nvSpPr>
          <p:spPr>
            <a:xfrm>
              <a:off x="0" y="-47625"/>
              <a:ext cx="5429786" cy="2704410"/>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84BAD1C3-23F3-CCE1-E4AA-37C34B0014FD}"/>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12E00173-CEBF-7B04-56C8-F0A4B8FFA36D}"/>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F326E02B-8FAC-88AE-ED1F-92FC0B12D1FC}"/>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22541F13-B867-2C19-C10A-28A7C1F5F42C}"/>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56DFEA97-19CD-701A-3D0A-8FB71ADB2165}"/>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0C65F7F0-5CFD-BA1E-75BF-C4CA01D07E5B}"/>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A0376350-7A2B-2A0C-3B99-E31871DB15ED}"/>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2A73BE3E-D7C2-DB65-6ECD-22F55CE4D637}"/>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1219FDF2-96E8-069D-1E87-5E2671652A06}"/>
                </a:ext>
              </a:extLst>
            </p:cNvPr>
            <p:cNvSpPr txBox="1"/>
            <p:nvPr/>
          </p:nvSpPr>
          <p:spPr>
            <a:xfrm>
              <a:off x="0" y="-47625"/>
              <a:ext cx="3961731" cy="2448417"/>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4" name="Freeform 34">
            <a:extLst>
              <a:ext uri="{FF2B5EF4-FFF2-40B4-BE49-F238E27FC236}">
                <a16:creationId xmlns:a16="http://schemas.microsoft.com/office/drawing/2014/main" id="{1603A01E-CF0B-C42C-ABB1-E1B5FF31255D}"/>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5" name="Group 35">
            <a:extLst>
              <a:ext uri="{FF2B5EF4-FFF2-40B4-BE49-F238E27FC236}">
                <a16:creationId xmlns:a16="http://schemas.microsoft.com/office/drawing/2014/main" id="{3ED98871-D89E-0CDB-FF05-6E92C5A6511D}"/>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08E84646-493D-F996-D17E-6E6C3F4725F7}"/>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F3B7478C-74DB-FAC8-2D62-85370EB62F9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Box 38">
                <a:extLst>
                  <a:ext uri="{FF2B5EF4-FFF2-40B4-BE49-F238E27FC236}">
                    <a16:creationId xmlns:a16="http://schemas.microsoft.com/office/drawing/2014/main" id="{1BC6233F-06C5-D03E-E269-5585A7070030}"/>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9" name="Group 39">
              <a:extLst>
                <a:ext uri="{FF2B5EF4-FFF2-40B4-BE49-F238E27FC236}">
                  <a16:creationId xmlns:a16="http://schemas.microsoft.com/office/drawing/2014/main" id="{B85F4F10-D980-7871-0C46-C1AF2485067A}"/>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882C6904-BA0A-CE56-76CF-A720EA65716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Box 41">
                <a:extLst>
                  <a:ext uri="{FF2B5EF4-FFF2-40B4-BE49-F238E27FC236}">
                    <a16:creationId xmlns:a16="http://schemas.microsoft.com/office/drawing/2014/main" id="{848E3944-705E-F67B-B8F8-033276790C3F}"/>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2" name="Group 42">
              <a:extLst>
                <a:ext uri="{FF2B5EF4-FFF2-40B4-BE49-F238E27FC236}">
                  <a16:creationId xmlns:a16="http://schemas.microsoft.com/office/drawing/2014/main" id="{B71CF56F-C446-13E0-0FD5-85ACE9E8CC36}"/>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852813B2-333B-F083-69D9-90ECE35BAE4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Box 44">
                <a:extLst>
                  <a:ext uri="{FF2B5EF4-FFF2-40B4-BE49-F238E27FC236}">
                    <a16:creationId xmlns:a16="http://schemas.microsoft.com/office/drawing/2014/main" id="{3E653A4E-0F27-85D2-4E5A-B4297837CBDC}"/>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5" name="Group 45">
              <a:extLst>
                <a:ext uri="{FF2B5EF4-FFF2-40B4-BE49-F238E27FC236}">
                  <a16:creationId xmlns:a16="http://schemas.microsoft.com/office/drawing/2014/main" id="{06F9B096-5942-338C-FDC0-370C08748F4A}"/>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6354025C-5671-0B3A-06C7-553DB5BC68B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Box 47">
                <a:extLst>
                  <a:ext uri="{FF2B5EF4-FFF2-40B4-BE49-F238E27FC236}">
                    <a16:creationId xmlns:a16="http://schemas.microsoft.com/office/drawing/2014/main" id="{492CC0C6-4775-DEDF-F36F-57383056BB2B}"/>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8" name="Group 48">
              <a:extLst>
                <a:ext uri="{FF2B5EF4-FFF2-40B4-BE49-F238E27FC236}">
                  <a16:creationId xmlns:a16="http://schemas.microsoft.com/office/drawing/2014/main" id="{DF1E691E-744A-8AD4-9B45-2ACD9D610067}"/>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A82EC64B-23B2-59C7-7AFE-E8D94DA83A2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Box 50">
                <a:extLst>
                  <a:ext uri="{FF2B5EF4-FFF2-40B4-BE49-F238E27FC236}">
                    <a16:creationId xmlns:a16="http://schemas.microsoft.com/office/drawing/2014/main" id="{9E3DA2F1-F320-4EE9-CC1C-C240162EEB4E}"/>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51" name="Freeform 51">
            <a:extLst>
              <a:ext uri="{FF2B5EF4-FFF2-40B4-BE49-F238E27FC236}">
                <a16:creationId xmlns:a16="http://schemas.microsoft.com/office/drawing/2014/main" id="{23D2B39A-778C-3B01-CC2F-74ACBD265169}"/>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2" name="Group 52">
            <a:extLst>
              <a:ext uri="{FF2B5EF4-FFF2-40B4-BE49-F238E27FC236}">
                <a16:creationId xmlns:a16="http://schemas.microsoft.com/office/drawing/2014/main" id="{6D96F0B9-AFC4-83E6-D85C-777BF40D8E58}"/>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996C34E9-0ADB-F9EF-E28F-11241B89D9E8}"/>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5EEBE114-E45D-1190-B178-2E1E0A0D8D1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38ACADEC-9314-AB05-51AD-A044030F2EC7}"/>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735D65CA-850E-B23F-1FD2-04AFC6A6CAAE}"/>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BA4B7B95-409A-3BE0-91AA-81E43C6E747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A4583428-CFB2-8A17-B0CC-DF1E831BA03B}"/>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0E0A43E6-5CC8-DC9A-C701-FC52470D9D4D}"/>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AE40A822-DEB1-9AF2-6BA1-CA152247EAB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9595A333-AEFC-C520-B559-2A1F4287618C}"/>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AFA45731-FA2B-4FC6-2099-B7F05B5D8BE4}"/>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17580B48-2327-B673-90AD-3465699528E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17CBFBF4-730A-1D94-E679-91AA79F532C8}"/>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5" name="Group 65">
              <a:extLst>
                <a:ext uri="{FF2B5EF4-FFF2-40B4-BE49-F238E27FC236}">
                  <a16:creationId xmlns:a16="http://schemas.microsoft.com/office/drawing/2014/main" id="{ACDB3E47-6517-F70D-1AC8-6D8D53BD0AE8}"/>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FC012727-8D7A-4DF5-D526-7CB06A45550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Box 67">
                <a:extLst>
                  <a:ext uri="{FF2B5EF4-FFF2-40B4-BE49-F238E27FC236}">
                    <a16:creationId xmlns:a16="http://schemas.microsoft.com/office/drawing/2014/main" id="{E360663C-3E21-B650-BE6A-70F4903A831F}"/>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68" name="Group 68">
            <a:extLst>
              <a:ext uri="{FF2B5EF4-FFF2-40B4-BE49-F238E27FC236}">
                <a16:creationId xmlns:a16="http://schemas.microsoft.com/office/drawing/2014/main" id="{DF012552-7235-92FF-44EA-1538F87C8A62}"/>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F47B24C2-5600-38A8-7182-F154374D0A0C}"/>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A575E5F7-25E6-6982-7374-904836EE716D}"/>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Box 71">
                <a:extLst>
                  <a:ext uri="{FF2B5EF4-FFF2-40B4-BE49-F238E27FC236}">
                    <a16:creationId xmlns:a16="http://schemas.microsoft.com/office/drawing/2014/main" id="{49D6CDFD-E623-3049-A1F5-878F17BE7365}"/>
                  </a:ext>
                </a:extLst>
              </p:cNvPr>
              <p:cNvSpPr txBox="1"/>
              <p:nvPr/>
            </p:nvSpPr>
            <p:spPr>
              <a:xfrm>
                <a:off x="0" y="-47625"/>
                <a:ext cx="458420"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2" name="Group 72">
              <a:extLst>
                <a:ext uri="{FF2B5EF4-FFF2-40B4-BE49-F238E27FC236}">
                  <a16:creationId xmlns:a16="http://schemas.microsoft.com/office/drawing/2014/main" id="{EADCCB9E-0167-2134-0FB8-D6770B23897D}"/>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52E0D725-18D6-FB3F-AAFA-FA42E62BD901}"/>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TextBox 74">
                <a:extLst>
                  <a:ext uri="{FF2B5EF4-FFF2-40B4-BE49-F238E27FC236}">
                    <a16:creationId xmlns:a16="http://schemas.microsoft.com/office/drawing/2014/main" id="{1B8E2819-B8B0-9FC5-EA26-6A3D0E73C58D}"/>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5" name="Group 75">
              <a:extLst>
                <a:ext uri="{FF2B5EF4-FFF2-40B4-BE49-F238E27FC236}">
                  <a16:creationId xmlns:a16="http://schemas.microsoft.com/office/drawing/2014/main" id="{5C37536F-9C17-3834-5B74-825339DA2626}"/>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9434C9E3-E693-CE48-3AFC-E9C2F4F158DC}"/>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7" name="TextBox 77">
                <a:extLst>
                  <a:ext uri="{FF2B5EF4-FFF2-40B4-BE49-F238E27FC236}">
                    <a16:creationId xmlns:a16="http://schemas.microsoft.com/office/drawing/2014/main" id="{4C1AA02F-D009-34B7-FA6F-6E68B837052E}"/>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8" name="Group 78">
              <a:extLst>
                <a:ext uri="{FF2B5EF4-FFF2-40B4-BE49-F238E27FC236}">
                  <a16:creationId xmlns:a16="http://schemas.microsoft.com/office/drawing/2014/main" id="{679A7191-76FF-D43A-6569-55FE39CE6D8D}"/>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0FA7D988-4B11-C1CE-DA20-E552558130C4}"/>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Box 80">
                <a:extLst>
                  <a:ext uri="{FF2B5EF4-FFF2-40B4-BE49-F238E27FC236}">
                    <a16:creationId xmlns:a16="http://schemas.microsoft.com/office/drawing/2014/main" id="{439D0E4D-E438-21BC-BF69-5CE0124C642B}"/>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1" name="Group 81">
              <a:extLst>
                <a:ext uri="{FF2B5EF4-FFF2-40B4-BE49-F238E27FC236}">
                  <a16:creationId xmlns:a16="http://schemas.microsoft.com/office/drawing/2014/main" id="{BCF50E6A-C66E-1D8E-CAB9-71526B1BCA75}"/>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41B043F4-91C8-4784-21AE-177903C55403}"/>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3" name="TextBox 83">
                <a:extLst>
                  <a:ext uri="{FF2B5EF4-FFF2-40B4-BE49-F238E27FC236}">
                    <a16:creationId xmlns:a16="http://schemas.microsoft.com/office/drawing/2014/main" id="{3DF0E005-D56B-5759-558C-F18BA2E1ACC5}"/>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84" name="Freeform 84">
            <a:extLst>
              <a:ext uri="{FF2B5EF4-FFF2-40B4-BE49-F238E27FC236}">
                <a16:creationId xmlns:a16="http://schemas.microsoft.com/office/drawing/2014/main" id="{43140CAF-4129-3860-A1B7-087D82B9A314}"/>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9AF6E742-037C-7244-EFB4-4EBF602A3D85}"/>
              </a:ext>
            </a:extLst>
          </p:cNvPr>
          <p:cNvSpPr txBox="1"/>
          <p:nvPr/>
        </p:nvSpPr>
        <p:spPr>
          <a:xfrm>
            <a:off x="1848695" y="1609057"/>
            <a:ext cx="15370090" cy="6986784"/>
          </a:xfrm>
          <a:prstGeom prst="rect">
            <a:avLst/>
          </a:prstGeom>
          <a:noFill/>
        </p:spPr>
        <p:txBody>
          <a:bodyPr wrap="square">
            <a:spAutoFit/>
          </a:bodyPr>
          <a:lstStyle/>
          <a:p>
            <a:pPr algn="just">
              <a:lnSpc>
                <a:spcPct val="150000"/>
              </a:lnSpc>
              <a:spcBef>
                <a:spcPts val="600"/>
              </a:spcBef>
              <a:spcAft>
                <a:spcPts val="600"/>
              </a:spcAft>
            </a:pPr>
            <a:r>
              <a:rPr lang="en-US" sz="4500" b="1">
                <a:solidFill>
                  <a:prstClr val="black"/>
                </a:solidFill>
                <a:latin typeface="American Typewriter" panose="02090604020004020304" pitchFamily="18" charset="77"/>
              </a:rPr>
              <a:t>4</a:t>
            </a:r>
            <a:r>
              <a:rPr kumimoji="0" lang="en-US" sz="4500" b="1" i="0" u="none" strike="noStrike" kern="1200" cap="none" spc="0" normalizeH="0" baseline="0" noProof="0">
                <a:ln>
                  <a:noFill/>
                </a:ln>
                <a:solidFill>
                  <a:prstClr val="black"/>
                </a:solidFill>
                <a:effectLst/>
                <a:uLnTx/>
                <a:uFillTx/>
                <a:latin typeface="American Typewriter" panose="02090604020004020304" pitchFamily="18" charset="77"/>
              </a:rPr>
              <a:t>. </a:t>
            </a:r>
            <a:r>
              <a:rPr lang="vi-VN" sz="4500" b="1">
                <a:solidFill>
                  <a:prstClr val="black"/>
                </a:solidFill>
                <a:latin typeface="American Typewriter" panose="02090604020004020304" pitchFamily="18" charset="77"/>
              </a:rPr>
              <a:t>một hệ thống giáo dục chất lượng</a:t>
            </a:r>
            <a:endParaRPr kumimoji="0" lang="en-US" sz="4500" b="1" i="0" u="none" strike="noStrike" kern="1200" cap="none" spc="0" normalizeH="0" baseline="0" noProof="0">
              <a:ln>
                <a:noFill/>
              </a:ln>
              <a:solidFill>
                <a:prstClr val="black"/>
              </a:solidFill>
              <a:effectLst/>
              <a:uLnTx/>
              <a:uFillTx/>
              <a:latin typeface="American Typewriter" panose="02090604020004020304" pitchFamily="18" charset="77"/>
            </a:endParaRPr>
          </a:p>
          <a:p>
            <a:pPr algn="just">
              <a:lnSpc>
                <a:spcPct val="150000"/>
              </a:lnSpc>
              <a:spcBef>
                <a:spcPts val="600"/>
              </a:spcBef>
              <a:spcAft>
                <a:spcPts val="600"/>
              </a:spcAft>
            </a:pPr>
            <a:r>
              <a:rPr lang="en-US" sz="4500" b="1">
                <a:solidFill>
                  <a:srgbClr val="00B0F0"/>
                </a:solidFill>
                <a:latin typeface="American Typewriter" panose="02090604020004020304" pitchFamily="18" charset="77"/>
              </a:rPr>
              <a:t>→ a </a:t>
            </a:r>
            <a:r>
              <a:rPr lang="en-US" sz="4500" b="1">
                <a:solidFill>
                  <a:srgbClr val="FF85FF"/>
                </a:solidFill>
                <a:latin typeface="American Typewriter" panose="02090604020004020304" pitchFamily="18" charset="77"/>
              </a:rPr>
              <a:t>quality</a:t>
            </a:r>
            <a:r>
              <a:rPr lang="en-US" sz="4500" b="1">
                <a:solidFill>
                  <a:srgbClr val="00B0F0"/>
                </a:solidFill>
                <a:latin typeface="American Typewriter" panose="02090604020004020304" pitchFamily="18" charset="77"/>
              </a:rPr>
              <a:t> education system</a:t>
            </a:r>
            <a:endParaRPr kumimoji="0" lang="en-US" sz="4500" b="1" i="0" u="none" strike="noStrike" kern="1200" cap="none" spc="0" normalizeH="0" baseline="0" noProof="0">
              <a:ln>
                <a:noFill/>
              </a:ln>
              <a:solidFill>
                <a:srgbClr val="00B0F0"/>
              </a:solidFill>
              <a:effectLst/>
              <a:uLnTx/>
              <a:uFillTx/>
              <a:latin typeface="American Typewriter" panose="02090604020004020304" pitchFamily="18" charset="77"/>
            </a:endParaRPr>
          </a:p>
          <a:p>
            <a:pPr algn="just">
              <a:lnSpc>
                <a:spcPct val="150000"/>
              </a:lnSpc>
              <a:spcBef>
                <a:spcPts val="600"/>
              </a:spcBef>
              <a:spcAft>
                <a:spcPts val="600"/>
              </a:spcAft>
            </a:pPr>
            <a:r>
              <a:rPr lang="en-US" sz="4500" b="1">
                <a:solidFill>
                  <a:prstClr val="black"/>
                </a:solidFill>
                <a:latin typeface="American Typewriter" panose="02090604020004020304" pitchFamily="18" charset="77"/>
              </a:rPr>
              <a:t>5. những giải pháp hiệu quả</a:t>
            </a:r>
          </a:p>
          <a:p>
            <a:pPr algn="just">
              <a:lnSpc>
                <a:spcPct val="150000"/>
              </a:lnSpc>
              <a:spcBef>
                <a:spcPts val="600"/>
              </a:spcBef>
              <a:spcAft>
                <a:spcPts val="600"/>
              </a:spcAft>
            </a:pPr>
            <a:r>
              <a:rPr lang="en-US" sz="4500" b="1">
                <a:solidFill>
                  <a:srgbClr val="00B0F0"/>
                </a:solidFill>
                <a:latin typeface="American Typewriter" panose="02090604020004020304" pitchFamily="18" charset="77"/>
              </a:rPr>
              <a:t>→ </a:t>
            </a:r>
            <a:r>
              <a:rPr lang="en-US" sz="4500" b="1">
                <a:solidFill>
                  <a:srgbClr val="FF85FF"/>
                </a:solidFill>
                <a:latin typeface="American Typewriter" panose="02090604020004020304" pitchFamily="18" charset="77"/>
              </a:rPr>
              <a:t>effective</a:t>
            </a:r>
            <a:r>
              <a:rPr lang="en-US" sz="4500" b="1">
                <a:solidFill>
                  <a:srgbClr val="00B0F0"/>
                </a:solidFill>
                <a:latin typeface="American Typewriter" panose="02090604020004020304" pitchFamily="18" charset="77"/>
              </a:rPr>
              <a:t> solutions/ </a:t>
            </a:r>
            <a:r>
              <a:rPr lang="en-US" sz="4500" b="1">
                <a:solidFill>
                  <a:srgbClr val="FF85FF"/>
                </a:solidFill>
                <a:latin typeface="American Typewriter" panose="02090604020004020304" pitchFamily="18" charset="77"/>
              </a:rPr>
              <a:t>effective </a:t>
            </a:r>
            <a:r>
              <a:rPr lang="en-US" sz="4500" b="1">
                <a:solidFill>
                  <a:srgbClr val="00B0F0"/>
                </a:solidFill>
                <a:latin typeface="American Typewriter" panose="02090604020004020304" pitchFamily="18" charset="77"/>
              </a:rPr>
              <a:t>measures</a:t>
            </a:r>
          </a:p>
          <a:p>
            <a:pPr algn="just">
              <a:lnSpc>
                <a:spcPct val="150000"/>
              </a:lnSpc>
              <a:spcBef>
                <a:spcPts val="600"/>
              </a:spcBef>
              <a:spcAft>
                <a:spcPts val="600"/>
              </a:spcAft>
            </a:pPr>
            <a:r>
              <a:rPr lang="en-US" sz="4500" b="1">
                <a:solidFill>
                  <a:prstClr val="black"/>
                </a:solidFill>
                <a:latin typeface="American Typewriter" panose="02090604020004020304" pitchFamily="18" charset="77"/>
              </a:rPr>
              <a:t>6</a:t>
            </a:r>
            <a:r>
              <a:rPr kumimoji="0" lang="en-US" sz="4500" b="1" i="0" u="none" strike="noStrike" kern="1200" cap="none" spc="0" normalizeH="0" baseline="0" noProof="0">
                <a:ln>
                  <a:noFill/>
                </a:ln>
                <a:solidFill>
                  <a:prstClr val="black"/>
                </a:solidFill>
                <a:effectLst/>
                <a:uLnTx/>
                <a:uFillTx/>
                <a:latin typeface="American Typewriter" panose="02090604020004020304" pitchFamily="18" charset="77"/>
              </a:rPr>
              <a:t>. </a:t>
            </a:r>
            <a:r>
              <a:rPr lang="vi-VN" sz="4500" b="1">
                <a:solidFill>
                  <a:prstClr val="black"/>
                </a:solidFill>
                <a:latin typeface="American Typewriter" panose="02090604020004020304" pitchFamily="18" charset="77"/>
              </a:rPr>
              <a:t>giá cả phải chăng</a:t>
            </a:r>
            <a:endParaRPr kumimoji="0" lang="en-US" sz="4500" b="1" i="0" u="none" strike="noStrike" kern="1200" cap="none" spc="0" normalizeH="0" baseline="0" noProof="0">
              <a:ln>
                <a:noFill/>
              </a:ln>
              <a:solidFill>
                <a:prstClr val="black"/>
              </a:solidFill>
              <a:effectLst/>
              <a:uLnTx/>
              <a:uFillTx/>
              <a:latin typeface="American Typewriter" panose="02090604020004020304" pitchFamily="18" charset="77"/>
            </a:endParaRPr>
          </a:p>
          <a:p>
            <a:pPr algn="just">
              <a:lnSpc>
                <a:spcPct val="150000"/>
              </a:lnSpc>
              <a:spcBef>
                <a:spcPts val="600"/>
              </a:spcBef>
              <a:spcAft>
                <a:spcPts val="600"/>
              </a:spcAft>
            </a:pPr>
            <a:r>
              <a:rPr lang="en-US" sz="4500" b="1">
                <a:solidFill>
                  <a:srgbClr val="00B0F0"/>
                </a:solidFill>
                <a:latin typeface="American Typewriter" panose="02090604020004020304" pitchFamily="18" charset="77"/>
              </a:rPr>
              <a:t>→ </a:t>
            </a:r>
            <a:r>
              <a:rPr lang="en-US" sz="4500" b="1">
                <a:solidFill>
                  <a:srgbClr val="FF85FF"/>
                </a:solidFill>
                <a:latin typeface="American Typewriter" panose="02090604020004020304" pitchFamily="18" charset="77"/>
              </a:rPr>
              <a:t>affordable </a:t>
            </a:r>
            <a:r>
              <a:rPr lang="en-US" sz="4500" b="1">
                <a:solidFill>
                  <a:srgbClr val="00B0F0"/>
                </a:solidFill>
                <a:latin typeface="American Typewriter" panose="02090604020004020304" pitchFamily="18" charset="77"/>
              </a:rPr>
              <a:t>prices / </a:t>
            </a:r>
            <a:r>
              <a:rPr lang="en-US" sz="4500" b="1">
                <a:solidFill>
                  <a:srgbClr val="FF85FF"/>
                </a:solidFill>
                <a:latin typeface="American Typewriter" panose="02090604020004020304" pitchFamily="18" charset="77"/>
              </a:rPr>
              <a:t>reasonable</a:t>
            </a:r>
            <a:r>
              <a:rPr lang="en-US" sz="4500" b="1">
                <a:solidFill>
                  <a:srgbClr val="00B0F0"/>
                </a:solidFill>
                <a:latin typeface="American Typewriter" panose="02090604020004020304" pitchFamily="18" charset="77"/>
              </a:rPr>
              <a:t> prices</a:t>
            </a:r>
          </a:p>
        </p:txBody>
      </p:sp>
    </p:spTree>
    <p:extLst>
      <p:ext uri="{BB962C8B-B14F-4D97-AF65-F5344CB8AC3E}">
        <p14:creationId xmlns:p14="http://schemas.microsoft.com/office/powerpoint/2010/main" val="1976849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8">
                                            <p:txEl>
                                              <p:pRg st="4" end="4"/>
                                            </p:txEl>
                                          </p:spTgt>
                                        </p:tgtEl>
                                        <p:attrNameLst>
                                          <p:attrName>style.visibility</p:attrName>
                                        </p:attrNameLst>
                                      </p:cBhvr>
                                      <p:to>
                                        <p:strVal val="visible"/>
                                      </p:to>
                                    </p:set>
                                    <p:anim calcmode="lin" valueType="num">
                                      <p:cBhvr additive="base">
                                        <p:cTn id="31" dur="500" fill="hold"/>
                                        <p:tgtEl>
                                          <p:spTgt spid="9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8">
                                            <p:txEl>
                                              <p:pRg st="5" end="5"/>
                                            </p:txEl>
                                          </p:spTgt>
                                        </p:tgtEl>
                                        <p:attrNameLst>
                                          <p:attrName>style.visibility</p:attrName>
                                        </p:attrNameLst>
                                      </p:cBhvr>
                                      <p:to>
                                        <p:strVal val="visible"/>
                                      </p:to>
                                    </p:set>
                                    <p:anim calcmode="lin" valueType="num">
                                      <p:cBhvr additive="base">
                                        <p:cTn id="37" dur="500" fill="hold"/>
                                        <p:tgtEl>
                                          <p:spTgt spid="9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8">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2107B-8CD5-FAC5-9191-C16E46D1BC9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F2D712B-91C0-0B38-AE5C-29D4F988C85A}"/>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BD100FE3-E5E2-A1EB-4BDF-298F70A2E22B}"/>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019B82C9-AC5C-E1FC-95EE-96CBA69778C8}"/>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 name="Group 5">
            <a:extLst>
              <a:ext uri="{FF2B5EF4-FFF2-40B4-BE49-F238E27FC236}">
                <a16:creationId xmlns:a16="http://schemas.microsoft.com/office/drawing/2014/main" id="{36909D57-4129-35EC-DF01-2B3D1487F5C5}"/>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4784C056-E31C-178B-4223-CFA21B418FCC}"/>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2A02801D-D2AC-844C-5BB0-F82A3233D48F}"/>
                </a:ext>
              </a:extLst>
            </p:cNvPr>
            <p:cNvSpPr txBox="1"/>
            <p:nvPr/>
          </p:nvSpPr>
          <p:spPr>
            <a:xfrm>
              <a:off x="0" y="-47625"/>
              <a:ext cx="5454346" cy="2751565"/>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05F34B58-D0FE-E9B6-668D-D3CB88643271}"/>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62B688F1-9E89-E640-190C-1CB3539F250B}"/>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15D4B20F-3E34-2AC3-BF63-D4861A1EDE14}"/>
                </a:ext>
              </a:extLst>
            </p:cNvPr>
            <p:cNvSpPr txBox="1"/>
            <p:nvPr/>
          </p:nvSpPr>
          <p:spPr>
            <a:xfrm>
              <a:off x="0" y="-47625"/>
              <a:ext cx="5429786" cy="2704410"/>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EFE04F48-56AA-BD46-4AAD-56E2735B4279}"/>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0AB16102-E01B-D520-8934-5C86FA96D64B}"/>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676AE77D-AC3F-9537-B306-39E3A94848E5}"/>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1D66C62C-58DC-8584-3D40-7D85302B7331}"/>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143AD733-485A-2385-24F9-087CE8081D8E}"/>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4670718D-A006-5408-57A5-492C1EAF2796}"/>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26AE2817-0131-E6F0-91AB-02010397DA6D}"/>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279DEBF6-3C03-EAB8-6758-8CF9F3883000}"/>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5141BBA2-0475-D5F2-EB8D-C2F77C537127}"/>
                </a:ext>
              </a:extLst>
            </p:cNvPr>
            <p:cNvSpPr txBox="1"/>
            <p:nvPr/>
          </p:nvSpPr>
          <p:spPr>
            <a:xfrm>
              <a:off x="0" y="-47625"/>
              <a:ext cx="3961731" cy="2448417"/>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4" name="Freeform 34">
            <a:extLst>
              <a:ext uri="{FF2B5EF4-FFF2-40B4-BE49-F238E27FC236}">
                <a16:creationId xmlns:a16="http://schemas.microsoft.com/office/drawing/2014/main" id="{1AB3CDB3-8538-B7C1-B23D-0CB7718162B0}"/>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5" name="Group 35">
            <a:extLst>
              <a:ext uri="{FF2B5EF4-FFF2-40B4-BE49-F238E27FC236}">
                <a16:creationId xmlns:a16="http://schemas.microsoft.com/office/drawing/2014/main" id="{537C9F68-22C9-8E61-1841-F7D783BA4E72}"/>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11E42A5F-2DEF-0FBB-F99F-0A51236A3102}"/>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B58BA6DF-EC6D-4E4E-B4D0-ADC6B8AC7EF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Box 38">
                <a:extLst>
                  <a:ext uri="{FF2B5EF4-FFF2-40B4-BE49-F238E27FC236}">
                    <a16:creationId xmlns:a16="http://schemas.microsoft.com/office/drawing/2014/main" id="{B28E8459-BBCE-AF93-5859-09832C435786}"/>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9" name="Group 39">
              <a:extLst>
                <a:ext uri="{FF2B5EF4-FFF2-40B4-BE49-F238E27FC236}">
                  <a16:creationId xmlns:a16="http://schemas.microsoft.com/office/drawing/2014/main" id="{C7E026C1-8F3A-CB9E-B9E2-0FFFAF2AF022}"/>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04607AEE-D21E-A5BC-7513-EEF7BCF8777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Box 41">
                <a:extLst>
                  <a:ext uri="{FF2B5EF4-FFF2-40B4-BE49-F238E27FC236}">
                    <a16:creationId xmlns:a16="http://schemas.microsoft.com/office/drawing/2014/main" id="{335576D1-8114-D31D-D60F-4D078577351D}"/>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2" name="Group 42">
              <a:extLst>
                <a:ext uri="{FF2B5EF4-FFF2-40B4-BE49-F238E27FC236}">
                  <a16:creationId xmlns:a16="http://schemas.microsoft.com/office/drawing/2014/main" id="{92AD17B8-C8C9-0919-C0C4-079BB3EB9C72}"/>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3820C8AE-A6B7-E52F-AC48-E1B1B6CA7E1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Box 44">
                <a:extLst>
                  <a:ext uri="{FF2B5EF4-FFF2-40B4-BE49-F238E27FC236}">
                    <a16:creationId xmlns:a16="http://schemas.microsoft.com/office/drawing/2014/main" id="{EFB108E4-5857-0F0F-BA90-D57686F50DA2}"/>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5" name="Group 45">
              <a:extLst>
                <a:ext uri="{FF2B5EF4-FFF2-40B4-BE49-F238E27FC236}">
                  <a16:creationId xmlns:a16="http://schemas.microsoft.com/office/drawing/2014/main" id="{0BEC7214-ED22-790C-399D-8A0F9920D9F2}"/>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93E81B40-0D9B-856F-57A1-8F1E293A1DA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Box 47">
                <a:extLst>
                  <a:ext uri="{FF2B5EF4-FFF2-40B4-BE49-F238E27FC236}">
                    <a16:creationId xmlns:a16="http://schemas.microsoft.com/office/drawing/2014/main" id="{7E19EE4B-99FD-71DF-CA0E-0A812AF94965}"/>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8" name="Group 48">
              <a:extLst>
                <a:ext uri="{FF2B5EF4-FFF2-40B4-BE49-F238E27FC236}">
                  <a16:creationId xmlns:a16="http://schemas.microsoft.com/office/drawing/2014/main" id="{053B120D-DC51-A142-8886-C77BCDC66DC2}"/>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AE5E3A79-8BB4-D738-9DF4-5D1BF281BA1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Box 50">
                <a:extLst>
                  <a:ext uri="{FF2B5EF4-FFF2-40B4-BE49-F238E27FC236}">
                    <a16:creationId xmlns:a16="http://schemas.microsoft.com/office/drawing/2014/main" id="{562BB10C-141E-39F7-BF9F-B89960B0B0A4}"/>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51" name="Freeform 51">
            <a:extLst>
              <a:ext uri="{FF2B5EF4-FFF2-40B4-BE49-F238E27FC236}">
                <a16:creationId xmlns:a16="http://schemas.microsoft.com/office/drawing/2014/main" id="{6B087B40-323E-D242-75BB-1B37B34878F2}"/>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2" name="Group 52">
            <a:extLst>
              <a:ext uri="{FF2B5EF4-FFF2-40B4-BE49-F238E27FC236}">
                <a16:creationId xmlns:a16="http://schemas.microsoft.com/office/drawing/2014/main" id="{ECD210C6-277A-0EB9-0838-6725A57E7002}"/>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2D3CEE77-5419-8950-8E27-1008509D69DB}"/>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9CD19CD8-0E16-8F85-F5C4-5C376D0C5A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2FFA930B-00B0-67FA-A2FA-92E7ABC4B3F9}"/>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7B1CB716-16C0-9B57-6C46-3C8614567350}"/>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4BAFCCC1-1E92-7DDC-F98E-E67DC3E6491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476EF965-7E5D-BC3C-FA9B-818F455CB1CE}"/>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85E88204-CF41-A9BA-5A72-465D88F7A25A}"/>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6A265DA9-ADE6-EFBA-B584-421C616F0FD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79EE1DD5-1D66-2C49-221A-A56D9B1688A1}"/>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E1CAFEA4-4E8C-DAB3-5DCA-478683445C8B}"/>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6A2B4061-69E6-CF71-42E8-E1600AAD8A2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314C35E2-CD49-D19A-E81F-9152904AE086}"/>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5" name="Group 65">
              <a:extLst>
                <a:ext uri="{FF2B5EF4-FFF2-40B4-BE49-F238E27FC236}">
                  <a16:creationId xmlns:a16="http://schemas.microsoft.com/office/drawing/2014/main" id="{7D6F8F62-EA2E-A58F-A0A0-D9DDA169965E}"/>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DC87EE03-CA00-4E2B-F18B-DFB5186CAB3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Box 67">
                <a:extLst>
                  <a:ext uri="{FF2B5EF4-FFF2-40B4-BE49-F238E27FC236}">
                    <a16:creationId xmlns:a16="http://schemas.microsoft.com/office/drawing/2014/main" id="{2A26A114-FED1-1D6B-91FB-6F75829FC418}"/>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68" name="Group 68">
            <a:extLst>
              <a:ext uri="{FF2B5EF4-FFF2-40B4-BE49-F238E27FC236}">
                <a16:creationId xmlns:a16="http://schemas.microsoft.com/office/drawing/2014/main" id="{ED4AD572-2740-E579-6D82-61FFEE02DD4D}"/>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DB4A92B6-3A48-854E-95E0-4E2426908CEB}"/>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644A039C-B7E7-BD54-81CC-E6A538A934B5}"/>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Box 71">
                <a:extLst>
                  <a:ext uri="{FF2B5EF4-FFF2-40B4-BE49-F238E27FC236}">
                    <a16:creationId xmlns:a16="http://schemas.microsoft.com/office/drawing/2014/main" id="{ABDE6205-2CD2-AB8C-78F4-098D200452C9}"/>
                  </a:ext>
                </a:extLst>
              </p:cNvPr>
              <p:cNvSpPr txBox="1"/>
              <p:nvPr/>
            </p:nvSpPr>
            <p:spPr>
              <a:xfrm>
                <a:off x="0" y="-47625"/>
                <a:ext cx="458420"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2" name="Group 72">
              <a:extLst>
                <a:ext uri="{FF2B5EF4-FFF2-40B4-BE49-F238E27FC236}">
                  <a16:creationId xmlns:a16="http://schemas.microsoft.com/office/drawing/2014/main" id="{FA2340AC-E8B2-F3A5-9F9C-10BE3050DDA3}"/>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99BD8766-0534-43C2-7A08-C8B509AFB887}"/>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TextBox 74">
                <a:extLst>
                  <a:ext uri="{FF2B5EF4-FFF2-40B4-BE49-F238E27FC236}">
                    <a16:creationId xmlns:a16="http://schemas.microsoft.com/office/drawing/2014/main" id="{A3CF90D6-6995-1A44-B8CB-598BFA2271A8}"/>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5" name="Group 75">
              <a:extLst>
                <a:ext uri="{FF2B5EF4-FFF2-40B4-BE49-F238E27FC236}">
                  <a16:creationId xmlns:a16="http://schemas.microsoft.com/office/drawing/2014/main" id="{8DE1A75E-09FA-6568-41FC-691596A01901}"/>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63A06972-1F04-B78B-CB9F-9BAFE61603A9}"/>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7" name="TextBox 77">
                <a:extLst>
                  <a:ext uri="{FF2B5EF4-FFF2-40B4-BE49-F238E27FC236}">
                    <a16:creationId xmlns:a16="http://schemas.microsoft.com/office/drawing/2014/main" id="{4CE32439-4CED-4D05-9385-B8F41DFADE86}"/>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8" name="Group 78">
              <a:extLst>
                <a:ext uri="{FF2B5EF4-FFF2-40B4-BE49-F238E27FC236}">
                  <a16:creationId xmlns:a16="http://schemas.microsoft.com/office/drawing/2014/main" id="{2B9AC26E-19BD-EA8C-6BAA-ABDC9686A918}"/>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D9792A0E-4902-7A17-05B5-8EA362841753}"/>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Box 80">
                <a:extLst>
                  <a:ext uri="{FF2B5EF4-FFF2-40B4-BE49-F238E27FC236}">
                    <a16:creationId xmlns:a16="http://schemas.microsoft.com/office/drawing/2014/main" id="{80F27F51-F592-1C99-376E-4596028BE998}"/>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1" name="Group 81">
              <a:extLst>
                <a:ext uri="{FF2B5EF4-FFF2-40B4-BE49-F238E27FC236}">
                  <a16:creationId xmlns:a16="http://schemas.microsoft.com/office/drawing/2014/main" id="{0A48003B-25C6-9C35-93CF-C48438DB3139}"/>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A986C0E5-5C8C-407A-7369-52ECC150B8CE}"/>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3" name="TextBox 83">
                <a:extLst>
                  <a:ext uri="{FF2B5EF4-FFF2-40B4-BE49-F238E27FC236}">
                    <a16:creationId xmlns:a16="http://schemas.microsoft.com/office/drawing/2014/main" id="{7FBCFDAE-E93B-6EE6-FD91-CC1930787D51}"/>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84" name="Freeform 84">
            <a:extLst>
              <a:ext uri="{FF2B5EF4-FFF2-40B4-BE49-F238E27FC236}">
                <a16:creationId xmlns:a16="http://schemas.microsoft.com/office/drawing/2014/main" id="{E750C45F-DBB8-D538-5D75-2827E389D91D}"/>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58841621-90FC-1BCA-5F0D-8DC82F839D2F}"/>
              </a:ext>
            </a:extLst>
          </p:cNvPr>
          <p:cNvSpPr txBox="1"/>
          <p:nvPr/>
        </p:nvSpPr>
        <p:spPr>
          <a:xfrm>
            <a:off x="1440926" y="1080459"/>
            <a:ext cx="16113592" cy="8101641"/>
          </a:xfrm>
          <a:prstGeom prst="rect">
            <a:avLst/>
          </a:prstGeom>
          <a:noFill/>
        </p:spPr>
        <p:txBody>
          <a:bodyPr wrap="square">
            <a:spAutoFit/>
          </a:bodyPr>
          <a:lstStyle/>
          <a:p>
            <a:pPr algn="just">
              <a:lnSpc>
                <a:spcPct val="150000"/>
              </a:lnSpc>
              <a:spcBef>
                <a:spcPts val="400"/>
              </a:spcBef>
              <a:spcAft>
                <a:spcPts val="400"/>
              </a:spcAft>
            </a:pPr>
            <a:r>
              <a:rPr lang="en-US" sz="4000" b="1" noProof="0">
                <a:solidFill>
                  <a:prstClr val="black"/>
                </a:solidFill>
                <a:latin typeface="American Typewriter" panose="02090604020004020304" pitchFamily="18" charset="77"/>
              </a:rPr>
              <a:t>7</a:t>
            </a:r>
            <a:r>
              <a:rPr kumimoji="0" lang="en-US" sz="4000" b="1" i="0" u="none" strike="noStrike" kern="1200" cap="none" spc="0" normalizeH="0" baseline="0" noProof="0">
                <a:ln>
                  <a:noFill/>
                </a:ln>
                <a:solidFill>
                  <a:prstClr val="black"/>
                </a:solidFill>
                <a:effectLst/>
                <a:uLnTx/>
                <a:uFillTx/>
                <a:latin typeface="American Typewriter" panose="02090604020004020304" pitchFamily="18" charset="77"/>
              </a:rPr>
              <a:t>. </a:t>
            </a:r>
            <a:r>
              <a:rPr lang="vi-VN" sz="4000" b="1">
                <a:solidFill>
                  <a:prstClr val="black"/>
                </a:solidFill>
                <a:latin typeface="American Typewriter" panose="02090604020004020304" pitchFamily="18" charset="77"/>
              </a:rPr>
              <a:t>một tác động tiêu cực</a:t>
            </a:r>
            <a:endParaRPr kumimoji="0" lang="en-US" sz="4000" b="1" i="0" u="none" strike="noStrike" kern="1200" cap="none" spc="0" normalizeH="0" baseline="0" noProof="0">
              <a:ln>
                <a:noFill/>
              </a:ln>
              <a:solidFill>
                <a:prstClr val="black"/>
              </a:solidFill>
              <a:effectLst/>
              <a:uLnTx/>
              <a:uFillTx/>
              <a:latin typeface="American Typewriter" panose="02090604020004020304" pitchFamily="18" charset="77"/>
            </a:endParaRPr>
          </a:p>
          <a:p>
            <a:pPr algn="just">
              <a:lnSpc>
                <a:spcPct val="150000"/>
              </a:lnSpc>
              <a:spcBef>
                <a:spcPts val="400"/>
              </a:spcBef>
              <a:spcAft>
                <a:spcPts val="400"/>
              </a:spcAft>
            </a:pPr>
            <a:r>
              <a:rPr lang="en-US" sz="4000" b="1">
                <a:solidFill>
                  <a:srgbClr val="00B0F0"/>
                </a:solidFill>
                <a:latin typeface="American Typewriter" panose="02090604020004020304" pitchFamily="18" charset="77"/>
              </a:rPr>
              <a:t>→ a </a:t>
            </a:r>
            <a:r>
              <a:rPr lang="en-US" sz="4000" b="1">
                <a:solidFill>
                  <a:srgbClr val="FF85FF"/>
                </a:solidFill>
                <a:latin typeface="American Typewriter" panose="02090604020004020304" pitchFamily="18" charset="77"/>
              </a:rPr>
              <a:t>negative</a:t>
            </a:r>
            <a:r>
              <a:rPr lang="en-US" sz="4000" b="1">
                <a:solidFill>
                  <a:srgbClr val="00B0F0"/>
                </a:solidFill>
                <a:latin typeface="American Typewriter" panose="02090604020004020304" pitchFamily="18" charset="77"/>
              </a:rPr>
              <a:t> impact / a </a:t>
            </a:r>
            <a:r>
              <a:rPr lang="en-US" sz="4000" b="1">
                <a:solidFill>
                  <a:srgbClr val="FF85FF"/>
                </a:solidFill>
                <a:latin typeface="American Typewriter" panose="02090604020004020304" pitchFamily="18" charset="77"/>
              </a:rPr>
              <a:t>negative</a:t>
            </a:r>
            <a:r>
              <a:rPr lang="en-US" sz="4000" b="1">
                <a:solidFill>
                  <a:srgbClr val="00B0F0"/>
                </a:solidFill>
                <a:latin typeface="American Typewriter" panose="02090604020004020304" pitchFamily="18" charset="77"/>
              </a:rPr>
              <a:t> effect / a </a:t>
            </a:r>
            <a:r>
              <a:rPr lang="en-US" sz="4000" b="1">
                <a:solidFill>
                  <a:srgbClr val="FF85FF"/>
                </a:solidFill>
                <a:latin typeface="American Typewriter" panose="02090604020004020304" pitchFamily="18" charset="77"/>
              </a:rPr>
              <a:t>negative</a:t>
            </a:r>
            <a:r>
              <a:rPr lang="en-US" sz="4000" b="1">
                <a:solidFill>
                  <a:srgbClr val="00B0F0"/>
                </a:solidFill>
                <a:latin typeface="American Typewriter" panose="02090604020004020304" pitchFamily="18" charset="77"/>
              </a:rPr>
              <a:t> influence</a:t>
            </a:r>
            <a:endParaRPr kumimoji="0" lang="en-US" sz="4000" b="1" i="0" u="none" strike="noStrike" kern="1200" cap="none" spc="0" normalizeH="0" baseline="0" noProof="0">
              <a:ln>
                <a:noFill/>
              </a:ln>
              <a:solidFill>
                <a:srgbClr val="00B0F0"/>
              </a:solidFill>
              <a:effectLst/>
              <a:uLnTx/>
              <a:uFillTx/>
              <a:latin typeface="American Typewriter" panose="02090604020004020304" pitchFamily="18" charset="77"/>
            </a:endParaRPr>
          </a:p>
          <a:p>
            <a:pPr algn="just">
              <a:lnSpc>
                <a:spcPct val="150000"/>
              </a:lnSpc>
              <a:spcBef>
                <a:spcPts val="400"/>
              </a:spcBef>
              <a:spcAft>
                <a:spcPts val="400"/>
              </a:spcAft>
            </a:pPr>
            <a:r>
              <a:rPr lang="en-US" sz="4000" b="1">
                <a:solidFill>
                  <a:prstClr val="black"/>
                </a:solidFill>
                <a:latin typeface="American Typewriter" panose="02090604020004020304" pitchFamily="18" charset="77"/>
              </a:rPr>
              <a:t>8. các địa điểm du lịch nổi tiếng</a:t>
            </a:r>
          </a:p>
          <a:p>
            <a:pPr algn="just">
              <a:lnSpc>
                <a:spcPct val="150000"/>
              </a:lnSpc>
              <a:spcBef>
                <a:spcPts val="400"/>
              </a:spcBef>
              <a:spcAft>
                <a:spcPts val="400"/>
              </a:spcAft>
            </a:pPr>
            <a:r>
              <a:rPr lang="en-US" sz="4000" b="1">
                <a:solidFill>
                  <a:srgbClr val="00B0F0"/>
                </a:solidFill>
                <a:latin typeface="American Typewriter" panose="02090604020004020304" pitchFamily="18" charset="77"/>
              </a:rPr>
              <a:t>→ </a:t>
            </a:r>
            <a:r>
              <a:rPr lang="en-US" sz="4000" b="1">
                <a:solidFill>
                  <a:srgbClr val="FF85FF"/>
                </a:solidFill>
                <a:latin typeface="American Typewriter" panose="02090604020004020304" pitchFamily="18" charset="77"/>
              </a:rPr>
              <a:t>famous</a:t>
            </a:r>
            <a:r>
              <a:rPr lang="en-US" sz="4000" b="1">
                <a:solidFill>
                  <a:srgbClr val="00B0F0"/>
                </a:solidFill>
                <a:latin typeface="American Typewriter" panose="02090604020004020304" pitchFamily="18" charset="77"/>
              </a:rPr>
              <a:t> tourist destinations / </a:t>
            </a:r>
            <a:r>
              <a:rPr lang="en-US" sz="4000" b="1">
                <a:solidFill>
                  <a:srgbClr val="FF85FF"/>
                </a:solidFill>
                <a:latin typeface="American Typewriter" panose="02090604020004020304" pitchFamily="18" charset="77"/>
              </a:rPr>
              <a:t>well-known </a:t>
            </a:r>
            <a:r>
              <a:rPr lang="en-US" sz="4000" b="1">
                <a:solidFill>
                  <a:srgbClr val="00B0F0"/>
                </a:solidFill>
                <a:latin typeface="American Typewriter" panose="02090604020004020304" pitchFamily="18" charset="77"/>
              </a:rPr>
              <a:t>tourist sites</a:t>
            </a:r>
          </a:p>
          <a:p>
            <a:pPr algn="just">
              <a:lnSpc>
                <a:spcPct val="150000"/>
              </a:lnSpc>
              <a:spcBef>
                <a:spcPts val="400"/>
              </a:spcBef>
              <a:spcAft>
                <a:spcPts val="400"/>
              </a:spcAft>
            </a:pPr>
            <a:r>
              <a:rPr lang="en-US" sz="4000" b="1" noProof="0">
                <a:solidFill>
                  <a:prstClr val="black"/>
                </a:solidFill>
                <a:latin typeface="American Typewriter" panose="02090604020004020304" pitchFamily="18" charset="77"/>
              </a:rPr>
              <a:t>9</a:t>
            </a:r>
            <a:r>
              <a:rPr kumimoji="0" lang="en-US" sz="4000" b="1" i="0" u="none" strike="noStrike" kern="1200" cap="none" spc="0" normalizeH="0" baseline="0" noProof="0">
                <a:ln>
                  <a:noFill/>
                </a:ln>
                <a:solidFill>
                  <a:prstClr val="black"/>
                </a:solidFill>
                <a:effectLst/>
                <a:uLnTx/>
                <a:uFillTx/>
                <a:latin typeface="American Typewriter" panose="02090604020004020304" pitchFamily="18" charset="77"/>
              </a:rPr>
              <a:t>. </a:t>
            </a:r>
            <a:r>
              <a:rPr lang="vi-VN" sz="4000" b="1">
                <a:solidFill>
                  <a:prstClr val="black"/>
                </a:solidFill>
                <a:latin typeface="American Typewriter" panose="02090604020004020304" pitchFamily="18" charset="77"/>
              </a:rPr>
              <a:t>một kỳ thi quan trọng</a:t>
            </a:r>
            <a:endParaRPr kumimoji="0" lang="en-US" sz="4000" b="1" i="0" u="none" strike="noStrike" kern="1200" cap="none" spc="0" normalizeH="0" baseline="0" noProof="0">
              <a:ln>
                <a:noFill/>
              </a:ln>
              <a:solidFill>
                <a:prstClr val="black"/>
              </a:solidFill>
              <a:effectLst/>
              <a:uLnTx/>
              <a:uFillTx/>
              <a:latin typeface="American Typewriter" panose="02090604020004020304" pitchFamily="18" charset="77"/>
            </a:endParaRPr>
          </a:p>
          <a:p>
            <a:pPr algn="just">
              <a:lnSpc>
                <a:spcPct val="150000"/>
              </a:lnSpc>
              <a:spcBef>
                <a:spcPts val="400"/>
              </a:spcBef>
              <a:spcAft>
                <a:spcPts val="400"/>
              </a:spcAft>
            </a:pPr>
            <a:r>
              <a:rPr lang="en-US" sz="4000" b="1">
                <a:solidFill>
                  <a:srgbClr val="00B0F0"/>
                </a:solidFill>
                <a:latin typeface="American Typewriter" panose="02090604020004020304" pitchFamily="18" charset="77"/>
              </a:rPr>
              <a:t>→ an </a:t>
            </a:r>
            <a:r>
              <a:rPr lang="en-US" sz="4000" b="1">
                <a:solidFill>
                  <a:srgbClr val="FF85FF"/>
                </a:solidFill>
                <a:latin typeface="American Typewriter" panose="02090604020004020304" pitchFamily="18" charset="77"/>
              </a:rPr>
              <a:t>important</a:t>
            </a:r>
            <a:r>
              <a:rPr lang="en-US" sz="4000" b="1">
                <a:solidFill>
                  <a:srgbClr val="00B0F0"/>
                </a:solidFill>
                <a:latin typeface="American Typewriter" panose="02090604020004020304" pitchFamily="18" charset="77"/>
              </a:rPr>
              <a:t> exam</a:t>
            </a:r>
          </a:p>
          <a:p>
            <a:pPr algn="just">
              <a:lnSpc>
                <a:spcPct val="150000"/>
              </a:lnSpc>
              <a:spcBef>
                <a:spcPts val="400"/>
              </a:spcBef>
              <a:spcAft>
                <a:spcPts val="400"/>
              </a:spcAft>
            </a:pPr>
            <a:r>
              <a:rPr lang="en-US" sz="4000" b="1">
                <a:solidFill>
                  <a:prstClr val="black"/>
                </a:solidFill>
                <a:latin typeface="American Typewriter" panose="02090604020004020304" pitchFamily="18" charset="77"/>
              </a:rPr>
              <a:t>10. </a:t>
            </a:r>
            <a:r>
              <a:rPr lang="vi-VN" sz="4000" b="1">
                <a:solidFill>
                  <a:prstClr val="black"/>
                </a:solidFill>
                <a:latin typeface="American Typewriter" panose="02090604020004020304" pitchFamily="18" charset="77"/>
              </a:rPr>
              <a:t>một bầu không khí ấm cúng</a:t>
            </a:r>
            <a:endParaRPr lang="en-US" sz="4000" b="1">
              <a:solidFill>
                <a:prstClr val="black"/>
              </a:solidFill>
              <a:latin typeface="American Typewriter" panose="02090604020004020304" pitchFamily="18" charset="77"/>
            </a:endParaRPr>
          </a:p>
          <a:p>
            <a:pPr algn="just">
              <a:lnSpc>
                <a:spcPct val="150000"/>
              </a:lnSpc>
              <a:spcBef>
                <a:spcPts val="400"/>
              </a:spcBef>
              <a:spcAft>
                <a:spcPts val="400"/>
              </a:spcAft>
            </a:pPr>
            <a:r>
              <a:rPr lang="en-US" sz="4000" b="1">
                <a:solidFill>
                  <a:srgbClr val="00B0F0"/>
                </a:solidFill>
                <a:latin typeface="American Typewriter" panose="02090604020004020304" pitchFamily="18" charset="77"/>
              </a:rPr>
              <a:t>→ a </a:t>
            </a:r>
            <a:r>
              <a:rPr lang="en-US" sz="4000" b="1">
                <a:solidFill>
                  <a:srgbClr val="FF85FF"/>
                </a:solidFill>
                <a:latin typeface="American Typewriter" panose="02090604020004020304" pitchFamily="18" charset="77"/>
              </a:rPr>
              <a:t>cozy</a:t>
            </a:r>
            <a:r>
              <a:rPr lang="en-US" sz="4000" b="1">
                <a:solidFill>
                  <a:srgbClr val="00B0F0"/>
                </a:solidFill>
                <a:latin typeface="American Typewriter" panose="02090604020004020304" pitchFamily="18" charset="77"/>
              </a:rPr>
              <a:t> atmosphere</a:t>
            </a:r>
          </a:p>
        </p:txBody>
      </p:sp>
    </p:spTree>
    <p:extLst>
      <p:ext uri="{BB962C8B-B14F-4D97-AF65-F5344CB8AC3E}">
        <p14:creationId xmlns:p14="http://schemas.microsoft.com/office/powerpoint/2010/main" val="350490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8">
                                            <p:txEl>
                                              <p:pRg st="4" end="4"/>
                                            </p:txEl>
                                          </p:spTgt>
                                        </p:tgtEl>
                                        <p:attrNameLst>
                                          <p:attrName>style.visibility</p:attrName>
                                        </p:attrNameLst>
                                      </p:cBhvr>
                                      <p:to>
                                        <p:strVal val="visible"/>
                                      </p:to>
                                    </p:set>
                                    <p:anim calcmode="lin" valueType="num">
                                      <p:cBhvr additive="base">
                                        <p:cTn id="31" dur="500" fill="hold"/>
                                        <p:tgtEl>
                                          <p:spTgt spid="9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8">
                                            <p:txEl>
                                              <p:pRg st="5" end="5"/>
                                            </p:txEl>
                                          </p:spTgt>
                                        </p:tgtEl>
                                        <p:attrNameLst>
                                          <p:attrName>style.visibility</p:attrName>
                                        </p:attrNameLst>
                                      </p:cBhvr>
                                      <p:to>
                                        <p:strVal val="visible"/>
                                      </p:to>
                                    </p:set>
                                    <p:anim calcmode="lin" valueType="num">
                                      <p:cBhvr additive="base">
                                        <p:cTn id="37" dur="500" fill="hold"/>
                                        <p:tgtEl>
                                          <p:spTgt spid="9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8">
                                            <p:txEl>
                                              <p:pRg st="6" end="6"/>
                                            </p:txEl>
                                          </p:spTgt>
                                        </p:tgtEl>
                                        <p:attrNameLst>
                                          <p:attrName>style.visibility</p:attrName>
                                        </p:attrNameLst>
                                      </p:cBhvr>
                                      <p:to>
                                        <p:strVal val="visible"/>
                                      </p:to>
                                    </p:set>
                                    <p:anim calcmode="lin" valueType="num">
                                      <p:cBhvr additive="base">
                                        <p:cTn id="43" dur="500" fill="hold"/>
                                        <p:tgtEl>
                                          <p:spTgt spid="98">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98">
                                            <p:txEl>
                                              <p:pRg st="7" end="7"/>
                                            </p:txEl>
                                          </p:spTgt>
                                        </p:tgtEl>
                                        <p:attrNameLst>
                                          <p:attrName>style.visibility</p:attrName>
                                        </p:attrNameLst>
                                      </p:cBhvr>
                                      <p:to>
                                        <p:strVal val="visible"/>
                                      </p:to>
                                    </p:set>
                                    <p:anim calcmode="lin" valueType="num">
                                      <p:cBhvr additive="base">
                                        <p:cTn id="49" dur="500" fill="hold"/>
                                        <p:tgtEl>
                                          <p:spTgt spid="98">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98">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78BB4-D3D4-D8C9-2E64-202C1AC4916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3FAB810-F33D-03D8-96A4-028BFFC38C64}"/>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63911CD4-9FFC-846A-8F0D-56B451A4A3C9}"/>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78FADAEE-D53E-69B6-B6B7-22F21D303A46}"/>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 name="Group 5">
            <a:extLst>
              <a:ext uri="{FF2B5EF4-FFF2-40B4-BE49-F238E27FC236}">
                <a16:creationId xmlns:a16="http://schemas.microsoft.com/office/drawing/2014/main" id="{C76DA6FD-1F2C-2552-E566-91D87363759A}"/>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54DC2F8C-8C97-CC13-A52E-27A35C423CE3}"/>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1B3FB8E9-2648-BD37-6B8B-E8698E3987AF}"/>
                </a:ext>
              </a:extLst>
            </p:cNvPr>
            <p:cNvSpPr txBox="1"/>
            <p:nvPr/>
          </p:nvSpPr>
          <p:spPr>
            <a:xfrm>
              <a:off x="0" y="-47625"/>
              <a:ext cx="5454346" cy="2751565"/>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184BB1E9-A337-B694-72DA-A70F77E588B2}"/>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219A71F2-2594-EB41-9E87-D00D9AD8B9AA}"/>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61423E6D-58D3-445F-77DB-1B5857EE3176}"/>
                </a:ext>
              </a:extLst>
            </p:cNvPr>
            <p:cNvSpPr txBox="1"/>
            <p:nvPr/>
          </p:nvSpPr>
          <p:spPr>
            <a:xfrm>
              <a:off x="0" y="-47625"/>
              <a:ext cx="5429786" cy="2704410"/>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DB5A2A48-4853-B214-3283-489F1625E814}"/>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9F6D0626-ABBB-6859-0921-6D2FD9DBAA04}"/>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C26C8A72-977B-7859-2D5D-97B0D3C1F274}"/>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60A57B80-704B-D24A-947E-B39122BF5E73}"/>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3AEAE01C-8D6F-4BEF-1C4B-CDF8D18B7FC4}"/>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D619D874-E772-6515-4D25-92AC8FE6B383}"/>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B0BDD737-71D1-71C3-0443-02C8658BB9CD}"/>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4566C14B-3D1A-2942-32C5-87B4348C4EED}"/>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F89C327F-CCF2-94C7-C288-03488FFE7730}"/>
                </a:ext>
              </a:extLst>
            </p:cNvPr>
            <p:cNvSpPr txBox="1"/>
            <p:nvPr/>
          </p:nvSpPr>
          <p:spPr>
            <a:xfrm>
              <a:off x="0" y="-47625"/>
              <a:ext cx="3961731" cy="2448417"/>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4" name="Freeform 34">
            <a:extLst>
              <a:ext uri="{FF2B5EF4-FFF2-40B4-BE49-F238E27FC236}">
                <a16:creationId xmlns:a16="http://schemas.microsoft.com/office/drawing/2014/main" id="{DECF620F-401C-EF2D-630D-1C4B350FAFD3}"/>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5" name="Group 35">
            <a:extLst>
              <a:ext uri="{FF2B5EF4-FFF2-40B4-BE49-F238E27FC236}">
                <a16:creationId xmlns:a16="http://schemas.microsoft.com/office/drawing/2014/main" id="{D75746C4-CBB2-E200-8F7E-81D663B5B8DF}"/>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EE6A3BBB-E2BC-0207-2DBD-10454C5AEFEB}"/>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AE72F1D4-642C-705D-E11E-E2B0BAF1DA3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Box 38">
                <a:extLst>
                  <a:ext uri="{FF2B5EF4-FFF2-40B4-BE49-F238E27FC236}">
                    <a16:creationId xmlns:a16="http://schemas.microsoft.com/office/drawing/2014/main" id="{D162F297-078A-3FBB-EBBB-9F0A0C9F7FAE}"/>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9" name="Group 39">
              <a:extLst>
                <a:ext uri="{FF2B5EF4-FFF2-40B4-BE49-F238E27FC236}">
                  <a16:creationId xmlns:a16="http://schemas.microsoft.com/office/drawing/2014/main" id="{D3C03FE3-C61B-76B6-6399-B4E81EF5C785}"/>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028C5476-EE4B-1776-4543-4909ECEA0C8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Box 41">
                <a:extLst>
                  <a:ext uri="{FF2B5EF4-FFF2-40B4-BE49-F238E27FC236}">
                    <a16:creationId xmlns:a16="http://schemas.microsoft.com/office/drawing/2014/main" id="{206ACC2B-72E8-4E1B-2DB3-337C95D9EF63}"/>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2" name="Group 42">
              <a:extLst>
                <a:ext uri="{FF2B5EF4-FFF2-40B4-BE49-F238E27FC236}">
                  <a16:creationId xmlns:a16="http://schemas.microsoft.com/office/drawing/2014/main" id="{DEB906B7-6302-B5A4-79C2-18F8380FEDB7}"/>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4D2AE767-1DAC-0159-51E9-2AFEDDD8AF5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Box 44">
                <a:extLst>
                  <a:ext uri="{FF2B5EF4-FFF2-40B4-BE49-F238E27FC236}">
                    <a16:creationId xmlns:a16="http://schemas.microsoft.com/office/drawing/2014/main" id="{239C149D-A430-30C7-6A37-167BB3FADDFF}"/>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5" name="Group 45">
              <a:extLst>
                <a:ext uri="{FF2B5EF4-FFF2-40B4-BE49-F238E27FC236}">
                  <a16:creationId xmlns:a16="http://schemas.microsoft.com/office/drawing/2014/main" id="{1133D5B4-1FDB-9417-F19D-EA3EDB66AD66}"/>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D6D3FAC5-C7B9-53BC-08AB-823469A8D65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Box 47">
                <a:extLst>
                  <a:ext uri="{FF2B5EF4-FFF2-40B4-BE49-F238E27FC236}">
                    <a16:creationId xmlns:a16="http://schemas.microsoft.com/office/drawing/2014/main" id="{17F8B439-A447-619D-FC83-E1F3BCC88408}"/>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8" name="Group 48">
              <a:extLst>
                <a:ext uri="{FF2B5EF4-FFF2-40B4-BE49-F238E27FC236}">
                  <a16:creationId xmlns:a16="http://schemas.microsoft.com/office/drawing/2014/main" id="{520E33F9-3E93-BC6C-69F3-2ABD2891441D}"/>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D810BE86-C078-0C08-F2AD-879F69FA50A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Box 50">
                <a:extLst>
                  <a:ext uri="{FF2B5EF4-FFF2-40B4-BE49-F238E27FC236}">
                    <a16:creationId xmlns:a16="http://schemas.microsoft.com/office/drawing/2014/main" id="{AA6D050F-8E3D-854B-198E-D5CAD1929050}"/>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51" name="Freeform 51">
            <a:extLst>
              <a:ext uri="{FF2B5EF4-FFF2-40B4-BE49-F238E27FC236}">
                <a16:creationId xmlns:a16="http://schemas.microsoft.com/office/drawing/2014/main" id="{DFE143BE-0B18-CA01-8682-30077C193047}"/>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2" name="Group 52">
            <a:extLst>
              <a:ext uri="{FF2B5EF4-FFF2-40B4-BE49-F238E27FC236}">
                <a16:creationId xmlns:a16="http://schemas.microsoft.com/office/drawing/2014/main" id="{A59C9579-05C4-516C-43BE-54EC999D8CA7}"/>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69444B93-3709-6A2B-9BE3-1934831ACB55}"/>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5E28F861-9F38-ADA0-E7F7-CCFC3C3728C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DED7194A-653C-0663-C95F-31773B43C89F}"/>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BF7DD8BD-6F7C-C709-8141-158B0E45E4FA}"/>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DB5D6CF6-3029-1815-C3E1-632FD1DFC45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BBF9EA4A-7E08-8454-03E0-408EA737DF6E}"/>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387258FC-52FA-1C3E-7812-82A072B7A4FC}"/>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8EDFF36C-A5B8-8ECF-AE28-B1202960086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74156814-0BDE-172B-C08D-A2BA778932DC}"/>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9596B398-00B3-C72D-C8A9-77331D22D062}"/>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33CF8A0E-CF19-8A4E-806C-15F35952627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4A13E249-3F1B-EE73-684D-48A666002B05}"/>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5" name="Group 65">
              <a:extLst>
                <a:ext uri="{FF2B5EF4-FFF2-40B4-BE49-F238E27FC236}">
                  <a16:creationId xmlns:a16="http://schemas.microsoft.com/office/drawing/2014/main" id="{D2DE1293-61EC-8575-D765-C18481CBBE62}"/>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C0D92FCC-856A-5542-D5F3-1EFF52BF45F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Box 67">
                <a:extLst>
                  <a:ext uri="{FF2B5EF4-FFF2-40B4-BE49-F238E27FC236}">
                    <a16:creationId xmlns:a16="http://schemas.microsoft.com/office/drawing/2014/main" id="{B028C506-584E-B652-0DF9-B5142E8820B7}"/>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68" name="Group 68">
            <a:extLst>
              <a:ext uri="{FF2B5EF4-FFF2-40B4-BE49-F238E27FC236}">
                <a16:creationId xmlns:a16="http://schemas.microsoft.com/office/drawing/2014/main" id="{CF30C869-0BAC-61DA-7CE8-1735BA80F085}"/>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4CC7CEE9-70F6-0D36-C0A1-DBD4446C4DBF}"/>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0455B6F4-A09F-6B8C-A623-A1DB0B4BD3E3}"/>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Box 71">
                <a:extLst>
                  <a:ext uri="{FF2B5EF4-FFF2-40B4-BE49-F238E27FC236}">
                    <a16:creationId xmlns:a16="http://schemas.microsoft.com/office/drawing/2014/main" id="{D1D6174D-273C-0DC9-FBA1-C2EC49E3BEEF}"/>
                  </a:ext>
                </a:extLst>
              </p:cNvPr>
              <p:cNvSpPr txBox="1"/>
              <p:nvPr/>
            </p:nvSpPr>
            <p:spPr>
              <a:xfrm>
                <a:off x="0" y="-47625"/>
                <a:ext cx="458420"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2" name="Group 72">
              <a:extLst>
                <a:ext uri="{FF2B5EF4-FFF2-40B4-BE49-F238E27FC236}">
                  <a16:creationId xmlns:a16="http://schemas.microsoft.com/office/drawing/2014/main" id="{15277FA2-FAB9-2680-8768-A9FF8D32CBC5}"/>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AA32B269-3E28-E857-3268-3FAAB42F65D1}"/>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TextBox 74">
                <a:extLst>
                  <a:ext uri="{FF2B5EF4-FFF2-40B4-BE49-F238E27FC236}">
                    <a16:creationId xmlns:a16="http://schemas.microsoft.com/office/drawing/2014/main" id="{E7CC5C5B-C449-BFAF-6A1F-C826D69F50B9}"/>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5" name="Group 75">
              <a:extLst>
                <a:ext uri="{FF2B5EF4-FFF2-40B4-BE49-F238E27FC236}">
                  <a16:creationId xmlns:a16="http://schemas.microsoft.com/office/drawing/2014/main" id="{0BF35940-B44E-C5D3-BCDC-9F517AEAB146}"/>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138A36E7-0433-2B83-AFF1-0B8BEF222517}"/>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7" name="TextBox 77">
                <a:extLst>
                  <a:ext uri="{FF2B5EF4-FFF2-40B4-BE49-F238E27FC236}">
                    <a16:creationId xmlns:a16="http://schemas.microsoft.com/office/drawing/2014/main" id="{569CF533-4B5D-2FC2-9225-2997070E72C3}"/>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8" name="Group 78">
              <a:extLst>
                <a:ext uri="{FF2B5EF4-FFF2-40B4-BE49-F238E27FC236}">
                  <a16:creationId xmlns:a16="http://schemas.microsoft.com/office/drawing/2014/main" id="{1E3DEA25-C204-5D1A-5D42-3BC6C74B1E53}"/>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EE4BC965-ED7C-EDE9-73C8-48407B22CB36}"/>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Box 80">
                <a:extLst>
                  <a:ext uri="{FF2B5EF4-FFF2-40B4-BE49-F238E27FC236}">
                    <a16:creationId xmlns:a16="http://schemas.microsoft.com/office/drawing/2014/main" id="{4094AD6B-ABAC-7980-475A-6BE5B87E41B2}"/>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1" name="Group 81">
              <a:extLst>
                <a:ext uri="{FF2B5EF4-FFF2-40B4-BE49-F238E27FC236}">
                  <a16:creationId xmlns:a16="http://schemas.microsoft.com/office/drawing/2014/main" id="{3BADFCED-73CE-7435-9C78-CE81CEC7F34F}"/>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12D82798-987C-0CE6-8CF2-7E5A2F27A3D8}"/>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3" name="TextBox 83">
                <a:extLst>
                  <a:ext uri="{FF2B5EF4-FFF2-40B4-BE49-F238E27FC236}">
                    <a16:creationId xmlns:a16="http://schemas.microsoft.com/office/drawing/2014/main" id="{CC5B0571-E4C0-21D1-7889-4423D5155C68}"/>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84" name="Freeform 84">
            <a:extLst>
              <a:ext uri="{FF2B5EF4-FFF2-40B4-BE49-F238E27FC236}">
                <a16:creationId xmlns:a16="http://schemas.microsoft.com/office/drawing/2014/main" id="{5E3B07D2-EF6D-12F0-F7EC-FCDA7F673133}"/>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5061B74D-8FB9-4375-404B-CE13C7186FC7}"/>
              </a:ext>
            </a:extLst>
          </p:cNvPr>
          <p:cNvSpPr txBox="1"/>
          <p:nvPr/>
        </p:nvSpPr>
        <p:spPr>
          <a:xfrm>
            <a:off x="1848695" y="1370952"/>
            <a:ext cx="15370090" cy="7387728"/>
          </a:xfrm>
          <a:prstGeom prst="rect">
            <a:avLst/>
          </a:prstGeom>
          <a:noFill/>
        </p:spPr>
        <p:txBody>
          <a:bodyPr wrap="square">
            <a:spAutoFit/>
          </a:bodyPr>
          <a:lstStyle/>
          <a:p>
            <a:pPr algn="just">
              <a:lnSpc>
                <a:spcPct val="150000"/>
              </a:lnSpc>
              <a:defRPr/>
            </a:pPr>
            <a:r>
              <a:rPr lang="en-US" sz="4000" b="1">
                <a:solidFill>
                  <a:srgbClr val="00B050"/>
                </a:solidFill>
                <a:latin typeface="American Typewriter" panose="02090604020004020304" pitchFamily="18" charset="77"/>
              </a:rPr>
              <a:t>Bài tập áp dụng 2: Chuyển các câu sau sang tiếng Anh:</a:t>
            </a:r>
            <a:endParaRPr kumimoji="0" lang="en-US" sz="4000" b="0" i="0" u="none" strike="noStrike" kern="1200" cap="none" spc="0" normalizeH="0" baseline="0" noProof="0">
              <a:ln>
                <a:noFill/>
              </a:ln>
              <a:solidFill>
                <a:srgbClr val="00B050"/>
              </a:solidFill>
              <a:effectLst/>
              <a:uLnTx/>
              <a:uFillTx/>
              <a:latin typeface="American Typewriter" panose="02090604020004020304" pitchFamily="18" charset="77"/>
              <a:ea typeface="+mn-ea"/>
              <a:cs typeface="+mn-cs"/>
            </a:endParaRPr>
          </a:p>
          <a:p>
            <a:pPr algn="just">
              <a:lnSpc>
                <a:spcPct val="150000"/>
              </a:lnSpc>
            </a:pPr>
            <a:r>
              <a:rPr kumimoji="0" lang="en-US" sz="4000" b="1" i="0" u="none" strike="noStrike" kern="1200" cap="none" spc="0" normalizeH="0" baseline="0" noProof="0">
                <a:ln>
                  <a:noFill/>
                </a:ln>
                <a:solidFill>
                  <a:prstClr val="black"/>
                </a:solidFill>
                <a:effectLst/>
                <a:uLnTx/>
                <a:uFillTx/>
                <a:latin typeface="American Typewriter" panose="02090604020004020304" pitchFamily="18" charset="77"/>
                <a:ea typeface="+mn-ea"/>
                <a:cs typeface="+mn-cs"/>
              </a:rPr>
              <a:t>1. </a:t>
            </a:r>
            <a:r>
              <a:rPr lang="vi-VN" sz="4000" b="1">
                <a:solidFill>
                  <a:schemeClr val="accent6"/>
                </a:solidFill>
                <a:latin typeface="American Typewriter" panose="02090604020004020304" pitchFamily="18" charset="77"/>
              </a:rPr>
              <a:t>Thầy cô </a:t>
            </a:r>
            <a:r>
              <a:rPr lang="vi-VN" sz="4000" b="1">
                <a:solidFill>
                  <a:schemeClr val="accent2"/>
                </a:solidFill>
                <a:latin typeface="American Typewriter" panose="02090604020004020304" pitchFamily="18" charset="77"/>
              </a:rPr>
              <a:t>ở đó </a:t>
            </a:r>
            <a:r>
              <a:rPr lang="vi-VN" sz="4000" b="1">
                <a:solidFill>
                  <a:schemeClr val="accent4"/>
                </a:solidFill>
                <a:latin typeface="American Typewriter" panose="02090604020004020304" pitchFamily="18" charset="77"/>
              </a:rPr>
              <a:t>rất thân thiện và nhiệt tình</a:t>
            </a:r>
            <a:r>
              <a:rPr lang="vi-VN" sz="4000" b="1">
                <a:solidFill>
                  <a:prstClr val="black"/>
                </a:solidFill>
                <a:latin typeface="American Typewriter" panose="02090604020004020304" pitchFamily="18" charset="77"/>
              </a:rPr>
              <a:t>, và </a:t>
            </a:r>
            <a:r>
              <a:rPr lang="vi-VN" sz="4000" b="1">
                <a:solidFill>
                  <a:schemeClr val="accent5"/>
                </a:solidFill>
                <a:latin typeface="American Typewriter" panose="02090604020004020304" pitchFamily="18" charset="77"/>
              </a:rPr>
              <a:t>họ luôn giúp đỡ</a:t>
            </a:r>
            <a:r>
              <a:rPr lang="vi-VN" sz="4000" b="1">
                <a:solidFill>
                  <a:prstClr val="black"/>
                </a:solidFill>
                <a:latin typeface="American Typewriter" panose="02090604020004020304" pitchFamily="18" charset="77"/>
              </a:rPr>
              <a:t> </a:t>
            </a:r>
            <a:r>
              <a:rPr lang="vi-VN" sz="4000" b="1">
                <a:solidFill>
                  <a:schemeClr val="accent3"/>
                </a:solidFill>
                <a:latin typeface="American Typewriter" panose="02090604020004020304" pitchFamily="18" charset="77"/>
              </a:rPr>
              <a:t>học sinh yếu</a:t>
            </a:r>
            <a:r>
              <a:rPr lang="vi-VN" sz="4000" b="1">
                <a:solidFill>
                  <a:prstClr val="black"/>
                </a:solidFill>
                <a:latin typeface="American Typewriter" panose="02090604020004020304" pitchFamily="18" charset="77"/>
              </a:rPr>
              <a:t>.</a:t>
            </a:r>
            <a:endParaRPr kumimoji="0" lang="en-US" sz="4000" b="1" i="0" u="none" strike="noStrike" kern="1200" cap="none" spc="0" normalizeH="0" baseline="0" noProof="0">
              <a:ln>
                <a:noFill/>
              </a:ln>
              <a:solidFill>
                <a:prstClr val="black"/>
              </a:solidFill>
              <a:effectLst/>
              <a:uLnTx/>
              <a:uFillTx/>
              <a:latin typeface="American Typewriter" panose="02090604020004020304" pitchFamily="18" charset="77"/>
            </a:endParaRPr>
          </a:p>
          <a:p>
            <a:pPr algn="just">
              <a:lnSpc>
                <a:spcPct val="150000"/>
              </a:lnSpc>
            </a:pPr>
            <a:r>
              <a:rPr lang="en-US" sz="4000" b="1">
                <a:latin typeface="American Typewriter" panose="02090604020004020304" pitchFamily="18" charset="77"/>
              </a:rPr>
              <a:t>→</a:t>
            </a:r>
            <a:r>
              <a:rPr lang="en-US" sz="4000" b="1">
                <a:solidFill>
                  <a:srgbClr val="00B0F0"/>
                </a:solidFill>
                <a:latin typeface="American Typewriter" panose="02090604020004020304" pitchFamily="18" charset="77"/>
              </a:rPr>
              <a:t> </a:t>
            </a:r>
            <a:r>
              <a:rPr lang="en-US" sz="4000" b="1">
                <a:solidFill>
                  <a:schemeClr val="accent6"/>
                </a:solidFill>
                <a:latin typeface="American Typewriter" panose="02090604020004020304" pitchFamily="18" charset="77"/>
              </a:rPr>
              <a:t>The teachers </a:t>
            </a:r>
            <a:r>
              <a:rPr lang="en-US" sz="4000" b="1">
                <a:solidFill>
                  <a:schemeClr val="accent2"/>
                </a:solidFill>
                <a:latin typeface="American Typewriter" panose="02090604020004020304" pitchFamily="18" charset="77"/>
              </a:rPr>
              <a:t>there</a:t>
            </a:r>
            <a:r>
              <a:rPr lang="en-US" sz="4000" b="1">
                <a:solidFill>
                  <a:srgbClr val="00B0F0"/>
                </a:solidFill>
                <a:latin typeface="American Typewriter" panose="02090604020004020304" pitchFamily="18" charset="77"/>
              </a:rPr>
              <a:t> </a:t>
            </a:r>
            <a:r>
              <a:rPr lang="en-US" sz="4000" b="1">
                <a:solidFill>
                  <a:schemeClr val="accent4"/>
                </a:solidFill>
                <a:latin typeface="American Typewriter" panose="02090604020004020304" pitchFamily="18" charset="77"/>
              </a:rPr>
              <a:t>are very friendly and enthusiastic</a:t>
            </a:r>
            <a:r>
              <a:rPr lang="en-US" sz="4000" b="1">
                <a:solidFill>
                  <a:srgbClr val="00B0F0"/>
                </a:solidFill>
                <a:latin typeface="American Typewriter" panose="02090604020004020304" pitchFamily="18" charset="77"/>
              </a:rPr>
              <a:t>, </a:t>
            </a:r>
            <a:r>
              <a:rPr lang="en-US" sz="4000" b="1">
                <a:latin typeface="American Typewriter" panose="02090604020004020304" pitchFamily="18" charset="77"/>
              </a:rPr>
              <a:t>and</a:t>
            </a:r>
            <a:r>
              <a:rPr lang="en-US" sz="4000" b="1">
                <a:solidFill>
                  <a:srgbClr val="00B0F0"/>
                </a:solidFill>
                <a:latin typeface="American Typewriter" panose="02090604020004020304" pitchFamily="18" charset="77"/>
              </a:rPr>
              <a:t> </a:t>
            </a:r>
            <a:r>
              <a:rPr lang="en-US" sz="4000" b="1">
                <a:solidFill>
                  <a:schemeClr val="accent5"/>
                </a:solidFill>
                <a:latin typeface="American Typewriter" panose="02090604020004020304" pitchFamily="18" charset="77"/>
              </a:rPr>
              <a:t>they always help </a:t>
            </a:r>
            <a:r>
              <a:rPr lang="en-US" sz="4000" b="1">
                <a:solidFill>
                  <a:schemeClr val="accent3"/>
                </a:solidFill>
                <a:latin typeface="American Typewriter" panose="02090604020004020304" pitchFamily="18" charset="77"/>
              </a:rPr>
              <a:t>weak students</a:t>
            </a:r>
            <a:r>
              <a:rPr lang="en-US" sz="4000" b="1">
                <a:solidFill>
                  <a:srgbClr val="00B0F0"/>
                </a:solidFill>
                <a:latin typeface="American Typewriter" panose="02090604020004020304" pitchFamily="18" charset="77"/>
              </a:rPr>
              <a:t>.</a:t>
            </a:r>
            <a:endParaRPr kumimoji="0" lang="en-US" sz="4000" b="1" i="0" u="none" strike="noStrike" kern="1200" cap="none" spc="0" normalizeH="0" baseline="0" noProof="0">
              <a:ln>
                <a:noFill/>
              </a:ln>
              <a:solidFill>
                <a:srgbClr val="00B0F0"/>
              </a:solidFill>
              <a:effectLst/>
              <a:uLnTx/>
              <a:uFillTx/>
              <a:latin typeface="American Typewriter" panose="02090604020004020304" pitchFamily="18" charset="77"/>
              <a:ea typeface="+mn-ea"/>
              <a:cs typeface="+mn-cs"/>
            </a:endParaRPr>
          </a:p>
          <a:p>
            <a:pPr algn="just">
              <a:lnSpc>
                <a:spcPct val="150000"/>
              </a:lnSpc>
            </a:pPr>
            <a:r>
              <a:rPr lang="en-US" sz="4000" b="1">
                <a:solidFill>
                  <a:prstClr val="black"/>
                </a:solidFill>
                <a:latin typeface="American Typewriter" panose="02090604020004020304" pitchFamily="18" charset="77"/>
              </a:rPr>
              <a:t>2. </a:t>
            </a:r>
            <a:r>
              <a:rPr lang="en-US" sz="4000" b="1">
                <a:solidFill>
                  <a:schemeClr val="accent2"/>
                </a:solidFill>
                <a:latin typeface="American Typewriter" panose="02090604020004020304" pitchFamily="18" charset="77"/>
              </a:rPr>
              <a:t>Chi phí học tiếng Anh </a:t>
            </a:r>
            <a:r>
              <a:rPr lang="en-US" sz="4000" b="1">
                <a:solidFill>
                  <a:srgbClr val="0070C0"/>
                </a:solidFill>
                <a:latin typeface="American Typewriter" panose="02090604020004020304" pitchFamily="18" charset="77"/>
              </a:rPr>
              <a:t>tại trung tâm này </a:t>
            </a:r>
            <a:r>
              <a:rPr lang="en-US" sz="4000" b="1">
                <a:solidFill>
                  <a:schemeClr val="accent6"/>
                </a:solidFill>
                <a:latin typeface="American Typewriter" panose="02090604020004020304" pitchFamily="18" charset="77"/>
              </a:rPr>
              <a:t>khá hợp lý</a:t>
            </a:r>
            <a:r>
              <a:rPr lang="en-US" sz="4000" b="1">
                <a:solidFill>
                  <a:prstClr val="black"/>
                </a:solidFill>
                <a:latin typeface="American Typewriter" panose="02090604020004020304" pitchFamily="18" charset="77"/>
              </a:rPr>
              <a:t>.</a:t>
            </a:r>
          </a:p>
          <a:p>
            <a:pPr algn="just">
              <a:lnSpc>
                <a:spcPct val="150000"/>
              </a:lnSpc>
            </a:pPr>
            <a:r>
              <a:rPr lang="en-US" sz="4000" b="1">
                <a:latin typeface="American Typewriter" panose="02090604020004020304" pitchFamily="18" charset="77"/>
              </a:rPr>
              <a:t>→ </a:t>
            </a:r>
            <a:r>
              <a:rPr lang="en-US" sz="4000" b="1">
                <a:solidFill>
                  <a:schemeClr val="accent2"/>
                </a:solidFill>
                <a:latin typeface="American Typewriter" panose="02090604020004020304" pitchFamily="18" charset="77"/>
              </a:rPr>
              <a:t>The cost of learning English </a:t>
            </a:r>
            <a:r>
              <a:rPr lang="en-US" sz="4000" b="1">
                <a:solidFill>
                  <a:srgbClr val="0070C0"/>
                </a:solidFill>
                <a:latin typeface="American Typewriter" panose="02090604020004020304" pitchFamily="18" charset="77"/>
              </a:rPr>
              <a:t>at this center </a:t>
            </a:r>
            <a:r>
              <a:rPr lang="en-US" sz="4000" b="1">
                <a:solidFill>
                  <a:schemeClr val="accent6"/>
                </a:solidFill>
                <a:latin typeface="American Typewriter" panose="02090604020004020304" pitchFamily="18" charset="77"/>
              </a:rPr>
              <a:t>is quite reasonable</a:t>
            </a:r>
            <a:r>
              <a:rPr lang="en-US" sz="4000" b="1">
                <a:latin typeface="American Typewriter" panose="02090604020004020304" pitchFamily="18" charset="77"/>
              </a:rPr>
              <a:t>.</a:t>
            </a:r>
          </a:p>
        </p:txBody>
      </p:sp>
    </p:spTree>
    <p:extLst>
      <p:ext uri="{BB962C8B-B14F-4D97-AF65-F5344CB8AC3E}">
        <p14:creationId xmlns:p14="http://schemas.microsoft.com/office/powerpoint/2010/main" val="1623988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8">
                                            <p:txEl>
                                              <p:pRg st="4" end="4"/>
                                            </p:txEl>
                                          </p:spTgt>
                                        </p:tgtEl>
                                        <p:attrNameLst>
                                          <p:attrName>style.visibility</p:attrName>
                                        </p:attrNameLst>
                                      </p:cBhvr>
                                      <p:to>
                                        <p:strVal val="visible"/>
                                      </p:to>
                                    </p:set>
                                    <p:anim calcmode="lin" valueType="num">
                                      <p:cBhvr additive="base">
                                        <p:cTn id="31" dur="500" fill="hold"/>
                                        <p:tgtEl>
                                          <p:spTgt spid="9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8">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9F180-87F5-2A47-D706-C9E179FEDC0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DD43180-1279-5371-951F-770EA4FE6B7A}"/>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6B786BDC-B7F2-52A7-5CA8-05AA1854C709}"/>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998B5F15-6A58-EA09-12A4-2FE4559D9FB5}"/>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 name="Group 5">
            <a:extLst>
              <a:ext uri="{FF2B5EF4-FFF2-40B4-BE49-F238E27FC236}">
                <a16:creationId xmlns:a16="http://schemas.microsoft.com/office/drawing/2014/main" id="{9ACE6BD8-CEEE-26FA-4F35-73F23A7CD3BC}"/>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631C182B-714E-C5A0-CBC7-E619CC9A8591}"/>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23B600D2-A770-163C-266A-B4B90A75AA25}"/>
                </a:ext>
              </a:extLst>
            </p:cNvPr>
            <p:cNvSpPr txBox="1"/>
            <p:nvPr/>
          </p:nvSpPr>
          <p:spPr>
            <a:xfrm>
              <a:off x="0" y="-47625"/>
              <a:ext cx="5454346" cy="2751565"/>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CD5AE456-1396-A328-9873-1D60BBEA9A71}"/>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AA57DCF1-D6B5-0B22-AC2C-A71A0D45EECC}"/>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E14E03C5-DAEB-CB2C-81CD-4C7BD5930AEA}"/>
                </a:ext>
              </a:extLst>
            </p:cNvPr>
            <p:cNvSpPr txBox="1"/>
            <p:nvPr/>
          </p:nvSpPr>
          <p:spPr>
            <a:xfrm>
              <a:off x="0" y="-47625"/>
              <a:ext cx="5429786" cy="2704410"/>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BC2B57BB-86F4-5180-80F1-401E4887DDBE}"/>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B08E958A-7A8B-3AEF-C89B-F0BCBA539AFB}"/>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9376F6E7-9215-12CC-84E3-9478120F44DB}"/>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63F6BD67-4297-706A-7F64-C7E54B4405FD}"/>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6389C75D-25FA-B576-ADC9-6C9A160ECCB7}"/>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9070EA8B-25FF-4A52-AE32-1CC431742F95}"/>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82640A51-AEC2-2C9B-62F7-40F240B19C10}"/>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CF9DE777-28CF-DDDB-989A-06EE4D6FF6FF}"/>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3ADE0AA1-C547-67DB-1996-EDDFCA1FC0AE}"/>
                </a:ext>
              </a:extLst>
            </p:cNvPr>
            <p:cNvSpPr txBox="1"/>
            <p:nvPr/>
          </p:nvSpPr>
          <p:spPr>
            <a:xfrm>
              <a:off x="0" y="-47625"/>
              <a:ext cx="3961731" cy="2448417"/>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4" name="Freeform 34">
            <a:extLst>
              <a:ext uri="{FF2B5EF4-FFF2-40B4-BE49-F238E27FC236}">
                <a16:creationId xmlns:a16="http://schemas.microsoft.com/office/drawing/2014/main" id="{0E0B082C-18D3-36D5-D430-D80D236E928E}"/>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5" name="Group 35">
            <a:extLst>
              <a:ext uri="{FF2B5EF4-FFF2-40B4-BE49-F238E27FC236}">
                <a16:creationId xmlns:a16="http://schemas.microsoft.com/office/drawing/2014/main" id="{590F98F0-E2EF-4F47-D32A-B5D76C33DF8F}"/>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61D549E8-C930-563A-93A7-ECA7714F9757}"/>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71AD6D2C-07CE-E375-1DBF-BE136C7E374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Box 38">
                <a:extLst>
                  <a:ext uri="{FF2B5EF4-FFF2-40B4-BE49-F238E27FC236}">
                    <a16:creationId xmlns:a16="http://schemas.microsoft.com/office/drawing/2014/main" id="{E1150697-1AC0-97C7-751B-9F3497968FED}"/>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9" name="Group 39">
              <a:extLst>
                <a:ext uri="{FF2B5EF4-FFF2-40B4-BE49-F238E27FC236}">
                  <a16:creationId xmlns:a16="http://schemas.microsoft.com/office/drawing/2014/main" id="{E5A59E6B-D014-E066-253B-DCB93DB0A2E2}"/>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8DFF963F-D282-2F2B-F58B-23E52659B5B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Box 41">
                <a:extLst>
                  <a:ext uri="{FF2B5EF4-FFF2-40B4-BE49-F238E27FC236}">
                    <a16:creationId xmlns:a16="http://schemas.microsoft.com/office/drawing/2014/main" id="{13573B9C-9A85-B5FB-5D5A-BC0C5BE93AD0}"/>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2" name="Group 42">
              <a:extLst>
                <a:ext uri="{FF2B5EF4-FFF2-40B4-BE49-F238E27FC236}">
                  <a16:creationId xmlns:a16="http://schemas.microsoft.com/office/drawing/2014/main" id="{07A3BCF1-B098-BF41-459C-61AAC34A7EF8}"/>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9DD64AF2-1147-D7AC-5676-602368BB215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Box 44">
                <a:extLst>
                  <a:ext uri="{FF2B5EF4-FFF2-40B4-BE49-F238E27FC236}">
                    <a16:creationId xmlns:a16="http://schemas.microsoft.com/office/drawing/2014/main" id="{0E33DEEB-673F-896A-C297-132541054554}"/>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5" name="Group 45">
              <a:extLst>
                <a:ext uri="{FF2B5EF4-FFF2-40B4-BE49-F238E27FC236}">
                  <a16:creationId xmlns:a16="http://schemas.microsoft.com/office/drawing/2014/main" id="{D8C2537E-D586-34B2-0143-A046DCA34918}"/>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787F1073-A77C-4007-02AB-09BE48F59F4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Box 47">
                <a:extLst>
                  <a:ext uri="{FF2B5EF4-FFF2-40B4-BE49-F238E27FC236}">
                    <a16:creationId xmlns:a16="http://schemas.microsoft.com/office/drawing/2014/main" id="{E25F2526-6FEC-D2D1-91DC-B9AFDA2A045D}"/>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8" name="Group 48">
              <a:extLst>
                <a:ext uri="{FF2B5EF4-FFF2-40B4-BE49-F238E27FC236}">
                  <a16:creationId xmlns:a16="http://schemas.microsoft.com/office/drawing/2014/main" id="{D0C98BC2-BF96-C18B-BB22-B0506575FD87}"/>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6E828413-3A10-BD2D-2E1D-C13E311C66E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Box 50">
                <a:extLst>
                  <a:ext uri="{FF2B5EF4-FFF2-40B4-BE49-F238E27FC236}">
                    <a16:creationId xmlns:a16="http://schemas.microsoft.com/office/drawing/2014/main" id="{D1979886-1CED-6332-E701-EBCCD10853FB}"/>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51" name="Freeform 51">
            <a:extLst>
              <a:ext uri="{FF2B5EF4-FFF2-40B4-BE49-F238E27FC236}">
                <a16:creationId xmlns:a16="http://schemas.microsoft.com/office/drawing/2014/main" id="{D667042C-CBAF-4AE2-3220-73CD28AF70FD}"/>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2" name="Group 52">
            <a:extLst>
              <a:ext uri="{FF2B5EF4-FFF2-40B4-BE49-F238E27FC236}">
                <a16:creationId xmlns:a16="http://schemas.microsoft.com/office/drawing/2014/main" id="{62080DCC-7153-6A35-F272-454917BB8ED6}"/>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934C99AC-D8D3-F7F1-1850-AF00647CD898}"/>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3295BD26-DADF-B13B-F847-D4B31999B33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824A17F2-FD0F-3482-4637-CC23A51D4460}"/>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669D299F-181A-052E-D61A-2D54656FD355}"/>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25FFB194-5125-9E60-E258-D00855C178C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EC767C5E-75A2-3C05-EE51-FA9BBB287E2C}"/>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61D11324-04D1-FC08-38DA-FA91B75A5548}"/>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019060F1-174B-2F09-39E0-5F594A10BE6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56854F6C-C942-5C98-A571-62C110F98BDE}"/>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5B269B22-AA35-D4BC-180A-348C8E986DFE}"/>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032D3158-E5F8-81BA-C976-A70AF604AF8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2A9FEAD0-A2AA-1B30-125D-F140616683A0}"/>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5" name="Group 65">
              <a:extLst>
                <a:ext uri="{FF2B5EF4-FFF2-40B4-BE49-F238E27FC236}">
                  <a16:creationId xmlns:a16="http://schemas.microsoft.com/office/drawing/2014/main" id="{506515DA-35B3-B8AD-6C6B-BE28CA94B5BB}"/>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0CC35FD1-DB88-9259-C47D-E92A48FE2E7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Box 67">
                <a:extLst>
                  <a:ext uri="{FF2B5EF4-FFF2-40B4-BE49-F238E27FC236}">
                    <a16:creationId xmlns:a16="http://schemas.microsoft.com/office/drawing/2014/main" id="{C3B7B0BF-97B7-BE60-A47C-09C89F6E562A}"/>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68" name="Group 68">
            <a:extLst>
              <a:ext uri="{FF2B5EF4-FFF2-40B4-BE49-F238E27FC236}">
                <a16:creationId xmlns:a16="http://schemas.microsoft.com/office/drawing/2014/main" id="{300D1911-0353-AC72-AAAA-50661BD8A8A5}"/>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997F1D66-932C-3623-C18B-781DC8B66658}"/>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B022C78D-9DD4-5957-B001-A7B298C7307A}"/>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Box 71">
                <a:extLst>
                  <a:ext uri="{FF2B5EF4-FFF2-40B4-BE49-F238E27FC236}">
                    <a16:creationId xmlns:a16="http://schemas.microsoft.com/office/drawing/2014/main" id="{B895DFFD-DA5E-6081-674E-268A55A38A67}"/>
                  </a:ext>
                </a:extLst>
              </p:cNvPr>
              <p:cNvSpPr txBox="1"/>
              <p:nvPr/>
            </p:nvSpPr>
            <p:spPr>
              <a:xfrm>
                <a:off x="0" y="-47625"/>
                <a:ext cx="458420"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2" name="Group 72">
              <a:extLst>
                <a:ext uri="{FF2B5EF4-FFF2-40B4-BE49-F238E27FC236}">
                  <a16:creationId xmlns:a16="http://schemas.microsoft.com/office/drawing/2014/main" id="{FA1DD46B-C144-6E68-A771-192679EB4458}"/>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B0F14ADE-D047-876C-248F-ABE607577627}"/>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TextBox 74">
                <a:extLst>
                  <a:ext uri="{FF2B5EF4-FFF2-40B4-BE49-F238E27FC236}">
                    <a16:creationId xmlns:a16="http://schemas.microsoft.com/office/drawing/2014/main" id="{93FD74BD-A79B-41D9-1164-80504AE85AE6}"/>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5" name="Group 75">
              <a:extLst>
                <a:ext uri="{FF2B5EF4-FFF2-40B4-BE49-F238E27FC236}">
                  <a16:creationId xmlns:a16="http://schemas.microsoft.com/office/drawing/2014/main" id="{38C40854-8B0E-EBB5-43B0-CCDA20C8829F}"/>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5A5422C5-815A-B051-D8B9-5B17C6F6EB11}"/>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7" name="TextBox 77">
                <a:extLst>
                  <a:ext uri="{FF2B5EF4-FFF2-40B4-BE49-F238E27FC236}">
                    <a16:creationId xmlns:a16="http://schemas.microsoft.com/office/drawing/2014/main" id="{81E3B797-7D5A-B2B8-67E3-BAB0751E4006}"/>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8" name="Group 78">
              <a:extLst>
                <a:ext uri="{FF2B5EF4-FFF2-40B4-BE49-F238E27FC236}">
                  <a16:creationId xmlns:a16="http://schemas.microsoft.com/office/drawing/2014/main" id="{BDF21005-8DC3-3C67-67EA-9F8B981CAD35}"/>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AD9A691D-C54F-7584-B2A1-163403ED80C7}"/>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Box 80">
                <a:extLst>
                  <a:ext uri="{FF2B5EF4-FFF2-40B4-BE49-F238E27FC236}">
                    <a16:creationId xmlns:a16="http://schemas.microsoft.com/office/drawing/2014/main" id="{DB64CEC6-10C4-034B-39B6-7DBC3EEA8EEC}"/>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1" name="Group 81">
              <a:extLst>
                <a:ext uri="{FF2B5EF4-FFF2-40B4-BE49-F238E27FC236}">
                  <a16:creationId xmlns:a16="http://schemas.microsoft.com/office/drawing/2014/main" id="{7526843F-560E-C0CA-933E-1C4C96D67D42}"/>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0B29F3C5-E562-EE88-92AC-40E19D44902E}"/>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3" name="TextBox 83">
                <a:extLst>
                  <a:ext uri="{FF2B5EF4-FFF2-40B4-BE49-F238E27FC236}">
                    <a16:creationId xmlns:a16="http://schemas.microsoft.com/office/drawing/2014/main" id="{34E407E1-C97A-5667-4532-6F2B58DEE080}"/>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84" name="Freeform 84">
            <a:extLst>
              <a:ext uri="{FF2B5EF4-FFF2-40B4-BE49-F238E27FC236}">
                <a16:creationId xmlns:a16="http://schemas.microsoft.com/office/drawing/2014/main" id="{AA71BA43-0C00-A130-605B-CC8797ACA9C3}"/>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D6D2632F-6A09-3924-9243-CD6677F415EF}"/>
              </a:ext>
            </a:extLst>
          </p:cNvPr>
          <p:cNvSpPr txBox="1"/>
          <p:nvPr/>
        </p:nvSpPr>
        <p:spPr>
          <a:xfrm>
            <a:off x="1848695" y="1192798"/>
            <a:ext cx="15370090" cy="7900111"/>
          </a:xfrm>
          <a:prstGeom prst="rect">
            <a:avLst/>
          </a:prstGeom>
          <a:noFill/>
        </p:spPr>
        <p:txBody>
          <a:bodyPr wrap="square">
            <a:spAutoFit/>
          </a:bodyPr>
          <a:lstStyle/>
          <a:p>
            <a:pPr algn="just">
              <a:lnSpc>
                <a:spcPct val="150000"/>
              </a:lnSpc>
            </a:pPr>
            <a:r>
              <a:rPr lang="en-US" sz="3800" b="1">
                <a:solidFill>
                  <a:prstClr val="black"/>
                </a:solidFill>
                <a:latin typeface="American Typewriter" panose="02090604020004020304" pitchFamily="18" charset="77"/>
              </a:rPr>
              <a:t>3</a:t>
            </a:r>
            <a:r>
              <a:rPr kumimoji="0" lang="en-US" sz="3800" b="1" i="0" u="none" strike="noStrike" kern="1200" cap="none" spc="0" normalizeH="0" baseline="0" noProof="0">
                <a:ln>
                  <a:noFill/>
                </a:ln>
                <a:solidFill>
                  <a:prstClr val="black"/>
                </a:solidFill>
                <a:effectLst/>
                <a:uLnTx/>
                <a:uFillTx/>
                <a:latin typeface="American Typewriter" panose="02090604020004020304" pitchFamily="18" charset="77"/>
              </a:rPr>
              <a:t>. </a:t>
            </a:r>
            <a:r>
              <a:rPr lang="vi-VN" sz="3800" b="1">
                <a:solidFill>
                  <a:schemeClr val="accent3"/>
                </a:solidFill>
                <a:latin typeface="American Typewriter" panose="02090604020004020304" pitchFamily="18" charset="77"/>
              </a:rPr>
              <a:t>Ăn uống lành mạnh </a:t>
            </a:r>
            <a:r>
              <a:rPr lang="vi-VN" sz="3800" b="1">
                <a:solidFill>
                  <a:schemeClr val="accent6"/>
                </a:solidFill>
                <a:latin typeface="American Typewriter" panose="02090604020004020304" pitchFamily="18" charset="77"/>
              </a:rPr>
              <a:t>rất quan trọng </a:t>
            </a:r>
            <a:r>
              <a:rPr lang="vi-VN" sz="3800" b="1">
                <a:solidFill>
                  <a:schemeClr val="accent2"/>
                </a:solidFill>
                <a:latin typeface="American Typewriter" panose="02090604020004020304" pitchFamily="18" charset="77"/>
              </a:rPr>
              <a:t>để giữ gìn sức khỏe</a:t>
            </a:r>
            <a:r>
              <a:rPr lang="vi-VN" sz="3800" b="1">
                <a:latin typeface="American Typewriter" panose="02090604020004020304" pitchFamily="18" charset="77"/>
              </a:rPr>
              <a:t>.</a:t>
            </a:r>
            <a:br>
              <a:rPr lang="vi-VN" sz="3800" b="1">
                <a:latin typeface="American Typewriter" panose="02090604020004020304" pitchFamily="18" charset="77"/>
              </a:rPr>
            </a:br>
            <a:r>
              <a:rPr lang="en-US" sz="3800" b="1">
                <a:latin typeface="American Typewriter" panose="02090604020004020304" pitchFamily="18" charset="77"/>
              </a:rPr>
              <a:t>→</a:t>
            </a:r>
            <a:r>
              <a:rPr lang="en-US" sz="3800" b="1">
                <a:solidFill>
                  <a:srgbClr val="00B0F0"/>
                </a:solidFill>
                <a:latin typeface="American Typewriter" panose="02090604020004020304" pitchFamily="18" charset="77"/>
              </a:rPr>
              <a:t> </a:t>
            </a:r>
            <a:r>
              <a:rPr lang="en-US" sz="3800" b="1">
                <a:solidFill>
                  <a:schemeClr val="accent3"/>
                </a:solidFill>
                <a:latin typeface="American Typewriter" panose="02090604020004020304" pitchFamily="18" charset="77"/>
              </a:rPr>
              <a:t>Eating healthy </a:t>
            </a:r>
            <a:r>
              <a:rPr lang="en-US" sz="3800" b="1">
                <a:solidFill>
                  <a:schemeClr val="accent6"/>
                </a:solidFill>
                <a:latin typeface="American Typewriter" panose="02090604020004020304" pitchFamily="18" charset="77"/>
              </a:rPr>
              <a:t>is very important </a:t>
            </a:r>
            <a:r>
              <a:rPr lang="en-US" sz="3800" b="1">
                <a:solidFill>
                  <a:schemeClr val="accent2"/>
                </a:solidFill>
                <a:latin typeface="American Typewriter" panose="02090604020004020304" pitchFamily="18" charset="77"/>
              </a:rPr>
              <a:t>to maintain good health</a:t>
            </a:r>
            <a:r>
              <a:rPr lang="en-US" sz="3800" b="1">
                <a:latin typeface="American Typewriter" panose="02090604020004020304" pitchFamily="18" charset="77"/>
              </a:rPr>
              <a:t>.</a:t>
            </a:r>
          </a:p>
          <a:p>
            <a:pPr algn="just">
              <a:lnSpc>
                <a:spcPct val="150000"/>
              </a:lnSpc>
            </a:pPr>
            <a:r>
              <a:rPr lang="en-US" sz="3800" b="1">
                <a:solidFill>
                  <a:prstClr val="black"/>
                </a:solidFill>
                <a:latin typeface="American Typewriter" panose="02090604020004020304" pitchFamily="18" charset="77"/>
              </a:rPr>
              <a:t>4. </a:t>
            </a:r>
            <a:r>
              <a:rPr lang="en-US" sz="3800" b="1">
                <a:solidFill>
                  <a:srgbClr val="0070C0"/>
                </a:solidFill>
                <a:latin typeface="American Typewriter" panose="02090604020004020304" pitchFamily="18" charset="77"/>
              </a:rPr>
              <a:t>Việc thức khuya </a:t>
            </a:r>
            <a:r>
              <a:rPr lang="en-US" sz="3800" b="1">
                <a:solidFill>
                  <a:schemeClr val="accent4"/>
                </a:solidFill>
                <a:latin typeface="American Typewriter" panose="02090604020004020304" pitchFamily="18" charset="77"/>
              </a:rPr>
              <a:t>có hại cho </a:t>
            </a:r>
            <a:r>
              <a:rPr lang="en-US" sz="3800" b="1">
                <a:solidFill>
                  <a:srgbClr val="FF85FF"/>
                </a:solidFill>
                <a:latin typeface="American Typewriter" panose="02090604020004020304" pitchFamily="18" charset="77"/>
              </a:rPr>
              <a:t>sức khỏe thể chất và tinh thần</a:t>
            </a:r>
            <a:r>
              <a:rPr lang="en-US" sz="3800" b="1">
                <a:latin typeface="American Typewriter" panose="02090604020004020304" pitchFamily="18" charset="77"/>
              </a:rPr>
              <a:t>.</a:t>
            </a:r>
          </a:p>
          <a:p>
            <a:pPr algn="just">
              <a:lnSpc>
                <a:spcPct val="150000"/>
              </a:lnSpc>
            </a:pPr>
            <a:r>
              <a:rPr lang="en-US" sz="3800" b="1">
                <a:latin typeface="American Typewriter" panose="02090604020004020304" pitchFamily="18" charset="77"/>
              </a:rPr>
              <a:t>→ </a:t>
            </a:r>
            <a:r>
              <a:rPr lang="en-US" sz="3800" b="1">
                <a:solidFill>
                  <a:srgbClr val="0070C0"/>
                </a:solidFill>
                <a:latin typeface="American Typewriter" panose="02090604020004020304" pitchFamily="18" charset="77"/>
              </a:rPr>
              <a:t>Staying up late </a:t>
            </a:r>
            <a:r>
              <a:rPr lang="en-US" sz="3800" b="1">
                <a:solidFill>
                  <a:schemeClr val="accent4"/>
                </a:solidFill>
                <a:latin typeface="American Typewriter" panose="02090604020004020304" pitchFamily="18" charset="77"/>
              </a:rPr>
              <a:t>is harmful to </a:t>
            </a:r>
            <a:r>
              <a:rPr lang="en-US" sz="3800" b="1">
                <a:solidFill>
                  <a:srgbClr val="FF85FF"/>
                </a:solidFill>
                <a:latin typeface="American Typewriter" panose="02090604020004020304" pitchFamily="18" charset="77"/>
              </a:rPr>
              <a:t>both physical and mental health</a:t>
            </a:r>
            <a:r>
              <a:rPr lang="en-US" sz="3800" b="1">
                <a:latin typeface="American Typewriter" panose="02090604020004020304" pitchFamily="18" charset="77"/>
              </a:rPr>
              <a:t>.</a:t>
            </a:r>
          </a:p>
          <a:p>
            <a:pPr algn="just">
              <a:lnSpc>
                <a:spcPct val="150000"/>
              </a:lnSpc>
            </a:pPr>
            <a:r>
              <a:rPr lang="en-US" sz="3800" b="1">
                <a:latin typeface="American Typewriter" panose="02090604020004020304" pitchFamily="18" charset="77"/>
              </a:rPr>
              <a:t>5. </a:t>
            </a:r>
            <a:r>
              <a:rPr lang="en-US" sz="3800" b="1">
                <a:solidFill>
                  <a:srgbClr val="FF2600"/>
                </a:solidFill>
                <a:latin typeface="American Typewriter" panose="02090604020004020304" pitchFamily="18" charset="77"/>
              </a:rPr>
              <a:t>Bạn có thể thấy </a:t>
            </a:r>
            <a:r>
              <a:rPr lang="en-US" sz="3800" b="1">
                <a:solidFill>
                  <a:srgbClr val="00B050"/>
                </a:solidFill>
                <a:latin typeface="American Typewriter" panose="02090604020004020304" pitchFamily="18" charset="77"/>
              </a:rPr>
              <a:t>nhiều phong cảnh đẹp </a:t>
            </a:r>
            <a:r>
              <a:rPr lang="en-US" sz="3800" b="1">
                <a:solidFill>
                  <a:schemeClr val="accent4"/>
                </a:solidFill>
                <a:latin typeface="American Typewriter" panose="02090604020004020304" pitchFamily="18" charset="77"/>
              </a:rPr>
              <a:t>ở các vùng nông thôn Việt Nam</a:t>
            </a:r>
            <a:r>
              <a:rPr lang="en-US" sz="3800" b="1">
                <a:latin typeface="American Typewriter" panose="02090604020004020304" pitchFamily="18" charset="77"/>
              </a:rPr>
              <a:t>.</a:t>
            </a:r>
          </a:p>
          <a:p>
            <a:pPr algn="just">
              <a:lnSpc>
                <a:spcPct val="150000"/>
              </a:lnSpc>
            </a:pPr>
            <a:r>
              <a:rPr lang="en-US" sz="3800" b="1">
                <a:latin typeface="American Typewriter" panose="02090604020004020304" pitchFamily="18" charset="77"/>
              </a:rPr>
              <a:t>→ </a:t>
            </a:r>
            <a:r>
              <a:rPr lang="en-US" sz="3800" b="1">
                <a:solidFill>
                  <a:srgbClr val="FF2600"/>
                </a:solidFill>
                <a:latin typeface="American Typewriter" panose="02090604020004020304" pitchFamily="18" charset="77"/>
              </a:rPr>
              <a:t>You can see </a:t>
            </a:r>
            <a:r>
              <a:rPr lang="en-US" sz="3800" b="1">
                <a:solidFill>
                  <a:srgbClr val="00B050"/>
                </a:solidFill>
                <a:latin typeface="American Typewriter" panose="02090604020004020304" pitchFamily="18" charset="77"/>
              </a:rPr>
              <a:t>many beautiful landscapes </a:t>
            </a:r>
            <a:r>
              <a:rPr lang="en-US" sz="3800" b="1">
                <a:solidFill>
                  <a:schemeClr val="accent4"/>
                </a:solidFill>
                <a:latin typeface="American Typewriter" panose="02090604020004020304" pitchFamily="18" charset="77"/>
              </a:rPr>
              <a:t>in rural areas of Vietnam</a:t>
            </a:r>
            <a:r>
              <a:rPr lang="en-US" sz="3800" b="1">
                <a:latin typeface="American Typewriter" panose="02090604020004020304" pitchFamily="18" charset="77"/>
              </a:rPr>
              <a:t>. (hoặc in </a:t>
            </a:r>
            <a:r>
              <a:rPr lang="en-US" sz="3800" b="1">
                <a:solidFill>
                  <a:srgbClr val="FF0000"/>
                </a:solidFill>
                <a:latin typeface="American Typewriter" panose="02090604020004020304" pitchFamily="18" charset="77"/>
              </a:rPr>
              <a:t>the countryside of Vietnam</a:t>
            </a:r>
            <a:r>
              <a:rPr lang="en-US" sz="3800" b="1">
                <a:latin typeface="American Typewriter" panose="02090604020004020304" pitchFamily="18" charset="77"/>
              </a:rPr>
              <a:t>)</a:t>
            </a:r>
          </a:p>
        </p:txBody>
      </p:sp>
    </p:spTree>
    <p:extLst>
      <p:ext uri="{BB962C8B-B14F-4D97-AF65-F5344CB8AC3E}">
        <p14:creationId xmlns:p14="http://schemas.microsoft.com/office/powerpoint/2010/main" val="939117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8">
                                            <p:txEl>
                                              <p:pRg st="4" end="4"/>
                                            </p:txEl>
                                          </p:spTgt>
                                        </p:tgtEl>
                                        <p:attrNameLst>
                                          <p:attrName>style.visibility</p:attrName>
                                        </p:attrNameLst>
                                      </p:cBhvr>
                                      <p:to>
                                        <p:strVal val="visible"/>
                                      </p:to>
                                    </p:set>
                                    <p:anim calcmode="lin" valueType="num">
                                      <p:cBhvr additive="base">
                                        <p:cTn id="31" dur="500" fill="hold"/>
                                        <p:tgtEl>
                                          <p:spTgt spid="9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8">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6DA72-1B74-BE64-335C-1482AC419F61}"/>
            </a:ext>
          </a:extLst>
        </p:cNvPr>
        <p:cNvGrpSpPr/>
        <p:nvPr/>
      </p:nvGrpSpPr>
      <p:grpSpPr>
        <a:xfrm>
          <a:off x="0" y="0"/>
          <a:ext cx="0" cy="0"/>
          <a:chOff x="0" y="0"/>
          <a:chExt cx="0" cy="0"/>
        </a:xfrm>
      </p:grpSpPr>
      <p:sp>
        <p:nvSpPr>
          <p:cNvPr id="6" name="Freeform 6">
            <a:extLst>
              <a:ext uri="{FF2B5EF4-FFF2-40B4-BE49-F238E27FC236}">
                <a16:creationId xmlns:a16="http://schemas.microsoft.com/office/drawing/2014/main" id="{FCB8336A-2153-94AE-8490-B06FE9ED1669}"/>
              </a:ext>
            </a:extLst>
          </p:cNvPr>
          <p:cNvSpPr/>
          <p:nvPr/>
        </p:nvSpPr>
        <p:spPr>
          <a:xfrm>
            <a:off x="16391451" y="-1599805"/>
            <a:ext cx="1735697" cy="4114800"/>
          </a:xfrm>
          <a:custGeom>
            <a:avLst/>
            <a:gdLst/>
            <a:ahLst/>
            <a:cxnLst/>
            <a:rect l="l" t="t" r="r" b="b"/>
            <a:pathLst>
              <a:path w="1735697" h="4114800">
                <a:moveTo>
                  <a:pt x="0" y="0"/>
                </a:moveTo>
                <a:lnTo>
                  <a:pt x="1735698" y="0"/>
                </a:lnTo>
                <a:lnTo>
                  <a:pt x="1735698"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Box 9">
            <a:extLst>
              <a:ext uri="{FF2B5EF4-FFF2-40B4-BE49-F238E27FC236}">
                <a16:creationId xmlns:a16="http://schemas.microsoft.com/office/drawing/2014/main" id="{1511BF5B-32AD-8A73-8BCB-1D59AE1FCAB8}"/>
              </a:ext>
            </a:extLst>
          </p:cNvPr>
          <p:cNvSpPr txBox="1"/>
          <p:nvPr/>
        </p:nvSpPr>
        <p:spPr>
          <a:xfrm>
            <a:off x="160852" y="149985"/>
            <a:ext cx="13707548" cy="9987029"/>
          </a:xfrm>
          <a:prstGeom prst="rect">
            <a:avLst/>
          </a:prstGeom>
        </p:spPr>
        <p:txBody>
          <a:bodyPr wrap="square" lIns="0" tIns="0" rIns="0" bIns="0" rtlCol="0" anchor="t">
            <a:spAutoFit/>
          </a:bodyPr>
          <a:lstStyle/>
          <a:p>
            <a:pPr marL="0" marR="0" lvl="0" indent="0" algn="just" defTabSz="914400" rtl="0" eaLnBrk="1" fontAlgn="auto" latinLnBrk="0" hangingPunct="1">
              <a:lnSpc>
                <a:spcPct val="150000"/>
              </a:lnSpc>
              <a:spcBef>
                <a:spcPts val="600"/>
              </a:spcBef>
              <a:spcAft>
                <a:spcPts val="600"/>
              </a:spcAft>
              <a:buClrTx/>
              <a:buSzTx/>
              <a:buFontTx/>
              <a:buNone/>
              <a:tabLst/>
              <a:defRPr/>
            </a:pPr>
            <a:r>
              <a:rPr lang="en-US" sz="5000" b="1" kern="100">
                <a:solidFill>
                  <a:srgbClr val="C0504D"/>
                </a:solidFill>
                <a:latin typeface="American Typewriter" panose="02090604020004020304" pitchFamily="18" charset="77"/>
                <a:ea typeface="Calibri" panose="020F0502020204030204" pitchFamily="34" charset="0"/>
                <a:cs typeface="Times New Roman" panose="02020603050405020304" pitchFamily="18" charset="0"/>
              </a:rPr>
              <a:t>C</a:t>
            </a:r>
            <a:r>
              <a:rPr kumimoji="0" lang="hy-AM" sz="5000" b="1" i="0" u="none" strike="noStrike" kern="100" cap="none" spc="0" normalizeH="0" baseline="0" noProof="0">
                <a:ln>
                  <a:noFill/>
                </a:ln>
                <a:solidFill>
                  <a:srgbClr val="C0504D"/>
                </a:solidFill>
                <a:effectLst/>
                <a:uLnTx/>
                <a:uFillTx/>
                <a:latin typeface="American Typewriter" panose="02090604020004020304" pitchFamily="18" charset="77"/>
                <a:ea typeface="Calibri" panose="020F0502020204030204" pitchFamily="34" charset="0"/>
                <a:cs typeface="Times New Roman" panose="02020603050405020304" pitchFamily="18" charset="0"/>
              </a:rPr>
              <a:t>. </a:t>
            </a:r>
            <a:r>
              <a:rPr kumimoji="0" lang="en-US" sz="5000" b="1" i="0" u="none" strike="noStrike" kern="100" cap="none" spc="0" normalizeH="0" baseline="0" noProof="0">
                <a:ln>
                  <a:noFill/>
                </a:ln>
                <a:solidFill>
                  <a:srgbClr val="C0504D"/>
                </a:solidFill>
                <a:effectLst/>
                <a:uLnTx/>
                <a:uFillTx/>
                <a:latin typeface="American Typewriter" panose="02090604020004020304" pitchFamily="18" charset="77"/>
                <a:ea typeface="Calibri" panose="020F0502020204030204" pitchFamily="34" charset="0"/>
                <a:cs typeface="Times New Roman" panose="02020603050405020304" pitchFamily="18" charset="0"/>
              </a:rPr>
              <a:t>TRẠNG TỪ</a:t>
            </a:r>
            <a:endParaRPr kumimoji="0" lang="en-VN" sz="5000" b="0" i="0" u="none" strike="noStrike" kern="100" cap="none" spc="0" normalizeH="0" baseline="0" noProof="0">
              <a:ln>
                <a:noFill/>
              </a:ln>
              <a:solidFill>
                <a:srgbClr val="C0504D"/>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4000" b="1" i="0" u="none" strike="noStrike" kern="1200" cap="none" spc="0" normalizeH="0" baseline="0" noProof="0">
                <a:ln>
                  <a:noFill/>
                </a:ln>
                <a:solidFill>
                  <a:srgbClr val="00B0F0"/>
                </a:solidFill>
                <a:effectLst/>
                <a:uLnTx/>
                <a:uFillTx/>
                <a:latin typeface="American Typewriter" panose="02090604020004020304" pitchFamily="18" charset="77"/>
              </a:rPr>
              <a:t>1. Định nghĩa</a:t>
            </a:r>
          </a:p>
          <a:p>
            <a:pPr algn="just">
              <a:lnSpc>
                <a:spcPct val="150000"/>
              </a:lnSpc>
            </a:pPr>
            <a:r>
              <a:rPr lang="vi-VN" sz="4000">
                <a:solidFill>
                  <a:prstClr val="black"/>
                </a:solidFill>
                <a:latin typeface="American Typewriter" panose="02090604020004020304" pitchFamily="18" charset="77"/>
              </a:rPr>
              <a:t>Trạng từ là những từ chỉ </a:t>
            </a:r>
            <a:r>
              <a:rPr lang="vi-VN" sz="4000" b="1">
                <a:solidFill>
                  <a:prstClr val="black"/>
                </a:solidFill>
                <a:latin typeface="American Typewriter" panose="02090604020004020304" pitchFamily="18" charset="77"/>
              </a:rPr>
              <a:t>thời gian</a:t>
            </a:r>
            <a:r>
              <a:rPr lang="vi-VN" sz="4000">
                <a:solidFill>
                  <a:prstClr val="black"/>
                </a:solidFill>
                <a:latin typeface="American Typewriter" panose="02090604020004020304" pitchFamily="18" charset="77"/>
              </a:rPr>
              <a:t>, </a:t>
            </a:r>
            <a:r>
              <a:rPr lang="vi-VN" sz="4000" b="1">
                <a:solidFill>
                  <a:prstClr val="black"/>
                </a:solidFill>
                <a:latin typeface="American Typewriter" panose="02090604020004020304" pitchFamily="18" charset="77"/>
              </a:rPr>
              <a:t>nơi chốn</a:t>
            </a:r>
            <a:r>
              <a:rPr lang="vi-VN" sz="4000">
                <a:solidFill>
                  <a:prstClr val="black"/>
                </a:solidFill>
                <a:latin typeface="American Typewriter" panose="02090604020004020304" pitchFamily="18" charset="77"/>
              </a:rPr>
              <a:t>, </a:t>
            </a:r>
            <a:r>
              <a:rPr lang="vi-VN" sz="4000" b="1">
                <a:solidFill>
                  <a:prstClr val="black"/>
                </a:solidFill>
                <a:latin typeface="American Typewriter" panose="02090604020004020304" pitchFamily="18" charset="77"/>
              </a:rPr>
              <a:t>cách thức</a:t>
            </a:r>
            <a:r>
              <a:rPr lang="vi-VN" sz="4000">
                <a:solidFill>
                  <a:prstClr val="black"/>
                </a:solidFill>
                <a:latin typeface="American Typewriter" panose="02090604020004020304" pitchFamily="18" charset="77"/>
              </a:rPr>
              <a:t>, </a:t>
            </a:r>
            <a:r>
              <a:rPr lang="vi-VN" sz="4000" b="1">
                <a:solidFill>
                  <a:prstClr val="black"/>
                </a:solidFill>
                <a:latin typeface="American Typewriter" panose="02090604020004020304" pitchFamily="18" charset="77"/>
              </a:rPr>
              <a:t>tần suất </a:t>
            </a:r>
            <a:r>
              <a:rPr lang="vi-VN" sz="4000">
                <a:solidFill>
                  <a:prstClr val="black"/>
                </a:solidFill>
                <a:latin typeface="American Typewriter" panose="02090604020004020304" pitchFamily="18" charset="77"/>
              </a:rPr>
              <a:t>hoặc </a:t>
            </a:r>
            <a:r>
              <a:rPr lang="vi-VN" sz="4000" b="1">
                <a:solidFill>
                  <a:prstClr val="black"/>
                </a:solidFill>
                <a:latin typeface="American Typewriter" panose="02090604020004020304" pitchFamily="18" charset="77"/>
              </a:rPr>
              <a:t>mức độ</a:t>
            </a:r>
            <a:r>
              <a:rPr lang="vi-VN" sz="4000">
                <a:solidFill>
                  <a:prstClr val="black"/>
                </a:solidFill>
                <a:latin typeface="American Typewriter" panose="02090604020004020304" pitchFamily="18" charset="77"/>
              </a:rPr>
              <a:t>, dùng để </a:t>
            </a:r>
            <a:r>
              <a:rPr lang="vi-VN" sz="4000" i="1">
                <a:solidFill>
                  <a:srgbClr val="7030A0"/>
                </a:solidFill>
                <a:latin typeface="American Typewriter" panose="02090604020004020304" pitchFamily="18" charset="77"/>
              </a:rPr>
              <a:t>bổ nghĩa cho </a:t>
            </a:r>
            <a:r>
              <a:rPr lang="vi-VN" sz="4000" b="1" i="1">
                <a:solidFill>
                  <a:srgbClr val="7030A0"/>
                </a:solidFill>
                <a:latin typeface="American Typewriter" panose="02090604020004020304" pitchFamily="18" charset="77"/>
              </a:rPr>
              <a:t>động từ</a:t>
            </a:r>
            <a:r>
              <a:rPr lang="vi-VN" sz="4000" i="1">
                <a:solidFill>
                  <a:srgbClr val="7030A0"/>
                </a:solidFill>
                <a:latin typeface="American Typewriter" panose="02090604020004020304" pitchFamily="18" charset="77"/>
              </a:rPr>
              <a:t>, </a:t>
            </a:r>
            <a:r>
              <a:rPr lang="vi-VN" sz="4000" b="1" i="1">
                <a:solidFill>
                  <a:srgbClr val="7030A0"/>
                </a:solidFill>
                <a:latin typeface="American Typewriter" panose="02090604020004020304" pitchFamily="18" charset="77"/>
              </a:rPr>
              <a:t>tính từ </a:t>
            </a:r>
            <a:r>
              <a:rPr lang="vi-VN" sz="4000" i="1">
                <a:solidFill>
                  <a:srgbClr val="7030A0"/>
                </a:solidFill>
                <a:latin typeface="American Typewriter" panose="02090604020004020304" pitchFamily="18" charset="77"/>
              </a:rPr>
              <a:t>hoặc </a:t>
            </a:r>
            <a:r>
              <a:rPr lang="vi-VN" sz="4000" b="1" i="1">
                <a:solidFill>
                  <a:srgbClr val="7030A0"/>
                </a:solidFill>
                <a:latin typeface="American Typewriter" panose="02090604020004020304" pitchFamily="18" charset="77"/>
              </a:rPr>
              <a:t>cả câu</a:t>
            </a:r>
            <a:r>
              <a:rPr kumimoji="0" lang="en-US" sz="4000" b="0" i="0" u="none" strike="noStrike" kern="1200" cap="none" spc="0" normalizeH="0" baseline="0" noProof="0">
                <a:ln>
                  <a:noFill/>
                </a:ln>
                <a:solidFill>
                  <a:prstClr val="black"/>
                </a:solidFill>
                <a:effectLst/>
                <a:uLnTx/>
                <a:uFillTx/>
                <a:latin typeface="American Typewriter" panose="02090604020004020304" pitchFamily="18" charset="77"/>
              </a:rPr>
              <a:t>. </a:t>
            </a:r>
            <a:endParaRPr kumimoji="0" lang="en-VN" sz="4000" b="0" i="0" u="none" strike="noStrike" kern="1200" cap="none" spc="0" normalizeH="0" baseline="0" noProof="0">
              <a:ln>
                <a:noFill/>
              </a:ln>
              <a:solidFill>
                <a:prstClr val="black"/>
              </a:solidFill>
              <a:effectLst/>
              <a:uLnTx/>
              <a:uFillTx/>
              <a:latin typeface="American Typewriter" panose="02090604020004020304" pitchFamily="18" charset="77"/>
            </a:endParaRPr>
          </a:p>
          <a:p>
            <a:pPr algn="just">
              <a:lnSpc>
                <a:spcPct val="150000"/>
              </a:lnSpc>
              <a:spcBef>
                <a:spcPts val="600"/>
              </a:spcBef>
              <a:spcAft>
                <a:spcPts val="600"/>
              </a:spcAft>
              <a:buNone/>
            </a:pPr>
            <a:r>
              <a:rPr lang="en-US" sz="4000" b="1" kern="100">
                <a:latin typeface="American Typewriter" panose="02090604020004020304" pitchFamily="18" charset="77"/>
                <a:ea typeface="Calibri" panose="020F0502020204030204" pitchFamily="34" charset="0"/>
                <a:cs typeface="Times New Roman" panose="02020603050405020304" pitchFamily="18" charset="0"/>
              </a:rPr>
              <a:t>Ex</a:t>
            </a:r>
            <a:r>
              <a:rPr lang="en-US" sz="4000" kern="100">
                <a:latin typeface="American Typewriter" panose="02090604020004020304" pitchFamily="18" charset="77"/>
                <a:ea typeface="Calibri" panose="020F0502020204030204" pitchFamily="34" charset="0"/>
                <a:cs typeface="Times New Roman" panose="02020603050405020304" pitchFamily="18" charset="0"/>
              </a:rPr>
              <a:t>: 	</a:t>
            </a:r>
            <a:r>
              <a:rPr lang="en-US" sz="4000" b="1" kern="100">
                <a:solidFill>
                  <a:srgbClr val="941651"/>
                </a:solidFill>
                <a:latin typeface="American Typewriter" panose="02090604020004020304" pitchFamily="18" charset="77"/>
                <a:ea typeface="Calibri" panose="020F0502020204030204" pitchFamily="34" charset="0"/>
                <a:cs typeface="Times New Roman" panose="02020603050405020304" pitchFamily="18" charset="0"/>
              </a:rPr>
              <a:t>Recently</a:t>
            </a:r>
            <a:r>
              <a:rPr lang="en-US" sz="4000" b="1" kern="100">
                <a:latin typeface="American Typewriter" panose="02090604020004020304" pitchFamily="18" charset="77"/>
                <a:ea typeface="Calibri" panose="020F0502020204030204" pitchFamily="34" charset="0"/>
                <a:cs typeface="Times New Roman" panose="02020603050405020304" pitchFamily="18" charset="0"/>
              </a:rPr>
              <a:t> </a:t>
            </a:r>
            <a:r>
              <a:rPr lang="en-US" sz="4000" kern="100">
                <a:latin typeface="American Typewriter" panose="02090604020004020304" pitchFamily="18" charset="77"/>
                <a:ea typeface="Calibri" panose="020F0502020204030204" pitchFamily="34" charset="0"/>
                <a:cs typeface="Times New Roman" panose="02020603050405020304" pitchFamily="18" charset="0"/>
              </a:rPr>
              <a:t>I have taken part in an English course.  </a:t>
            </a:r>
            <a:endParaRPr lang="en-VN" sz="3600" kern="10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Bef>
                <a:spcPts val="600"/>
              </a:spcBef>
              <a:spcAft>
                <a:spcPts val="600"/>
              </a:spcAft>
              <a:buNone/>
            </a:pPr>
            <a:r>
              <a:rPr lang="en-US" sz="4000" kern="100">
                <a:latin typeface="American Typewriter" panose="02090604020004020304" pitchFamily="18" charset="77"/>
                <a:ea typeface="Calibri" panose="020F0502020204030204" pitchFamily="34" charset="0"/>
                <a:cs typeface="Times New Roman" panose="02020603050405020304" pitchFamily="18" charset="0"/>
              </a:rPr>
              <a:t>		Mary goes to the library </a:t>
            </a:r>
            <a:r>
              <a:rPr lang="en-US" sz="4000" b="1" kern="100">
                <a:solidFill>
                  <a:srgbClr val="941651"/>
                </a:solidFill>
                <a:latin typeface="American Typewriter" panose="02090604020004020304" pitchFamily="18" charset="77"/>
                <a:ea typeface="Calibri" panose="020F0502020204030204" pitchFamily="34" charset="0"/>
                <a:cs typeface="Times New Roman" panose="02020603050405020304" pitchFamily="18" charset="0"/>
              </a:rPr>
              <a:t>regularly</a:t>
            </a:r>
            <a:r>
              <a:rPr lang="en-US" sz="4000" kern="100">
                <a:latin typeface="American Typewriter" panose="02090604020004020304" pitchFamily="18" charset="77"/>
                <a:ea typeface="Calibri" panose="020F0502020204030204" pitchFamily="34" charset="0"/>
                <a:cs typeface="Times New Roman" panose="02020603050405020304" pitchFamily="18" charset="0"/>
              </a:rPr>
              <a:t> to study for 		the final exam.</a:t>
            </a:r>
            <a:endParaRPr lang="en-VN" sz="3600" kern="10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Bef>
                <a:spcPts val="600"/>
              </a:spcBef>
              <a:spcAft>
                <a:spcPts val="600"/>
              </a:spcAft>
              <a:buNone/>
            </a:pPr>
            <a:r>
              <a:rPr lang="en-US" sz="4000" kern="100">
                <a:latin typeface="American Typewriter" panose="02090604020004020304" pitchFamily="18" charset="77"/>
                <a:ea typeface="Calibri" panose="020F0502020204030204" pitchFamily="34" charset="0"/>
                <a:cs typeface="Times New Roman" panose="02020603050405020304" pitchFamily="18" charset="0"/>
              </a:rPr>
              <a:t>		My nephew </a:t>
            </a:r>
            <a:r>
              <a:rPr lang="en-US" sz="4000" b="1" kern="100">
                <a:solidFill>
                  <a:srgbClr val="941651"/>
                </a:solidFill>
                <a:latin typeface="American Typewriter" panose="02090604020004020304" pitchFamily="18" charset="77"/>
                <a:ea typeface="Calibri" panose="020F0502020204030204" pitchFamily="34" charset="0"/>
                <a:cs typeface="Times New Roman" panose="02020603050405020304" pitchFamily="18" charset="0"/>
              </a:rPr>
              <a:t>sometimes</a:t>
            </a:r>
            <a:r>
              <a:rPr lang="en-US" sz="4000" kern="100">
                <a:latin typeface="American Typewriter" panose="02090604020004020304" pitchFamily="18" charset="77"/>
                <a:ea typeface="Calibri" panose="020F0502020204030204" pitchFamily="34" charset="0"/>
                <a:cs typeface="Times New Roman" panose="02020603050405020304" pitchFamily="18" charset="0"/>
              </a:rPr>
              <a:t> goes to school by bus.</a:t>
            </a:r>
            <a:endParaRPr lang="en-VN" sz="3600" kern="10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Bef>
                <a:spcPts val="600"/>
              </a:spcBef>
              <a:spcAft>
                <a:spcPts val="600"/>
              </a:spcAft>
            </a:pPr>
            <a:r>
              <a:rPr lang="en-US" sz="4000" kern="100">
                <a:latin typeface="American Typewriter" panose="02090604020004020304" pitchFamily="18" charset="77"/>
                <a:ea typeface="Calibri" panose="020F0502020204030204" pitchFamily="34" charset="0"/>
                <a:cs typeface="Times New Roman" panose="02020603050405020304" pitchFamily="18" charset="0"/>
              </a:rPr>
              <a:t>		Jenny plays basketball </a:t>
            </a:r>
            <a:r>
              <a:rPr lang="en-US" sz="4000" b="1" kern="100">
                <a:solidFill>
                  <a:srgbClr val="941651"/>
                </a:solidFill>
                <a:latin typeface="American Typewriter" panose="02090604020004020304" pitchFamily="18" charset="77"/>
                <a:ea typeface="Calibri" panose="020F0502020204030204" pitchFamily="34" charset="0"/>
                <a:cs typeface="Times New Roman" panose="02020603050405020304" pitchFamily="18" charset="0"/>
              </a:rPr>
              <a:t>very well</a:t>
            </a:r>
            <a:r>
              <a:rPr lang="en-US" sz="4000" b="1" kern="100">
                <a:latin typeface="American Typewriter" panose="02090604020004020304" pitchFamily="18" charset="77"/>
                <a:ea typeface="Calibri" panose="020F0502020204030204" pitchFamily="34" charset="0"/>
                <a:cs typeface="Times New Roman" panose="02020603050405020304" pitchFamily="18" charset="0"/>
              </a:rPr>
              <a:t>.</a:t>
            </a:r>
            <a:endParaRPr lang="en-VN" sz="3600" kern="100">
              <a:latin typeface="Calibri" panose="020F0502020204030204" pitchFamily="34" charset="0"/>
              <a:ea typeface="Calibri" panose="020F0502020204030204" pitchFamily="34" charset="0"/>
              <a:cs typeface="Times New Roman" panose="02020603050405020304" pitchFamily="18" charset="0"/>
            </a:endParaRPr>
          </a:p>
        </p:txBody>
      </p:sp>
      <p:sp>
        <p:nvSpPr>
          <p:cNvPr id="2" name="Freeform 5">
            <a:extLst>
              <a:ext uri="{FF2B5EF4-FFF2-40B4-BE49-F238E27FC236}">
                <a16:creationId xmlns:a16="http://schemas.microsoft.com/office/drawing/2014/main" id="{6DC02731-F1BA-7126-565D-56E0C34435BE}"/>
              </a:ext>
            </a:extLst>
          </p:cNvPr>
          <p:cNvSpPr/>
          <p:nvPr/>
        </p:nvSpPr>
        <p:spPr>
          <a:xfrm>
            <a:off x="13157787" y="2160494"/>
            <a:ext cx="6467327" cy="8359589"/>
          </a:xfrm>
          <a:custGeom>
            <a:avLst/>
            <a:gdLst/>
            <a:ahLst/>
            <a:cxnLst/>
            <a:rect l="l" t="t" r="r" b="b"/>
            <a:pathLst>
              <a:path w="6848327" h="6926191">
                <a:moveTo>
                  <a:pt x="0" y="0"/>
                </a:moveTo>
                <a:lnTo>
                  <a:pt x="6848327" y="0"/>
                </a:lnTo>
                <a:lnTo>
                  <a:pt x="6848327" y="6926192"/>
                </a:lnTo>
                <a:lnTo>
                  <a:pt x="0" y="6926192"/>
                </a:lnTo>
                <a:lnTo>
                  <a:pt x="0" y="0"/>
                </a:lnTo>
                <a:close/>
              </a:path>
            </a:pathLst>
          </a:custGeom>
          <a:blipFill>
            <a:blip r:embed="rId3"/>
            <a:stretch>
              <a:fillRect l="-1079" r="-107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95232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p:tgtEl>
                                          <p:spTgt spid="9">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 calcmode="lin" valueType="num">
                                      <p:cBhvr additive="base">
                                        <p:cTn id="13" dur="500"/>
                                        <p:tgtEl>
                                          <p:spTgt spid="9">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9">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 calcmode="lin" valueType="num">
                                      <p:cBhvr additive="base">
                                        <p:cTn id="19" dur="500"/>
                                        <p:tgtEl>
                                          <p:spTgt spid="9">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9">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
                                            <p:txEl>
                                              <p:pRg st="3" end="3"/>
                                            </p:txEl>
                                          </p:spTgt>
                                        </p:tgtEl>
                                        <p:attrNameLst>
                                          <p:attrName>style.visibility</p:attrName>
                                        </p:attrNameLst>
                                      </p:cBhvr>
                                      <p:to>
                                        <p:strVal val="visible"/>
                                      </p:to>
                                    </p:set>
                                    <p:anim calcmode="lin" valueType="num">
                                      <p:cBhvr additive="base">
                                        <p:cTn id="25"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
                                            <p:txEl>
                                              <p:pRg st="4" end="4"/>
                                            </p:txEl>
                                          </p:spTgt>
                                        </p:tgtEl>
                                        <p:attrNameLst>
                                          <p:attrName>style.visibility</p:attrName>
                                        </p:attrNameLst>
                                      </p:cBhvr>
                                      <p:to>
                                        <p:strVal val="visible"/>
                                      </p:to>
                                    </p:set>
                                    <p:anim calcmode="lin" valueType="num">
                                      <p:cBhvr additive="base">
                                        <p:cTn id="31"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
                                            <p:txEl>
                                              <p:pRg st="5" end="5"/>
                                            </p:txEl>
                                          </p:spTgt>
                                        </p:tgtEl>
                                        <p:attrNameLst>
                                          <p:attrName>style.visibility</p:attrName>
                                        </p:attrNameLst>
                                      </p:cBhvr>
                                      <p:to>
                                        <p:strVal val="visible"/>
                                      </p:to>
                                    </p:set>
                                    <p:anim calcmode="lin" valueType="num">
                                      <p:cBhvr additive="base">
                                        <p:cTn id="37"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
                                            <p:txEl>
                                              <p:pRg st="6" end="6"/>
                                            </p:txEl>
                                          </p:spTgt>
                                        </p:tgtEl>
                                        <p:attrNameLst>
                                          <p:attrName>style.visibility</p:attrName>
                                        </p:attrNameLst>
                                      </p:cBhvr>
                                      <p:to>
                                        <p:strVal val="visible"/>
                                      </p:to>
                                    </p:set>
                                    <p:anim calcmode="lin" valueType="num">
                                      <p:cBhvr additive="base">
                                        <p:cTn id="43" dur="500" fill="hold"/>
                                        <p:tgtEl>
                                          <p:spTgt spid="9">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E452F-72EB-971B-8656-41A37780C254}"/>
            </a:ext>
          </a:extLst>
        </p:cNvPr>
        <p:cNvGrpSpPr/>
        <p:nvPr/>
      </p:nvGrpSpPr>
      <p:grpSpPr>
        <a:xfrm>
          <a:off x="0" y="0"/>
          <a:ext cx="0" cy="0"/>
          <a:chOff x="0" y="0"/>
          <a:chExt cx="0" cy="0"/>
        </a:xfrm>
      </p:grpSpPr>
      <p:sp>
        <p:nvSpPr>
          <p:cNvPr id="6" name="Freeform 6">
            <a:extLst>
              <a:ext uri="{FF2B5EF4-FFF2-40B4-BE49-F238E27FC236}">
                <a16:creationId xmlns:a16="http://schemas.microsoft.com/office/drawing/2014/main" id="{6B3F2177-0A12-777D-5EBD-5A4348ECAB49}"/>
              </a:ext>
            </a:extLst>
          </p:cNvPr>
          <p:cNvSpPr/>
          <p:nvPr/>
        </p:nvSpPr>
        <p:spPr>
          <a:xfrm>
            <a:off x="16391451" y="-1599805"/>
            <a:ext cx="1735697" cy="4114800"/>
          </a:xfrm>
          <a:custGeom>
            <a:avLst/>
            <a:gdLst/>
            <a:ahLst/>
            <a:cxnLst/>
            <a:rect l="l" t="t" r="r" b="b"/>
            <a:pathLst>
              <a:path w="1735697" h="4114800">
                <a:moveTo>
                  <a:pt x="0" y="0"/>
                </a:moveTo>
                <a:lnTo>
                  <a:pt x="1735698" y="0"/>
                </a:lnTo>
                <a:lnTo>
                  <a:pt x="1735698"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Box 9">
            <a:extLst>
              <a:ext uri="{FF2B5EF4-FFF2-40B4-BE49-F238E27FC236}">
                <a16:creationId xmlns:a16="http://schemas.microsoft.com/office/drawing/2014/main" id="{3471E7AA-646D-5373-296C-2D341AF4DEC9}"/>
              </a:ext>
            </a:extLst>
          </p:cNvPr>
          <p:cNvSpPr txBox="1"/>
          <p:nvPr/>
        </p:nvSpPr>
        <p:spPr>
          <a:xfrm>
            <a:off x="313251" y="343981"/>
            <a:ext cx="14580233" cy="9599038"/>
          </a:xfrm>
          <a:prstGeom prst="rect">
            <a:avLst/>
          </a:prstGeom>
        </p:spPr>
        <p:txBody>
          <a:bodyPr wrap="square" lIns="0" tIns="0" rIns="0" bIns="0" rtlCol="0" anchor="t">
            <a:spAutoFit/>
          </a:bodyPr>
          <a:lstStyle/>
          <a:p>
            <a:pPr lvl="0" algn="just">
              <a:lnSpc>
                <a:spcPct val="150000"/>
              </a:lnSpc>
              <a:defRPr/>
            </a:pPr>
            <a:r>
              <a:rPr lang="en-US" sz="4000" b="1">
                <a:solidFill>
                  <a:srgbClr val="00B0F0"/>
                </a:solidFill>
                <a:latin typeface="American Typewriter" panose="02090604020004020304" pitchFamily="18" charset="77"/>
              </a:rPr>
              <a:t>2. Vị trí:</a:t>
            </a:r>
          </a:p>
          <a:p>
            <a:pPr marL="571500" indent="-571500" algn="just">
              <a:lnSpc>
                <a:spcPct val="150000"/>
              </a:lnSpc>
              <a:buFont typeface="Wingdings" pitchFamily="2" charset="2"/>
              <a:buChar char="§"/>
            </a:pPr>
            <a:r>
              <a:rPr lang="vi-VN" sz="3800" b="1">
                <a:latin typeface="American Typewriter" panose="02090604020004020304" pitchFamily="18" charset="77"/>
              </a:rPr>
              <a:t>Bổ nghĩa cho động từ:</a:t>
            </a:r>
            <a:r>
              <a:rPr lang="vi-VN" sz="3800">
                <a:latin typeface="American Typewriter" panose="02090604020004020304" pitchFamily="18" charset="77"/>
              </a:rPr>
              <a:t> Trạng từ thường </a:t>
            </a:r>
            <a:r>
              <a:rPr lang="vi-VN" sz="3800" b="1">
                <a:solidFill>
                  <a:srgbClr val="FF2600"/>
                </a:solidFill>
                <a:latin typeface="American Typewriter" panose="02090604020004020304" pitchFamily="18" charset="77"/>
              </a:rPr>
              <a:t>đứng trước hoặc</a:t>
            </a:r>
            <a:r>
              <a:rPr lang="vi-VN" sz="3800">
                <a:latin typeface="American Typewriter" panose="02090604020004020304" pitchFamily="18" charset="77"/>
              </a:rPr>
              <a:t> </a:t>
            </a:r>
            <a:r>
              <a:rPr lang="vi-VN" sz="3800" b="1">
                <a:solidFill>
                  <a:srgbClr val="FF2600"/>
                </a:solidFill>
                <a:latin typeface="American Typewriter" panose="02090604020004020304" pitchFamily="18" charset="77"/>
              </a:rPr>
              <a:t>sau động từ đó</a:t>
            </a:r>
            <a:r>
              <a:rPr lang="vi-VN" sz="3800">
                <a:latin typeface="American Typewriter" panose="02090604020004020304" pitchFamily="18" charset="77"/>
              </a:rPr>
              <a:t>.</a:t>
            </a:r>
          </a:p>
          <a:p>
            <a:pPr>
              <a:lnSpc>
                <a:spcPct val="150000"/>
              </a:lnSpc>
            </a:pPr>
            <a:r>
              <a:rPr lang="vi-VN" sz="3800">
                <a:latin typeface="American Typewriter" panose="02090604020004020304" pitchFamily="18" charset="77"/>
              </a:rPr>
              <a:t>Ví dụ: He drives </a:t>
            </a:r>
            <a:r>
              <a:rPr lang="vi-VN" sz="3800">
                <a:solidFill>
                  <a:srgbClr val="00B0F0"/>
                </a:solidFill>
                <a:latin typeface="American Typewriter" panose="02090604020004020304" pitchFamily="18" charset="77"/>
              </a:rPr>
              <a:t>carefully</a:t>
            </a:r>
            <a:r>
              <a:rPr lang="vi-VN" sz="3800">
                <a:latin typeface="American Typewriter" panose="02090604020004020304" pitchFamily="18" charset="77"/>
              </a:rPr>
              <a:t>. / She </a:t>
            </a:r>
            <a:r>
              <a:rPr lang="vi-VN" sz="3800">
                <a:solidFill>
                  <a:srgbClr val="00B0F0"/>
                </a:solidFill>
                <a:latin typeface="American Typewriter" panose="02090604020004020304" pitchFamily="18" charset="77"/>
              </a:rPr>
              <a:t>completely</a:t>
            </a:r>
            <a:r>
              <a:rPr lang="vi-VN" sz="3800">
                <a:latin typeface="American Typewriter" panose="02090604020004020304" pitchFamily="18" charset="77"/>
              </a:rPr>
              <a:t> focuses on reading.</a:t>
            </a:r>
          </a:p>
          <a:p>
            <a:pPr marL="571500" indent="-571500" algn="just">
              <a:lnSpc>
                <a:spcPct val="150000"/>
              </a:lnSpc>
              <a:buFont typeface="Wingdings" pitchFamily="2" charset="2"/>
              <a:buChar char="§"/>
            </a:pPr>
            <a:r>
              <a:rPr lang="vi-VN" sz="3800" b="1">
                <a:latin typeface="American Typewriter" panose="02090604020004020304" pitchFamily="18" charset="77"/>
              </a:rPr>
              <a:t>Bổ nghĩa cho tính từ hoặc trạng từ:</a:t>
            </a:r>
            <a:r>
              <a:rPr lang="vi-VN" sz="3800">
                <a:latin typeface="American Typewriter" panose="02090604020004020304" pitchFamily="18" charset="77"/>
              </a:rPr>
              <a:t> Trạng từ đứng </a:t>
            </a:r>
            <a:r>
              <a:rPr lang="vi-VN" sz="3800" b="1">
                <a:solidFill>
                  <a:srgbClr val="FF2600"/>
                </a:solidFill>
                <a:latin typeface="American Typewriter" panose="02090604020004020304" pitchFamily="18" charset="77"/>
              </a:rPr>
              <a:t>trước tính từ hoặc trạng từ đó</a:t>
            </a:r>
            <a:r>
              <a:rPr lang="vi-VN" sz="3800">
                <a:latin typeface="American Typewriter" panose="02090604020004020304" pitchFamily="18" charset="77"/>
              </a:rPr>
              <a:t>.</a:t>
            </a:r>
          </a:p>
          <a:p>
            <a:pPr algn="just">
              <a:lnSpc>
                <a:spcPct val="150000"/>
              </a:lnSpc>
            </a:pPr>
            <a:r>
              <a:rPr lang="vi-VN" sz="3800">
                <a:latin typeface="American Typewriter" panose="02090604020004020304" pitchFamily="18" charset="77"/>
              </a:rPr>
              <a:t>Ví dụ: She is </a:t>
            </a:r>
            <a:r>
              <a:rPr lang="vi-VN" sz="3800">
                <a:solidFill>
                  <a:srgbClr val="00B0F0"/>
                </a:solidFill>
                <a:latin typeface="American Typewriter" panose="02090604020004020304" pitchFamily="18" charset="77"/>
              </a:rPr>
              <a:t>very</a:t>
            </a:r>
            <a:r>
              <a:rPr lang="vi-VN" sz="3800">
                <a:latin typeface="American Typewriter" panose="02090604020004020304" pitchFamily="18" charset="77"/>
              </a:rPr>
              <a:t> intelligent. / He speaks </a:t>
            </a:r>
            <a:r>
              <a:rPr lang="vi-VN" sz="3800">
                <a:solidFill>
                  <a:srgbClr val="00B0F0"/>
                </a:solidFill>
                <a:latin typeface="American Typewriter" panose="02090604020004020304" pitchFamily="18" charset="77"/>
              </a:rPr>
              <a:t>quite</a:t>
            </a:r>
            <a:r>
              <a:rPr lang="vi-VN" sz="3800">
                <a:latin typeface="American Typewriter" panose="02090604020004020304" pitchFamily="18" charset="77"/>
              </a:rPr>
              <a:t> fluently.</a:t>
            </a:r>
          </a:p>
          <a:p>
            <a:pPr marL="571500" indent="-571500" algn="just">
              <a:lnSpc>
                <a:spcPct val="150000"/>
              </a:lnSpc>
              <a:buFont typeface="Wingdings" pitchFamily="2" charset="2"/>
              <a:buChar char="§"/>
            </a:pPr>
            <a:r>
              <a:rPr lang="vi-VN" sz="3800" b="1">
                <a:latin typeface="American Typewriter" panose="02090604020004020304" pitchFamily="18" charset="77"/>
              </a:rPr>
              <a:t>Bổ nghĩa cho cả câu:</a:t>
            </a:r>
            <a:r>
              <a:rPr lang="vi-VN" sz="3800">
                <a:latin typeface="American Typewriter" panose="02090604020004020304" pitchFamily="18" charset="77"/>
              </a:rPr>
              <a:t> Thường đứng ở </a:t>
            </a:r>
            <a:r>
              <a:rPr lang="vi-VN" sz="3800" b="1">
                <a:solidFill>
                  <a:srgbClr val="FF2600"/>
                </a:solidFill>
                <a:latin typeface="American Typewriter" panose="02090604020004020304" pitchFamily="18" charset="77"/>
              </a:rPr>
              <a:t>đầu câu hoặc cuối câu</a:t>
            </a:r>
            <a:r>
              <a:rPr lang="vi-VN" sz="3800">
                <a:latin typeface="American Typewriter" panose="02090604020004020304" pitchFamily="18" charset="77"/>
              </a:rPr>
              <a:t>.</a:t>
            </a:r>
          </a:p>
          <a:p>
            <a:pPr>
              <a:lnSpc>
                <a:spcPct val="150000"/>
              </a:lnSpc>
            </a:pPr>
            <a:r>
              <a:rPr lang="vi-VN" sz="3800">
                <a:latin typeface="American Typewriter" panose="02090604020004020304" pitchFamily="18" charset="77"/>
              </a:rPr>
              <a:t>Ví dụ: </a:t>
            </a:r>
            <a:r>
              <a:rPr lang="vi-VN" sz="3800">
                <a:solidFill>
                  <a:srgbClr val="00B0F0"/>
                </a:solidFill>
                <a:latin typeface="American Typewriter" panose="02090604020004020304" pitchFamily="18" charset="77"/>
              </a:rPr>
              <a:t>Fortunately</a:t>
            </a:r>
            <a:r>
              <a:rPr lang="vi-VN" sz="3800">
                <a:latin typeface="American Typewriter" panose="02090604020004020304" pitchFamily="18" charset="77"/>
              </a:rPr>
              <a:t>, nobody was hurt. / We missed the last bus, </a:t>
            </a:r>
            <a:r>
              <a:rPr lang="vi-VN" sz="3800">
                <a:solidFill>
                  <a:srgbClr val="00B0F0"/>
                </a:solidFill>
                <a:latin typeface="American Typewriter" panose="02090604020004020304" pitchFamily="18" charset="77"/>
              </a:rPr>
              <a:t>unfortunately</a:t>
            </a:r>
            <a:r>
              <a:rPr lang="vi-VN" sz="3800"/>
              <a:t>.</a:t>
            </a:r>
          </a:p>
        </p:txBody>
      </p:sp>
      <p:sp>
        <p:nvSpPr>
          <p:cNvPr id="2" name="Freeform 5">
            <a:extLst>
              <a:ext uri="{FF2B5EF4-FFF2-40B4-BE49-F238E27FC236}">
                <a16:creationId xmlns:a16="http://schemas.microsoft.com/office/drawing/2014/main" id="{3712148D-5F77-993E-EBF0-1B63FF115B9A}"/>
              </a:ext>
            </a:extLst>
          </p:cNvPr>
          <p:cNvSpPr/>
          <p:nvPr/>
        </p:nvSpPr>
        <p:spPr>
          <a:xfrm>
            <a:off x="14893484" y="1676276"/>
            <a:ext cx="4731630" cy="8359589"/>
          </a:xfrm>
          <a:custGeom>
            <a:avLst/>
            <a:gdLst/>
            <a:ahLst/>
            <a:cxnLst/>
            <a:rect l="l" t="t" r="r" b="b"/>
            <a:pathLst>
              <a:path w="6848327" h="6926191">
                <a:moveTo>
                  <a:pt x="0" y="0"/>
                </a:moveTo>
                <a:lnTo>
                  <a:pt x="6848327" y="0"/>
                </a:lnTo>
                <a:lnTo>
                  <a:pt x="6848327" y="6926192"/>
                </a:lnTo>
                <a:lnTo>
                  <a:pt x="0" y="6926192"/>
                </a:lnTo>
                <a:lnTo>
                  <a:pt x="0" y="0"/>
                </a:lnTo>
                <a:close/>
              </a:path>
            </a:pathLst>
          </a:custGeom>
          <a:blipFill>
            <a:blip r:embed="rId3"/>
            <a:stretch>
              <a:fillRect l="-1079" r="-107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44722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p:tgtEl>
                                          <p:spTgt spid="9">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 calcmode="lin" valueType="num">
                                      <p:cBhvr additive="base">
                                        <p:cTn id="13"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 calcmode="lin" valueType="num">
                                      <p:cBhvr additive="base">
                                        <p:cTn id="17"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 calcmode="lin" valueType="num">
                                      <p:cBhvr additive="base">
                                        <p:cTn id="23"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 calcmode="lin" valueType="num">
                                      <p:cBhvr additive="base">
                                        <p:cTn id="27"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9">
                                            <p:txEl>
                                              <p:pRg st="5" end="5"/>
                                            </p:txEl>
                                          </p:spTgt>
                                        </p:tgtEl>
                                        <p:attrNameLst>
                                          <p:attrName>style.visibility</p:attrName>
                                        </p:attrNameLst>
                                      </p:cBhvr>
                                      <p:to>
                                        <p:strVal val="visible"/>
                                      </p:to>
                                    </p:set>
                                    <p:anim calcmode="lin" valueType="num">
                                      <p:cBhvr additive="base">
                                        <p:cTn id="33"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9">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9">
                                            <p:txEl>
                                              <p:pRg st="6" end="6"/>
                                            </p:txEl>
                                          </p:spTgt>
                                        </p:tgtEl>
                                        <p:attrNameLst>
                                          <p:attrName>style.visibility</p:attrName>
                                        </p:attrNameLst>
                                      </p:cBhvr>
                                      <p:to>
                                        <p:strVal val="visible"/>
                                      </p:to>
                                    </p:set>
                                    <p:anim calcmode="lin" valueType="num">
                                      <p:cBhvr additive="base">
                                        <p:cTn id="37" dur="500" fill="hold"/>
                                        <p:tgtEl>
                                          <p:spTgt spid="9">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6D0B3-744F-15B5-CD07-7476B20F1AD9}"/>
            </a:ext>
          </a:extLst>
        </p:cNvPr>
        <p:cNvGrpSpPr/>
        <p:nvPr/>
      </p:nvGrpSpPr>
      <p:grpSpPr>
        <a:xfrm>
          <a:off x="0" y="0"/>
          <a:ext cx="0" cy="0"/>
          <a:chOff x="0" y="0"/>
          <a:chExt cx="0" cy="0"/>
        </a:xfrm>
      </p:grpSpPr>
      <p:sp>
        <p:nvSpPr>
          <p:cNvPr id="6" name="Freeform 6">
            <a:extLst>
              <a:ext uri="{FF2B5EF4-FFF2-40B4-BE49-F238E27FC236}">
                <a16:creationId xmlns:a16="http://schemas.microsoft.com/office/drawing/2014/main" id="{8CE7EC73-BC16-7B44-90D6-CBE52A9D7F59}"/>
              </a:ext>
            </a:extLst>
          </p:cNvPr>
          <p:cNvSpPr/>
          <p:nvPr/>
        </p:nvSpPr>
        <p:spPr>
          <a:xfrm>
            <a:off x="16391451" y="-1599805"/>
            <a:ext cx="1735697" cy="4114800"/>
          </a:xfrm>
          <a:custGeom>
            <a:avLst/>
            <a:gdLst/>
            <a:ahLst/>
            <a:cxnLst/>
            <a:rect l="l" t="t" r="r" b="b"/>
            <a:pathLst>
              <a:path w="1735697" h="4114800">
                <a:moveTo>
                  <a:pt x="0" y="0"/>
                </a:moveTo>
                <a:lnTo>
                  <a:pt x="1735698" y="0"/>
                </a:lnTo>
                <a:lnTo>
                  <a:pt x="1735698"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Box 9">
            <a:extLst>
              <a:ext uri="{FF2B5EF4-FFF2-40B4-BE49-F238E27FC236}">
                <a16:creationId xmlns:a16="http://schemas.microsoft.com/office/drawing/2014/main" id="{14FFF486-C001-35F8-0AAD-38C863EDFBA8}"/>
              </a:ext>
            </a:extLst>
          </p:cNvPr>
          <p:cNvSpPr txBox="1"/>
          <p:nvPr/>
        </p:nvSpPr>
        <p:spPr>
          <a:xfrm>
            <a:off x="160852" y="132778"/>
            <a:ext cx="12996935" cy="10059164"/>
          </a:xfrm>
          <a:prstGeom prst="rect">
            <a:avLst/>
          </a:prstGeom>
        </p:spPr>
        <p:txBody>
          <a:bodyPr wrap="square" lIns="0" tIns="0" rIns="0" bIns="0" rtlCol="0" anchor="t">
            <a:spAutoFit/>
          </a:bodyPr>
          <a:lstStyle/>
          <a:p>
            <a:pPr algn="just">
              <a:lnSpc>
                <a:spcPct val="150000"/>
              </a:lnSpc>
            </a:pPr>
            <a:r>
              <a:rPr lang="vi-VN" sz="4000" b="1">
                <a:solidFill>
                  <a:srgbClr val="00B0F0"/>
                </a:solidFill>
                <a:latin typeface="American Typewriter" panose="02090604020004020304" pitchFamily="18" charset="77"/>
              </a:rPr>
              <a:t>3. Một số loại trạng từ thường gặp:</a:t>
            </a:r>
          </a:p>
          <a:p>
            <a:pPr marL="571500" indent="-571500" algn="just">
              <a:lnSpc>
                <a:spcPct val="150000"/>
              </a:lnSpc>
              <a:buFont typeface="Wingdings" pitchFamily="2" charset="2"/>
              <a:buChar char="§"/>
            </a:pPr>
            <a:r>
              <a:rPr lang="vi-VN" sz="4000" b="1">
                <a:latin typeface="American Typewriter" panose="02090604020004020304" pitchFamily="18" charset="77"/>
              </a:rPr>
              <a:t>Trạng từ chỉ thời gian:</a:t>
            </a:r>
            <a:r>
              <a:rPr lang="vi-VN" sz="4000">
                <a:latin typeface="American Typewriter" panose="02090604020004020304" pitchFamily="18" charset="77"/>
              </a:rPr>
              <a:t> recently, yesterday, soon, now, later...</a:t>
            </a:r>
          </a:p>
          <a:p>
            <a:pPr marL="571500" indent="-571500" algn="just">
              <a:lnSpc>
                <a:spcPct val="150000"/>
              </a:lnSpc>
              <a:buFont typeface="Wingdings" pitchFamily="2" charset="2"/>
              <a:buChar char="§"/>
            </a:pPr>
            <a:r>
              <a:rPr lang="vi-VN" sz="4000" b="1">
                <a:latin typeface="American Typewriter" panose="02090604020004020304" pitchFamily="18" charset="77"/>
              </a:rPr>
              <a:t>Trạng từ chỉ nơi chốn:</a:t>
            </a:r>
            <a:r>
              <a:rPr lang="vi-VN" sz="4000">
                <a:latin typeface="American Typewriter" panose="02090604020004020304" pitchFamily="18" charset="77"/>
              </a:rPr>
              <a:t> here, there, everywhere, outside, inside...</a:t>
            </a:r>
          </a:p>
          <a:p>
            <a:pPr marL="571500" indent="-571500" algn="just">
              <a:lnSpc>
                <a:spcPct val="150000"/>
              </a:lnSpc>
              <a:buFont typeface="Wingdings" pitchFamily="2" charset="2"/>
              <a:buChar char="§"/>
            </a:pPr>
            <a:r>
              <a:rPr lang="vi-VN" sz="4000" b="1">
                <a:latin typeface="American Typewriter" panose="02090604020004020304" pitchFamily="18" charset="77"/>
              </a:rPr>
              <a:t>Trạng từ chỉ cách thức:</a:t>
            </a:r>
            <a:r>
              <a:rPr lang="vi-VN" sz="4000">
                <a:latin typeface="American Typewriter" panose="02090604020004020304" pitchFamily="18" charset="77"/>
              </a:rPr>
              <a:t> well, quickly, carefully, slowly...</a:t>
            </a:r>
          </a:p>
          <a:p>
            <a:pPr marL="571500" indent="-571500" algn="just">
              <a:lnSpc>
                <a:spcPct val="150000"/>
              </a:lnSpc>
              <a:buFont typeface="Wingdings" pitchFamily="2" charset="2"/>
              <a:buChar char="§"/>
            </a:pPr>
            <a:r>
              <a:rPr lang="vi-VN" sz="4000" b="1">
                <a:latin typeface="American Typewriter" panose="02090604020004020304" pitchFamily="18" charset="77"/>
              </a:rPr>
              <a:t>Trạng từ chỉ tần suất:</a:t>
            </a:r>
            <a:r>
              <a:rPr lang="vi-VN" sz="4000">
                <a:latin typeface="American Typewriter" panose="02090604020004020304" pitchFamily="18" charset="77"/>
              </a:rPr>
              <a:t> always, usually, often, sometimes, rarely, never...</a:t>
            </a:r>
          </a:p>
          <a:p>
            <a:pPr marL="571500" indent="-571500" algn="just">
              <a:lnSpc>
                <a:spcPct val="150000"/>
              </a:lnSpc>
              <a:buFont typeface="Wingdings" pitchFamily="2" charset="2"/>
              <a:buChar char="§"/>
            </a:pPr>
            <a:r>
              <a:rPr lang="vi-VN" sz="4000" b="1">
                <a:latin typeface="American Typewriter" panose="02090604020004020304" pitchFamily="18" charset="77"/>
              </a:rPr>
              <a:t>Trạng từ chỉ mức độ:</a:t>
            </a:r>
            <a:r>
              <a:rPr lang="vi-VN" sz="4000">
                <a:latin typeface="American Typewriter" panose="02090604020004020304" pitchFamily="18" charset="77"/>
              </a:rPr>
              <a:t> very, quite, too, enough, almost..</a:t>
            </a:r>
          </a:p>
        </p:txBody>
      </p:sp>
      <p:sp>
        <p:nvSpPr>
          <p:cNvPr id="2" name="Freeform 5">
            <a:extLst>
              <a:ext uri="{FF2B5EF4-FFF2-40B4-BE49-F238E27FC236}">
                <a16:creationId xmlns:a16="http://schemas.microsoft.com/office/drawing/2014/main" id="{36C04D28-19F7-0B99-78DD-71300DE5D3AD}"/>
              </a:ext>
            </a:extLst>
          </p:cNvPr>
          <p:cNvSpPr/>
          <p:nvPr/>
        </p:nvSpPr>
        <p:spPr>
          <a:xfrm>
            <a:off x="13157787" y="1676276"/>
            <a:ext cx="6467327" cy="8359589"/>
          </a:xfrm>
          <a:custGeom>
            <a:avLst/>
            <a:gdLst/>
            <a:ahLst/>
            <a:cxnLst/>
            <a:rect l="l" t="t" r="r" b="b"/>
            <a:pathLst>
              <a:path w="6848327" h="6926191">
                <a:moveTo>
                  <a:pt x="0" y="0"/>
                </a:moveTo>
                <a:lnTo>
                  <a:pt x="6848327" y="0"/>
                </a:lnTo>
                <a:lnTo>
                  <a:pt x="6848327" y="6926192"/>
                </a:lnTo>
                <a:lnTo>
                  <a:pt x="0" y="6926192"/>
                </a:lnTo>
                <a:lnTo>
                  <a:pt x="0" y="0"/>
                </a:lnTo>
                <a:close/>
              </a:path>
            </a:pathLst>
          </a:custGeom>
          <a:blipFill>
            <a:blip r:embed="rId4"/>
            <a:stretch>
              <a:fillRect l="-1079" r="-107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46001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 calcmode="lin" valueType="num">
                                      <p:cBhvr additive="base">
                                        <p:cTn id="7"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 calcmode="lin" valueType="num">
                                      <p:cBhvr additive="base">
                                        <p:cTn id="13" dur="5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anim calcmode="lin" valueType="num">
                                      <p:cBhvr additive="base">
                                        <p:cTn id="19" dur="500" fill="hold"/>
                                        <p:tgtEl>
                                          <p:spTgt spid="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
                                            <p:txEl>
                                              <p:pRg st="4" end="4"/>
                                            </p:txEl>
                                          </p:spTgt>
                                        </p:tgtEl>
                                        <p:attrNameLst>
                                          <p:attrName>style.visibility</p:attrName>
                                        </p:attrNameLst>
                                      </p:cBhvr>
                                      <p:to>
                                        <p:strVal val="visible"/>
                                      </p:to>
                                    </p:set>
                                    <p:anim calcmode="lin" valueType="num">
                                      <p:cBhvr additive="base">
                                        <p:cTn id="25" dur="500" fill="hold"/>
                                        <p:tgtEl>
                                          <p:spTgt spid="9">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
                                            <p:txEl>
                                              <p:pRg st="5" end="5"/>
                                            </p:txEl>
                                          </p:spTgt>
                                        </p:tgtEl>
                                        <p:attrNameLst>
                                          <p:attrName>style.visibility</p:attrName>
                                        </p:attrNameLst>
                                      </p:cBhvr>
                                      <p:to>
                                        <p:strVal val="visible"/>
                                      </p:to>
                                    </p:set>
                                    <p:anim calcmode="lin" valueType="num">
                                      <p:cBhvr additive="base">
                                        <p:cTn id="31" dur="500" fill="hold"/>
                                        <p:tgtEl>
                                          <p:spTgt spid="9">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E1E60-3513-644F-0745-F434C3DB841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40CCC41-B98F-07FC-1C17-57A2D6240329}"/>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8D1D0F04-3B37-B615-CCC2-CA6B53095083}"/>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DAE2CEF1-8030-854D-4E5D-8D1C9DD341DB}"/>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 name="Group 5">
            <a:extLst>
              <a:ext uri="{FF2B5EF4-FFF2-40B4-BE49-F238E27FC236}">
                <a16:creationId xmlns:a16="http://schemas.microsoft.com/office/drawing/2014/main" id="{6A195952-0CF4-78EE-3F0A-C90A58B8C178}"/>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A7EA1C3D-C605-7D1B-1D6F-7E5C49916C94}"/>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EAD0D728-5064-852A-6ECD-EB7FE7CB8445}"/>
                </a:ext>
              </a:extLst>
            </p:cNvPr>
            <p:cNvSpPr txBox="1"/>
            <p:nvPr/>
          </p:nvSpPr>
          <p:spPr>
            <a:xfrm>
              <a:off x="0" y="-47625"/>
              <a:ext cx="5454346" cy="2751565"/>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27FD64C4-6C14-8308-8F41-F505DBB71170}"/>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65B4FD2A-5A87-2D19-53F4-DC24D8DE8C5C}"/>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F6D52E92-629B-9D6E-60A0-250AFBC09E5F}"/>
                </a:ext>
              </a:extLst>
            </p:cNvPr>
            <p:cNvSpPr txBox="1"/>
            <p:nvPr/>
          </p:nvSpPr>
          <p:spPr>
            <a:xfrm>
              <a:off x="0" y="-47625"/>
              <a:ext cx="5429786" cy="2704410"/>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BE84A171-C1BE-EC01-11F5-4495F9212B29}"/>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EEFDC806-D6E4-A0E4-5777-808A67539C6C}"/>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8BF7960A-FEB4-565C-859C-B863A925DE54}"/>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68AC527E-A961-9932-CE17-B2EFECEE36D2}"/>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727BA8BD-EDFA-0586-6FA8-F264012E4145}"/>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6A25DEB0-1C3A-E9DB-8356-C83B3581CE1C}"/>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620B9E9C-04AE-A15F-DA69-1205D98C928C}"/>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03510BFB-E4F0-3733-07AC-87096A2306B8}"/>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B22C7A0A-FBB7-E333-8CE8-C60429FCDDA1}"/>
                </a:ext>
              </a:extLst>
            </p:cNvPr>
            <p:cNvSpPr txBox="1"/>
            <p:nvPr/>
          </p:nvSpPr>
          <p:spPr>
            <a:xfrm>
              <a:off x="0" y="-47625"/>
              <a:ext cx="3961731" cy="2448417"/>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4" name="Freeform 34">
            <a:extLst>
              <a:ext uri="{FF2B5EF4-FFF2-40B4-BE49-F238E27FC236}">
                <a16:creationId xmlns:a16="http://schemas.microsoft.com/office/drawing/2014/main" id="{29DB80BA-A986-0F87-E1CB-B2467CDF33C1}"/>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5" name="Group 35">
            <a:extLst>
              <a:ext uri="{FF2B5EF4-FFF2-40B4-BE49-F238E27FC236}">
                <a16:creationId xmlns:a16="http://schemas.microsoft.com/office/drawing/2014/main" id="{5432C7D6-F044-3569-8C9A-A5DB4DD25C3C}"/>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92DB6EB4-6218-4AAC-BAAE-1366BEEE55E8}"/>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C89241F0-F126-809E-A6D1-92B3D695A41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Box 38">
                <a:extLst>
                  <a:ext uri="{FF2B5EF4-FFF2-40B4-BE49-F238E27FC236}">
                    <a16:creationId xmlns:a16="http://schemas.microsoft.com/office/drawing/2014/main" id="{678F4E7D-EA78-AF0F-5D6C-C94565E20F8E}"/>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9" name="Group 39">
              <a:extLst>
                <a:ext uri="{FF2B5EF4-FFF2-40B4-BE49-F238E27FC236}">
                  <a16:creationId xmlns:a16="http://schemas.microsoft.com/office/drawing/2014/main" id="{0E48E45A-6DF2-9E33-FF33-59191F5935BE}"/>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EBE5274E-4EE2-54A6-4482-5C5EEB15CBF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Box 41">
                <a:extLst>
                  <a:ext uri="{FF2B5EF4-FFF2-40B4-BE49-F238E27FC236}">
                    <a16:creationId xmlns:a16="http://schemas.microsoft.com/office/drawing/2014/main" id="{F2493B0E-6CC9-31ED-3869-A66CE28998F9}"/>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2" name="Group 42">
              <a:extLst>
                <a:ext uri="{FF2B5EF4-FFF2-40B4-BE49-F238E27FC236}">
                  <a16:creationId xmlns:a16="http://schemas.microsoft.com/office/drawing/2014/main" id="{0B94F04B-D43A-82EB-8B11-0CE7116B6E9B}"/>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6B49F641-D72D-0FD4-D6FD-8B1BA3C3696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Box 44">
                <a:extLst>
                  <a:ext uri="{FF2B5EF4-FFF2-40B4-BE49-F238E27FC236}">
                    <a16:creationId xmlns:a16="http://schemas.microsoft.com/office/drawing/2014/main" id="{8007EC7C-C51A-A5F0-670C-A2F71DF90937}"/>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5" name="Group 45">
              <a:extLst>
                <a:ext uri="{FF2B5EF4-FFF2-40B4-BE49-F238E27FC236}">
                  <a16:creationId xmlns:a16="http://schemas.microsoft.com/office/drawing/2014/main" id="{C22319CC-EAE7-90A5-6EE4-A6BA18AFEA92}"/>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4491E06E-48E7-73E3-6E8F-A8C80D3D1A1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Box 47">
                <a:extLst>
                  <a:ext uri="{FF2B5EF4-FFF2-40B4-BE49-F238E27FC236}">
                    <a16:creationId xmlns:a16="http://schemas.microsoft.com/office/drawing/2014/main" id="{3195340E-D126-EDBA-2A7C-AAF498439CA9}"/>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8" name="Group 48">
              <a:extLst>
                <a:ext uri="{FF2B5EF4-FFF2-40B4-BE49-F238E27FC236}">
                  <a16:creationId xmlns:a16="http://schemas.microsoft.com/office/drawing/2014/main" id="{7DFF1D77-B101-A773-3C73-15BA120A96FD}"/>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84953865-A2D4-66F0-499F-7E257FFAC83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Box 50">
                <a:extLst>
                  <a:ext uri="{FF2B5EF4-FFF2-40B4-BE49-F238E27FC236}">
                    <a16:creationId xmlns:a16="http://schemas.microsoft.com/office/drawing/2014/main" id="{C84C27C8-E77C-C646-5CB0-E10574E02507}"/>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51" name="Freeform 51">
            <a:extLst>
              <a:ext uri="{FF2B5EF4-FFF2-40B4-BE49-F238E27FC236}">
                <a16:creationId xmlns:a16="http://schemas.microsoft.com/office/drawing/2014/main" id="{0DF4BC91-0AC7-4A92-C1AD-0BCE0E9EB02A}"/>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2" name="Group 52">
            <a:extLst>
              <a:ext uri="{FF2B5EF4-FFF2-40B4-BE49-F238E27FC236}">
                <a16:creationId xmlns:a16="http://schemas.microsoft.com/office/drawing/2014/main" id="{0B1B9986-50F0-716D-4146-64D39E29551A}"/>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01EDF2B9-4C62-7E54-5445-32B0F3CB324F}"/>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98BC6D1C-27C5-D791-A09F-E94EF58C5A4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FC36D4E9-1CD0-A6D0-3DD9-54576103D665}"/>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D11700A8-D7D3-4293-3325-FD55D33C0808}"/>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131D98F8-8F57-A3F9-7FBC-73B9A80EAED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7CDFB289-F319-5632-EFDF-98A4F8942B92}"/>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F50613E4-4E63-F200-9EBC-2DB09E9D7E1C}"/>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41079047-4A6A-4FEA-0DC2-0E3E5E9C757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1A586A5E-E968-E6B0-962F-2CBB03A9CC6F}"/>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5E6DFA22-8A36-81E1-64EB-548C9337D8C7}"/>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7403A6DB-D30A-6E84-ACEE-84A45136584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922C5295-464F-4E46-8916-7B75B5CAFD5C}"/>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5" name="Group 65">
              <a:extLst>
                <a:ext uri="{FF2B5EF4-FFF2-40B4-BE49-F238E27FC236}">
                  <a16:creationId xmlns:a16="http://schemas.microsoft.com/office/drawing/2014/main" id="{5392EE1D-5D85-9C47-5B54-71DB45EAB17B}"/>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9397AC68-B922-11BF-9011-6637C5E80AD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Box 67">
                <a:extLst>
                  <a:ext uri="{FF2B5EF4-FFF2-40B4-BE49-F238E27FC236}">
                    <a16:creationId xmlns:a16="http://schemas.microsoft.com/office/drawing/2014/main" id="{CE9E8F5E-40F3-6E5D-317B-90A6424A7898}"/>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68" name="Group 68">
            <a:extLst>
              <a:ext uri="{FF2B5EF4-FFF2-40B4-BE49-F238E27FC236}">
                <a16:creationId xmlns:a16="http://schemas.microsoft.com/office/drawing/2014/main" id="{FF2D02FF-BA1F-BA92-CF20-044A7F75FCBA}"/>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0BEEC9AB-32C1-9ED0-8767-7DCC3E45F3FE}"/>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C44B0C38-4DE3-CEE0-EAD4-530E2BEA8609}"/>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Box 71">
                <a:extLst>
                  <a:ext uri="{FF2B5EF4-FFF2-40B4-BE49-F238E27FC236}">
                    <a16:creationId xmlns:a16="http://schemas.microsoft.com/office/drawing/2014/main" id="{9F568A10-AED2-669D-FEFA-9472AB1F8DDD}"/>
                  </a:ext>
                </a:extLst>
              </p:cNvPr>
              <p:cNvSpPr txBox="1"/>
              <p:nvPr/>
            </p:nvSpPr>
            <p:spPr>
              <a:xfrm>
                <a:off x="0" y="-47625"/>
                <a:ext cx="458420"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2" name="Group 72">
              <a:extLst>
                <a:ext uri="{FF2B5EF4-FFF2-40B4-BE49-F238E27FC236}">
                  <a16:creationId xmlns:a16="http://schemas.microsoft.com/office/drawing/2014/main" id="{F91416AC-B07C-B591-01A3-E31B62C29B36}"/>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3E8122EA-4A05-7F89-FB3D-08B77CBCA27F}"/>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TextBox 74">
                <a:extLst>
                  <a:ext uri="{FF2B5EF4-FFF2-40B4-BE49-F238E27FC236}">
                    <a16:creationId xmlns:a16="http://schemas.microsoft.com/office/drawing/2014/main" id="{86983CD1-25AF-1EF1-0B87-B61156F7A085}"/>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5" name="Group 75">
              <a:extLst>
                <a:ext uri="{FF2B5EF4-FFF2-40B4-BE49-F238E27FC236}">
                  <a16:creationId xmlns:a16="http://schemas.microsoft.com/office/drawing/2014/main" id="{6EE090A9-6277-B989-67DE-C1504AA7BD4A}"/>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6F267DFE-56DC-2BF4-AB7B-71ABF366DB49}"/>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7" name="TextBox 77">
                <a:extLst>
                  <a:ext uri="{FF2B5EF4-FFF2-40B4-BE49-F238E27FC236}">
                    <a16:creationId xmlns:a16="http://schemas.microsoft.com/office/drawing/2014/main" id="{EE0B0EE7-163E-D02D-34E4-81D89BE882A4}"/>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8" name="Group 78">
              <a:extLst>
                <a:ext uri="{FF2B5EF4-FFF2-40B4-BE49-F238E27FC236}">
                  <a16:creationId xmlns:a16="http://schemas.microsoft.com/office/drawing/2014/main" id="{19E2D3F0-DF48-C988-DE89-C459BCA76322}"/>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74937404-EEE4-B4B2-B866-EBDCA3DEDAD7}"/>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Box 80">
                <a:extLst>
                  <a:ext uri="{FF2B5EF4-FFF2-40B4-BE49-F238E27FC236}">
                    <a16:creationId xmlns:a16="http://schemas.microsoft.com/office/drawing/2014/main" id="{68189CDE-2067-C720-CE32-B46B66C16D5E}"/>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1" name="Group 81">
              <a:extLst>
                <a:ext uri="{FF2B5EF4-FFF2-40B4-BE49-F238E27FC236}">
                  <a16:creationId xmlns:a16="http://schemas.microsoft.com/office/drawing/2014/main" id="{FADD89B6-3314-ABC8-6676-558E8A456C1B}"/>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BA9EA116-1438-E2D6-76B2-4BDD24AF676C}"/>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3" name="TextBox 83">
                <a:extLst>
                  <a:ext uri="{FF2B5EF4-FFF2-40B4-BE49-F238E27FC236}">
                    <a16:creationId xmlns:a16="http://schemas.microsoft.com/office/drawing/2014/main" id="{62F258AE-14DA-E035-C60E-EEBF879F2401}"/>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84" name="Freeform 84">
            <a:extLst>
              <a:ext uri="{FF2B5EF4-FFF2-40B4-BE49-F238E27FC236}">
                <a16:creationId xmlns:a16="http://schemas.microsoft.com/office/drawing/2014/main" id="{4BE862BC-3063-A3CF-426B-22AC7790D7EA}"/>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3E9D5030-4D63-D72E-D6A9-6DBC147C7498}"/>
              </a:ext>
            </a:extLst>
          </p:cNvPr>
          <p:cNvSpPr txBox="1"/>
          <p:nvPr/>
        </p:nvSpPr>
        <p:spPr>
          <a:xfrm>
            <a:off x="1514629" y="935029"/>
            <a:ext cx="16016047" cy="7383496"/>
          </a:xfrm>
          <a:prstGeom prst="rect">
            <a:avLst/>
          </a:prstGeom>
          <a:noFill/>
        </p:spPr>
        <p:txBody>
          <a:bodyPr wrap="square">
            <a:spAutoFit/>
          </a:bodyPr>
          <a:lstStyle/>
          <a:p>
            <a:pPr algn="just">
              <a:lnSpc>
                <a:spcPct val="150000"/>
              </a:lnSpc>
              <a:spcBef>
                <a:spcPts val="600"/>
              </a:spcBef>
              <a:spcAft>
                <a:spcPts val="600"/>
              </a:spcAft>
              <a:defRPr/>
            </a:pPr>
            <a:r>
              <a:rPr lang="en-US" sz="4000" b="1">
                <a:solidFill>
                  <a:srgbClr val="00B050"/>
                </a:solidFill>
                <a:latin typeface="American Typewriter" panose="02090604020004020304" pitchFamily="18" charset="77"/>
              </a:rPr>
              <a:t>Bài tập áp dụng 1: Chuyển các câu sau sang tiếng Anh:</a:t>
            </a:r>
            <a:endParaRPr kumimoji="0" lang="en-US" sz="4000" b="0" i="0" u="none" strike="noStrike" kern="1200" cap="none" spc="0" normalizeH="0" baseline="0" noProof="0">
              <a:ln>
                <a:noFill/>
              </a:ln>
              <a:solidFill>
                <a:srgbClr val="00B050"/>
              </a:solidFill>
              <a:effectLst/>
              <a:uLnTx/>
              <a:uFillTx/>
              <a:latin typeface="American Typewriter" panose="02090604020004020304" pitchFamily="18" charset="77"/>
              <a:ea typeface="+mn-ea"/>
              <a:cs typeface="+mn-cs"/>
            </a:endParaRPr>
          </a:p>
          <a:p>
            <a:pPr algn="just">
              <a:lnSpc>
                <a:spcPct val="150000"/>
              </a:lnSpc>
              <a:spcBef>
                <a:spcPts val="600"/>
              </a:spcBef>
              <a:spcAft>
                <a:spcPts val="600"/>
              </a:spcAft>
            </a:pPr>
            <a:r>
              <a:rPr lang="vi-VN" sz="4000" b="1">
                <a:latin typeface="American Typewriter" panose="02090604020004020304" pitchFamily="18" charset="77"/>
              </a:rPr>
              <a:t>1. </a:t>
            </a:r>
            <a:r>
              <a:rPr lang="vi-VN" sz="4000" b="1">
                <a:solidFill>
                  <a:srgbClr val="0070C0"/>
                </a:solidFill>
                <a:latin typeface="American Typewriter" panose="02090604020004020304" pitchFamily="18" charset="77"/>
              </a:rPr>
              <a:t>Tôi thường </a:t>
            </a:r>
            <a:r>
              <a:rPr lang="vi-VN" sz="4000" b="1">
                <a:solidFill>
                  <a:schemeClr val="accent2"/>
                </a:solidFill>
                <a:latin typeface="American Typewriter" panose="02090604020004020304" pitchFamily="18" charset="77"/>
              </a:rPr>
              <a:t>chơi thể thao </a:t>
            </a:r>
            <a:r>
              <a:rPr lang="vi-VN" sz="4000" b="1">
                <a:solidFill>
                  <a:schemeClr val="accent6"/>
                </a:solidFill>
                <a:latin typeface="American Typewriter" panose="02090604020004020304" pitchFamily="18" charset="77"/>
              </a:rPr>
              <a:t>sau giờ học </a:t>
            </a:r>
            <a:r>
              <a:rPr lang="vi-VN" sz="4000" b="1">
                <a:solidFill>
                  <a:schemeClr val="accent4"/>
                </a:solidFill>
                <a:latin typeface="American Typewriter" panose="02090604020004020304" pitchFamily="18" charset="77"/>
              </a:rPr>
              <a:t>để thư giãn đầu óc</a:t>
            </a:r>
            <a:r>
              <a:rPr lang="vi-VN" sz="4000" b="1">
                <a:latin typeface="American Typewriter" panose="02090604020004020304" pitchFamily="18" charset="77"/>
              </a:rPr>
              <a:t>.</a:t>
            </a:r>
          </a:p>
          <a:p>
            <a:pPr algn="just">
              <a:lnSpc>
                <a:spcPct val="150000"/>
              </a:lnSpc>
              <a:spcBef>
                <a:spcPts val="600"/>
              </a:spcBef>
              <a:spcAft>
                <a:spcPts val="600"/>
              </a:spcAft>
            </a:pPr>
            <a:r>
              <a:rPr lang="vi-VN" sz="4000" b="1">
                <a:latin typeface="American Typewriter" panose="02090604020004020304" pitchFamily="18" charset="77"/>
              </a:rPr>
              <a:t>→ </a:t>
            </a:r>
            <a:r>
              <a:rPr lang="vi-VN" sz="4000" b="1">
                <a:solidFill>
                  <a:srgbClr val="0070C0"/>
                </a:solidFill>
                <a:latin typeface="American Typewriter" panose="02090604020004020304" pitchFamily="18" charset="77"/>
              </a:rPr>
              <a:t>I often</a:t>
            </a:r>
            <a:r>
              <a:rPr lang="vi-VN" sz="4000" b="1">
                <a:latin typeface="American Typewriter" panose="02090604020004020304" pitchFamily="18" charset="77"/>
              </a:rPr>
              <a:t> </a:t>
            </a:r>
            <a:r>
              <a:rPr lang="vi-VN" sz="4000" b="1">
                <a:solidFill>
                  <a:schemeClr val="accent2"/>
                </a:solidFill>
                <a:latin typeface="American Typewriter" panose="02090604020004020304" pitchFamily="18" charset="77"/>
              </a:rPr>
              <a:t>play sports </a:t>
            </a:r>
            <a:r>
              <a:rPr lang="vi-VN" sz="4000" b="1">
                <a:solidFill>
                  <a:schemeClr val="accent6"/>
                </a:solidFill>
                <a:latin typeface="American Typewriter" panose="02090604020004020304" pitchFamily="18" charset="77"/>
              </a:rPr>
              <a:t>after school </a:t>
            </a:r>
            <a:r>
              <a:rPr lang="vi-VN" sz="4000" b="1">
                <a:solidFill>
                  <a:schemeClr val="accent4"/>
                </a:solidFill>
                <a:latin typeface="American Typewriter" panose="02090604020004020304" pitchFamily="18" charset="77"/>
              </a:rPr>
              <a:t>to refresh my mind</a:t>
            </a:r>
            <a:r>
              <a:rPr lang="vi-VN" sz="4000" b="1">
                <a:latin typeface="American Typewriter" panose="02090604020004020304" pitchFamily="18" charset="77"/>
              </a:rPr>
              <a:t>.</a:t>
            </a:r>
          </a:p>
          <a:p>
            <a:pPr algn="just">
              <a:lnSpc>
                <a:spcPct val="150000"/>
              </a:lnSpc>
              <a:spcBef>
                <a:spcPts val="600"/>
              </a:spcBef>
              <a:spcAft>
                <a:spcPts val="600"/>
              </a:spcAft>
            </a:pPr>
            <a:r>
              <a:rPr lang="vi-VN" sz="4000" b="1">
                <a:latin typeface="American Typewriter" panose="02090604020004020304" pitchFamily="18" charset="77"/>
              </a:rPr>
              <a:t>2. </a:t>
            </a:r>
            <a:r>
              <a:rPr lang="vi-VN" sz="4000" b="1">
                <a:solidFill>
                  <a:schemeClr val="accent3"/>
                </a:solidFill>
                <a:latin typeface="American Typewriter" panose="02090604020004020304" pitchFamily="18" charset="77"/>
              </a:rPr>
              <a:t>Hôm qua </a:t>
            </a:r>
            <a:r>
              <a:rPr lang="vi-VN" sz="4000" b="1">
                <a:solidFill>
                  <a:srgbClr val="FFC000"/>
                </a:solidFill>
                <a:latin typeface="American Typewriter" panose="02090604020004020304" pitchFamily="18" charset="77"/>
              </a:rPr>
              <a:t>tôi đã dậy </a:t>
            </a:r>
            <a:r>
              <a:rPr lang="vi-VN" sz="4000" b="1">
                <a:solidFill>
                  <a:schemeClr val="accent2"/>
                </a:solidFill>
                <a:latin typeface="American Typewriter" panose="02090604020004020304" pitchFamily="18" charset="77"/>
              </a:rPr>
              <a:t>rất sớm </a:t>
            </a:r>
            <a:r>
              <a:rPr lang="vi-VN" sz="4000" b="1">
                <a:solidFill>
                  <a:schemeClr val="accent6"/>
                </a:solidFill>
                <a:latin typeface="American Typewriter" panose="02090604020004020304" pitchFamily="18" charset="77"/>
              </a:rPr>
              <a:t>để ôn bài thi</a:t>
            </a:r>
            <a:r>
              <a:rPr lang="vi-VN" sz="4000" b="1">
                <a:latin typeface="American Typewriter" panose="02090604020004020304" pitchFamily="18" charset="77"/>
              </a:rPr>
              <a:t>.</a:t>
            </a:r>
          </a:p>
          <a:p>
            <a:pPr algn="just">
              <a:lnSpc>
                <a:spcPct val="150000"/>
              </a:lnSpc>
              <a:spcBef>
                <a:spcPts val="600"/>
              </a:spcBef>
              <a:spcAft>
                <a:spcPts val="600"/>
              </a:spcAft>
            </a:pPr>
            <a:r>
              <a:rPr lang="vi-VN" sz="4000" b="1">
                <a:latin typeface="American Typewriter" panose="02090604020004020304" pitchFamily="18" charset="77"/>
              </a:rPr>
              <a:t>→ </a:t>
            </a:r>
            <a:r>
              <a:rPr lang="vi-VN" sz="4000" b="1">
                <a:solidFill>
                  <a:schemeClr val="accent3"/>
                </a:solidFill>
                <a:latin typeface="American Typewriter" panose="02090604020004020304" pitchFamily="18" charset="77"/>
              </a:rPr>
              <a:t>Yesterday,</a:t>
            </a:r>
            <a:r>
              <a:rPr lang="vi-VN" sz="4000" b="1">
                <a:latin typeface="American Typewriter" panose="02090604020004020304" pitchFamily="18" charset="77"/>
              </a:rPr>
              <a:t> </a:t>
            </a:r>
            <a:r>
              <a:rPr lang="vi-VN" sz="4000" b="1">
                <a:solidFill>
                  <a:srgbClr val="FFC000"/>
                </a:solidFill>
                <a:latin typeface="American Typewriter" panose="02090604020004020304" pitchFamily="18" charset="77"/>
              </a:rPr>
              <a:t>I got up </a:t>
            </a:r>
            <a:r>
              <a:rPr lang="vi-VN" sz="4000" b="1">
                <a:solidFill>
                  <a:schemeClr val="accent2"/>
                </a:solidFill>
                <a:latin typeface="American Typewriter" panose="02090604020004020304" pitchFamily="18" charset="77"/>
              </a:rPr>
              <a:t>very early </a:t>
            </a:r>
            <a:r>
              <a:rPr lang="vi-VN" sz="4000" b="1">
                <a:solidFill>
                  <a:schemeClr val="accent6"/>
                </a:solidFill>
                <a:latin typeface="American Typewriter" panose="02090604020004020304" pitchFamily="18" charset="77"/>
              </a:rPr>
              <a:t>to revise/study for the exam</a:t>
            </a:r>
            <a:r>
              <a:rPr lang="vi-VN" sz="4000" b="1">
                <a:latin typeface="American Typewriter" panose="02090604020004020304" pitchFamily="18" charset="77"/>
              </a:rPr>
              <a:t>.</a:t>
            </a:r>
          </a:p>
          <a:p>
            <a:pPr algn="just">
              <a:lnSpc>
                <a:spcPct val="150000"/>
              </a:lnSpc>
              <a:spcBef>
                <a:spcPts val="600"/>
              </a:spcBef>
              <a:spcAft>
                <a:spcPts val="600"/>
              </a:spcAft>
            </a:pPr>
            <a:r>
              <a:rPr lang="vi-VN" sz="4000" b="1">
                <a:latin typeface="American Typewriter" panose="02090604020004020304" pitchFamily="18" charset="77"/>
              </a:rPr>
              <a:t>3. </a:t>
            </a:r>
            <a:r>
              <a:rPr lang="vi-VN" sz="4000" b="1">
                <a:solidFill>
                  <a:srgbClr val="FF85FF"/>
                </a:solidFill>
                <a:latin typeface="American Typewriter" panose="02090604020004020304" pitchFamily="18" charset="77"/>
              </a:rPr>
              <a:t>Tôi luôn làm bài tập </a:t>
            </a:r>
            <a:r>
              <a:rPr lang="vi-VN" sz="4000" b="1">
                <a:solidFill>
                  <a:srgbClr val="00B050"/>
                </a:solidFill>
                <a:latin typeface="American Typewriter" panose="02090604020004020304" pitchFamily="18" charset="77"/>
              </a:rPr>
              <a:t>một cách cẩn thận </a:t>
            </a:r>
            <a:r>
              <a:rPr lang="vi-VN" sz="4000" b="1">
                <a:solidFill>
                  <a:srgbClr val="FF2600"/>
                </a:solidFill>
                <a:latin typeface="American Typewriter" panose="02090604020004020304" pitchFamily="18" charset="77"/>
              </a:rPr>
              <a:t>để tránh sai sót</a:t>
            </a:r>
            <a:r>
              <a:rPr lang="vi-VN" sz="4000" b="1">
                <a:latin typeface="American Typewriter" panose="02090604020004020304" pitchFamily="18" charset="77"/>
              </a:rPr>
              <a:t>.</a:t>
            </a:r>
          </a:p>
          <a:p>
            <a:pPr algn="just">
              <a:lnSpc>
                <a:spcPct val="150000"/>
              </a:lnSpc>
              <a:spcBef>
                <a:spcPts val="600"/>
              </a:spcBef>
              <a:spcAft>
                <a:spcPts val="600"/>
              </a:spcAft>
            </a:pPr>
            <a:r>
              <a:rPr lang="vi-VN" sz="4000" b="1">
                <a:latin typeface="American Typewriter" panose="02090604020004020304" pitchFamily="18" charset="77"/>
              </a:rPr>
              <a:t>→ </a:t>
            </a:r>
            <a:r>
              <a:rPr lang="vi-VN" sz="4000" b="1">
                <a:solidFill>
                  <a:srgbClr val="FF85FF"/>
                </a:solidFill>
                <a:latin typeface="American Typewriter" panose="02090604020004020304" pitchFamily="18" charset="77"/>
              </a:rPr>
              <a:t>I always do my homework </a:t>
            </a:r>
            <a:r>
              <a:rPr lang="vi-VN" sz="4000" b="1">
                <a:solidFill>
                  <a:srgbClr val="00B050"/>
                </a:solidFill>
                <a:latin typeface="American Typewriter" panose="02090604020004020304" pitchFamily="18" charset="77"/>
              </a:rPr>
              <a:t>carefully</a:t>
            </a:r>
            <a:r>
              <a:rPr lang="vi-VN" sz="4000" b="1">
                <a:latin typeface="American Typewriter" panose="02090604020004020304" pitchFamily="18" charset="77"/>
              </a:rPr>
              <a:t> </a:t>
            </a:r>
            <a:r>
              <a:rPr lang="vi-VN" sz="4000" b="1">
                <a:solidFill>
                  <a:srgbClr val="FF2600"/>
                </a:solidFill>
                <a:latin typeface="American Typewriter" panose="02090604020004020304" pitchFamily="18" charset="77"/>
              </a:rPr>
              <a:t>to avoid mistakes</a:t>
            </a:r>
            <a:r>
              <a:rPr lang="vi-VN" sz="4000" b="1">
                <a:latin typeface="American Typewriter" panose="02090604020004020304" pitchFamily="18" charset="77"/>
              </a:rPr>
              <a:t>.</a:t>
            </a:r>
          </a:p>
        </p:txBody>
      </p:sp>
    </p:spTree>
    <p:extLst>
      <p:ext uri="{BB962C8B-B14F-4D97-AF65-F5344CB8AC3E}">
        <p14:creationId xmlns:p14="http://schemas.microsoft.com/office/powerpoint/2010/main" val="975777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8">
                                            <p:txEl>
                                              <p:pRg st="4" end="4"/>
                                            </p:txEl>
                                          </p:spTgt>
                                        </p:tgtEl>
                                        <p:attrNameLst>
                                          <p:attrName>style.visibility</p:attrName>
                                        </p:attrNameLst>
                                      </p:cBhvr>
                                      <p:to>
                                        <p:strVal val="visible"/>
                                      </p:to>
                                    </p:set>
                                    <p:anim calcmode="lin" valueType="num">
                                      <p:cBhvr additive="base">
                                        <p:cTn id="31" dur="500" fill="hold"/>
                                        <p:tgtEl>
                                          <p:spTgt spid="9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8">
                                            <p:txEl>
                                              <p:pRg st="5" end="5"/>
                                            </p:txEl>
                                          </p:spTgt>
                                        </p:tgtEl>
                                        <p:attrNameLst>
                                          <p:attrName>style.visibility</p:attrName>
                                        </p:attrNameLst>
                                      </p:cBhvr>
                                      <p:to>
                                        <p:strVal val="visible"/>
                                      </p:to>
                                    </p:set>
                                    <p:anim calcmode="lin" valueType="num">
                                      <p:cBhvr additive="base">
                                        <p:cTn id="37" dur="500" fill="hold"/>
                                        <p:tgtEl>
                                          <p:spTgt spid="9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9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8">
                                            <p:txEl>
                                              <p:pRg st="6" end="6"/>
                                            </p:txEl>
                                          </p:spTgt>
                                        </p:tgtEl>
                                        <p:attrNameLst>
                                          <p:attrName>style.visibility</p:attrName>
                                        </p:attrNameLst>
                                      </p:cBhvr>
                                      <p:to>
                                        <p:strVal val="visible"/>
                                      </p:to>
                                    </p:set>
                                    <p:anim calcmode="lin" valueType="num">
                                      <p:cBhvr additive="base">
                                        <p:cTn id="43" dur="500" fill="hold"/>
                                        <p:tgtEl>
                                          <p:spTgt spid="98">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8">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B57AF-A1E8-E7C3-E156-3B1D48EFB1B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EDB6A82-7FD5-1F97-3BC9-A8FDB5081FF6}"/>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0E6E9098-3CE2-42DA-D30C-37A88ECE52FA}"/>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0CACD95C-D41A-12C5-4BBA-97D2D916ED8E}"/>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 name="Group 5">
            <a:extLst>
              <a:ext uri="{FF2B5EF4-FFF2-40B4-BE49-F238E27FC236}">
                <a16:creationId xmlns:a16="http://schemas.microsoft.com/office/drawing/2014/main" id="{EF72151E-CBB8-52DA-7EFC-4881BB2E40A3}"/>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A8C9EEE2-5A14-5DDA-0614-D6D64CB6E86D}"/>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5841A414-0C8A-8E25-5BB2-66AC79B3937B}"/>
                </a:ext>
              </a:extLst>
            </p:cNvPr>
            <p:cNvSpPr txBox="1"/>
            <p:nvPr/>
          </p:nvSpPr>
          <p:spPr>
            <a:xfrm>
              <a:off x="0" y="-47625"/>
              <a:ext cx="5454346" cy="2751565"/>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7A2467DB-4ED5-B26E-916B-556FF4F32A88}"/>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AF736831-5C2C-DAB7-10FB-884B1307CD9C}"/>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9FD48336-7AD8-707A-FC84-06F77B03F92B}"/>
                </a:ext>
              </a:extLst>
            </p:cNvPr>
            <p:cNvSpPr txBox="1"/>
            <p:nvPr/>
          </p:nvSpPr>
          <p:spPr>
            <a:xfrm>
              <a:off x="0" y="-47625"/>
              <a:ext cx="5429786" cy="2704410"/>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8FC25B30-33E2-F748-B007-6F24942BD13E}"/>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92117F9A-22CE-ECF4-CCBB-75167D9CFDDE}"/>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532EFB37-107C-3286-18A3-C344C9C2C347}"/>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FEF632F5-3069-939E-3E8B-A06FB3585AEA}"/>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F455AA89-CF32-0DCF-D30C-9CA7895F9A8C}"/>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EA51AAAF-BE6E-739F-BC4B-99F1A259075B}"/>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E82280F1-1C79-B64E-DE53-EAC1750765AE}"/>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97C15603-41BD-2737-A8DF-D127F7158BF1}"/>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DCD15947-941A-8630-C282-4B188C02B3CE}"/>
                </a:ext>
              </a:extLst>
            </p:cNvPr>
            <p:cNvSpPr txBox="1"/>
            <p:nvPr/>
          </p:nvSpPr>
          <p:spPr>
            <a:xfrm>
              <a:off x="0" y="-47625"/>
              <a:ext cx="3961731" cy="2448417"/>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4" name="Freeform 34">
            <a:extLst>
              <a:ext uri="{FF2B5EF4-FFF2-40B4-BE49-F238E27FC236}">
                <a16:creationId xmlns:a16="http://schemas.microsoft.com/office/drawing/2014/main" id="{8F9F006B-F679-3A2C-DAC3-4C55DD417477}"/>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5" name="Group 35">
            <a:extLst>
              <a:ext uri="{FF2B5EF4-FFF2-40B4-BE49-F238E27FC236}">
                <a16:creationId xmlns:a16="http://schemas.microsoft.com/office/drawing/2014/main" id="{92370C68-A5C8-B946-4D73-9CC66DD2BB97}"/>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EA045620-C793-E7E7-CD70-5A020E67836C}"/>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5656B349-5FC4-2423-8148-97CA5711AA4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Box 38">
                <a:extLst>
                  <a:ext uri="{FF2B5EF4-FFF2-40B4-BE49-F238E27FC236}">
                    <a16:creationId xmlns:a16="http://schemas.microsoft.com/office/drawing/2014/main" id="{BD8E1C15-AD7A-6ED1-D384-FD36082DFE3D}"/>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9" name="Group 39">
              <a:extLst>
                <a:ext uri="{FF2B5EF4-FFF2-40B4-BE49-F238E27FC236}">
                  <a16:creationId xmlns:a16="http://schemas.microsoft.com/office/drawing/2014/main" id="{82361FCF-2A6A-3888-4974-0DEB39584EF2}"/>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96A06E81-DC15-BA2B-8318-86D540167D4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Box 41">
                <a:extLst>
                  <a:ext uri="{FF2B5EF4-FFF2-40B4-BE49-F238E27FC236}">
                    <a16:creationId xmlns:a16="http://schemas.microsoft.com/office/drawing/2014/main" id="{09681299-3609-F2ED-230D-E53EF09E86FB}"/>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2" name="Group 42">
              <a:extLst>
                <a:ext uri="{FF2B5EF4-FFF2-40B4-BE49-F238E27FC236}">
                  <a16:creationId xmlns:a16="http://schemas.microsoft.com/office/drawing/2014/main" id="{F3F30493-7520-0FA5-A3D4-F3FB5131D34F}"/>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74F15114-75D5-34E7-C06D-603C3D7130B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Box 44">
                <a:extLst>
                  <a:ext uri="{FF2B5EF4-FFF2-40B4-BE49-F238E27FC236}">
                    <a16:creationId xmlns:a16="http://schemas.microsoft.com/office/drawing/2014/main" id="{7F9D0E89-60DA-C8C4-89CB-A1E3AACC0767}"/>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5" name="Group 45">
              <a:extLst>
                <a:ext uri="{FF2B5EF4-FFF2-40B4-BE49-F238E27FC236}">
                  <a16:creationId xmlns:a16="http://schemas.microsoft.com/office/drawing/2014/main" id="{A84BB988-5020-CBBB-4281-8BA95BA3E5F1}"/>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EC65AAD2-E31D-55AB-388D-93DCFD92B0A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Box 47">
                <a:extLst>
                  <a:ext uri="{FF2B5EF4-FFF2-40B4-BE49-F238E27FC236}">
                    <a16:creationId xmlns:a16="http://schemas.microsoft.com/office/drawing/2014/main" id="{5D506AD1-1CD0-1605-B86A-B37B1FBFD892}"/>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8" name="Group 48">
              <a:extLst>
                <a:ext uri="{FF2B5EF4-FFF2-40B4-BE49-F238E27FC236}">
                  <a16:creationId xmlns:a16="http://schemas.microsoft.com/office/drawing/2014/main" id="{5A28DC17-3F49-466A-20D9-8CBA902B61AD}"/>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C9434959-1B56-F327-8CE2-7CD401D59AB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Box 50">
                <a:extLst>
                  <a:ext uri="{FF2B5EF4-FFF2-40B4-BE49-F238E27FC236}">
                    <a16:creationId xmlns:a16="http://schemas.microsoft.com/office/drawing/2014/main" id="{D29AED7A-CAED-1487-494F-21FB56D5AECE}"/>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51" name="Freeform 51">
            <a:extLst>
              <a:ext uri="{FF2B5EF4-FFF2-40B4-BE49-F238E27FC236}">
                <a16:creationId xmlns:a16="http://schemas.microsoft.com/office/drawing/2014/main" id="{C8C6F8EA-876B-BC36-842F-522348C11319}"/>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2" name="Group 52">
            <a:extLst>
              <a:ext uri="{FF2B5EF4-FFF2-40B4-BE49-F238E27FC236}">
                <a16:creationId xmlns:a16="http://schemas.microsoft.com/office/drawing/2014/main" id="{EB516BD7-716F-22E2-0BB6-722F615A2D19}"/>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3A058A27-50DF-63DC-3D5B-B5D9F833FFE6}"/>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2BBDC8E7-9568-7CD3-0F82-3B1DC473E8D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780EA1C4-8858-76E3-DC43-420783431D33}"/>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848EFFAF-47AD-6435-7A2B-6989AD2B262D}"/>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777AB24D-A0B4-D8A2-53F4-52A6515E574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76FF1866-B871-70CC-5E82-BE1F1D730047}"/>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FC10A3CE-42BE-DC19-D987-4CB553E57751}"/>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16F7411C-0BC9-5719-8DCB-4A0BA997C22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E35DC1C8-11FB-C1B3-A93D-F453C5F0B6DF}"/>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366CEE16-C00C-5A71-3266-FBB940C51BAE}"/>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BBCA28D1-3654-D5ED-AC69-4AD02D3B67B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EC65E9C1-EB1B-E3AA-AF12-F0A2D4C68E13}"/>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5" name="Group 65">
              <a:extLst>
                <a:ext uri="{FF2B5EF4-FFF2-40B4-BE49-F238E27FC236}">
                  <a16:creationId xmlns:a16="http://schemas.microsoft.com/office/drawing/2014/main" id="{08B68C04-69F0-C149-9374-288A7FB693DD}"/>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92847991-67FA-1268-AED6-74CC62724E4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Box 67">
                <a:extLst>
                  <a:ext uri="{FF2B5EF4-FFF2-40B4-BE49-F238E27FC236}">
                    <a16:creationId xmlns:a16="http://schemas.microsoft.com/office/drawing/2014/main" id="{DCB1C9B2-5AAC-F660-5388-47953FBE8FD5}"/>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68" name="Group 68">
            <a:extLst>
              <a:ext uri="{FF2B5EF4-FFF2-40B4-BE49-F238E27FC236}">
                <a16:creationId xmlns:a16="http://schemas.microsoft.com/office/drawing/2014/main" id="{994B2C85-6EBC-E8C3-79AB-5205B81CADE3}"/>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CF623162-BD88-5ECE-D4C2-7C655D23B12A}"/>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B1DE7428-98F4-E21D-82F6-8F27D749C78F}"/>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Box 71">
                <a:extLst>
                  <a:ext uri="{FF2B5EF4-FFF2-40B4-BE49-F238E27FC236}">
                    <a16:creationId xmlns:a16="http://schemas.microsoft.com/office/drawing/2014/main" id="{8D482064-0CC3-111B-217C-D8C750A2C5AE}"/>
                  </a:ext>
                </a:extLst>
              </p:cNvPr>
              <p:cNvSpPr txBox="1"/>
              <p:nvPr/>
            </p:nvSpPr>
            <p:spPr>
              <a:xfrm>
                <a:off x="0" y="-47625"/>
                <a:ext cx="458420"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2" name="Group 72">
              <a:extLst>
                <a:ext uri="{FF2B5EF4-FFF2-40B4-BE49-F238E27FC236}">
                  <a16:creationId xmlns:a16="http://schemas.microsoft.com/office/drawing/2014/main" id="{82874479-3111-9BB5-B030-55E24B29BA8D}"/>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C0DD8B30-AF0E-0518-E306-3AC362E5C156}"/>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TextBox 74">
                <a:extLst>
                  <a:ext uri="{FF2B5EF4-FFF2-40B4-BE49-F238E27FC236}">
                    <a16:creationId xmlns:a16="http://schemas.microsoft.com/office/drawing/2014/main" id="{25ED6EDF-48C5-5375-1D2A-1DBBF3BD8571}"/>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5" name="Group 75">
              <a:extLst>
                <a:ext uri="{FF2B5EF4-FFF2-40B4-BE49-F238E27FC236}">
                  <a16:creationId xmlns:a16="http://schemas.microsoft.com/office/drawing/2014/main" id="{4298D0FB-D143-19B8-88BD-64A8E5DBD412}"/>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90FC629A-EA38-C418-AF25-134B7580E844}"/>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7" name="TextBox 77">
                <a:extLst>
                  <a:ext uri="{FF2B5EF4-FFF2-40B4-BE49-F238E27FC236}">
                    <a16:creationId xmlns:a16="http://schemas.microsoft.com/office/drawing/2014/main" id="{D84927EE-B882-82DE-3EF4-666274B9EFCE}"/>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8" name="Group 78">
              <a:extLst>
                <a:ext uri="{FF2B5EF4-FFF2-40B4-BE49-F238E27FC236}">
                  <a16:creationId xmlns:a16="http://schemas.microsoft.com/office/drawing/2014/main" id="{58CBB85B-AA1C-A61C-58C2-B9E889F6C910}"/>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ED4BC6C3-B9CD-13FE-28E3-D4B1B949F9FB}"/>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Box 80">
                <a:extLst>
                  <a:ext uri="{FF2B5EF4-FFF2-40B4-BE49-F238E27FC236}">
                    <a16:creationId xmlns:a16="http://schemas.microsoft.com/office/drawing/2014/main" id="{556CA4EC-C23E-D7DE-E0B9-B8C75B8DAA62}"/>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1" name="Group 81">
              <a:extLst>
                <a:ext uri="{FF2B5EF4-FFF2-40B4-BE49-F238E27FC236}">
                  <a16:creationId xmlns:a16="http://schemas.microsoft.com/office/drawing/2014/main" id="{6F197982-C549-5847-0D1A-5973E4E65537}"/>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3DA9EBFB-E22A-AD80-B191-AB2765B46220}"/>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3" name="TextBox 83">
                <a:extLst>
                  <a:ext uri="{FF2B5EF4-FFF2-40B4-BE49-F238E27FC236}">
                    <a16:creationId xmlns:a16="http://schemas.microsoft.com/office/drawing/2014/main" id="{87DC49F7-6065-A0CF-0B79-17575049FE15}"/>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84" name="Freeform 84">
            <a:extLst>
              <a:ext uri="{FF2B5EF4-FFF2-40B4-BE49-F238E27FC236}">
                <a16:creationId xmlns:a16="http://schemas.microsoft.com/office/drawing/2014/main" id="{281F9AB5-7059-1AA9-40F8-2332C36614E9}"/>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287316D1-9493-B76E-0CDC-EDB3FC3427DC}"/>
              </a:ext>
            </a:extLst>
          </p:cNvPr>
          <p:cNvSpPr txBox="1"/>
          <p:nvPr/>
        </p:nvSpPr>
        <p:spPr>
          <a:xfrm>
            <a:off x="1848695" y="1218157"/>
            <a:ext cx="15370090" cy="7849393"/>
          </a:xfrm>
          <a:prstGeom prst="rect">
            <a:avLst/>
          </a:prstGeom>
          <a:noFill/>
        </p:spPr>
        <p:txBody>
          <a:bodyPr wrap="square">
            <a:spAutoFit/>
          </a:bodyPr>
          <a:lstStyle/>
          <a:p>
            <a:pPr algn="just">
              <a:lnSpc>
                <a:spcPct val="150000"/>
              </a:lnSpc>
              <a:spcBef>
                <a:spcPts val="600"/>
              </a:spcBef>
              <a:spcAft>
                <a:spcPts val="600"/>
              </a:spcAft>
            </a:pPr>
            <a:r>
              <a:rPr lang="vi-VN" sz="4000" b="1">
                <a:latin typeface="American Typewriter" panose="02090604020004020304" pitchFamily="18" charset="77"/>
              </a:rPr>
              <a:t>4. </a:t>
            </a:r>
            <a:r>
              <a:rPr lang="vi-VN" sz="4000" b="1">
                <a:solidFill>
                  <a:srgbClr val="9437FF"/>
                </a:solidFill>
                <a:latin typeface="American Typewriter" panose="02090604020004020304" pitchFamily="18" charset="77"/>
              </a:rPr>
              <a:t>Tôi thường đọc báo tiếng Anh </a:t>
            </a:r>
            <a:r>
              <a:rPr lang="vi-VN" sz="4000" b="1">
                <a:latin typeface="American Typewriter" panose="02090604020004020304" pitchFamily="18" charset="77"/>
              </a:rPr>
              <a:t>vì </a:t>
            </a:r>
            <a:r>
              <a:rPr lang="vi-VN" sz="4000" b="1">
                <a:solidFill>
                  <a:schemeClr val="accent1"/>
                </a:solidFill>
                <a:latin typeface="American Typewriter" panose="02090604020004020304" pitchFamily="18" charset="77"/>
              </a:rPr>
              <a:t>nó giúp tôi </a:t>
            </a:r>
            <a:r>
              <a:rPr lang="vi-VN" sz="4000" b="1">
                <a:solidFill>
                  <a:schemeClr val="accent2"/>
                </a:solidFill>
                <a:latin typeface="American Typewriter" panose="02090604020004020304" pitchFamily="18" charset="77"/>
              </a:rPr>
              <a:t>học từ vựng </a:t>
            </a:r>
            <a:r>
              <a:rPr lang="vi-VN" sz="4000" b="1">
                <a:solidFill>
                  <a:srgbClr val="00B050"/>
                </a:solidFill>
                <a:latin typeface="American Typewriter" panose="02090604020004020304" pitchFamily="18" charset="77"/>
              </a:rPr>
              <a:t>một cách hiệu quả</a:t>
            </a:r>
            <a:r>
              <a:rPr lang="vi-VN" sz="4000" b="1">
                <a:latin typeface="American Typewriter" panose="02090604020004020304" pitchFamily="18" charset="77"/>
              </a:rPr>
              <a:t>.</a:t>
            </a:r>
          </a:p>
          <a:p>
            <a:pPr algn="just">
              <a:lnSpc>
                <a:spcPct val="150000"/>
              </a:lnSpc>
              <a:spcBef>
                <a:spcPts val="600"/>
              </a:spcBef>
              <a:spcAft>
                <a:spcPts val="600"/>
              </a:spcAft>
            </a:pPr>
            <a:r>
              <a:rPr lang="vi-VN" sz="4000" b="1">
                <a:latin typeface="American Typewriter" panose="02090604020004020304" pitchFamily="18" charset="77"/>
              </a:rPr>
              <a:t>→ </a:t>
            </a:r>
            <a:r>
              <a:rPr lang="vi-VN" sz="4000" b="1">
                <a:solidFill>
                  <a:srgbClr val="9437FF"/>
                </a:solidFill>
                <a:latin typeface="American Typewriter" panose="02090604020004020304" pitchFamily="18" charset="77"/>
              </a:rPr>
              <a:t>I usually read English newspapers </a:t>
            </a:r>
            <a:r>
              <a:rPr lang="vi-VN" sz="4000" b="1">
                <a:latin typeface="American Typewriter" panose="02090604020004020304" pitchFamily="18" charset="77"/>
              </a:rPr>
              <a:t>because </a:t>
            </a:r>
            <a:r>
              <a:rPr lang="vi-VN" sz="4000" b="1">
                <a:solidFill>
                  <a:schemeClr val="accent1"/>
                </a:solidFill>
                <a:latin typeface="American Typewriter" panose="02090604020004020304" pitchFamily="18" charset="77"/>
              </a:rPr>
              <a:t>it helps me </a:t>
            </a:r>
            <a:r>
              <a:rPr lang="vi-VN" sz="4000" b="1">
                <a:solidFill>
                  <a:schemeClr val="accent2"/>
                </a:solidFill>
                <a:latin typeface="American Typewriter" panose="02090604020004020304" pitchFamily="18" charset="77"/>
              </a:rPr>
              <a:t>learn vocabulary </a:t>
            </a:r>
            <a:r>
              <a:rPr lang="vi-VN" sz="4000" b="1">
                <a:solidFill>
                  <a:srgbClr val="00B050"/>
                </a:solidFill>
                <a:latin typeface="American Typewriter" panose="02090604020004020304" pitchFamily="18" charset="77"/>
              </a:rPr>
              <a:t>effectively</a:t>
            </a:r>
            <a:r>
              <a:rPr lang="vi-VN" sz="4000" b="1">
                <a:latin typeface="American Typewriter" panose="02090604020004020304" pitchFamily="18" charset="77"/>
              </a:rPr>
              <a:t>.</a:t>
            </a:r>
          </a:p>
          <a:p>
            <a:pPr algn="just">
              <a:lnSpc>
                <a:spcPct val="150000"/>
              </a:lnSpc>
              <a:spcBef>
                <a:spcPts val="600"/>
              </a:spcBef>
              <a:spcAft>
                <a:spcPts val="600"/>
              </a:spcAft>
            </a:pPr>
            <a:r>
              <a:rPr lang="vi-VN" sz="4000" b="1">
                <a:latin typeface="American Typewriter" panose="02090604020004020304" pitchFamily="18" charset="77"/>
              </a:rPr>
              <a:t>5. </a:t>
            </a:r>
            <a:r>
              <a:rPr lang="vi-VN" sz="4000" b="1">
                <a:solidFill>
                  <a:schemeClr val="accent6"/>
                </a:solidFill>
                <a:latin typeface="American Typewriter" panose="02090604020004020304" pitchFamily="18" charset="77"/>
              </a:rPr>
              <a:t>Tôi thường dành 30 phút </a:t>
            </a:r>
            <a:r>
              <a:rPr lang="vi-VN" sz="4000" b="1">
                <a:solidFill>
                  <a:srgbClr val="FF85FF"/>
                </a:solidFill>
                <a:latin typeface="American Typewriter" panose="02090604020004020304" pitchFamily="18" charset="77"/>
              </a:rPr>
              <a:t>bơi lội</a:t>
            </a:r>
            <a:r>
              <a:rPr lang="vi-VN" sz="4000" b="1">
                <a:latin typeface="American Typewriter" panose="02090604020004020304" pitchFamily="18" charset="77"/>
              </a:rPr>
              <a:t> </a:t>
            </a:r>
            <a:r>
              <a:rPr lang="vi-VN" sz="4000" b="1">
                <a:solidFill>
                  <a:schemeClr val="accent3"/>
                </a:solidFill>
                <a:latin typeface="American Typewriter" panose="02090604020004020304" pitchFamily="18" charset="77"/>
              </a:rPr>
              <a:t>mỗi ngày </a:t>
            </a:r>
            <a:r>
              <a:rPr lang="vi-VN" sz="4000" b="1">
                <a:latin typeface="American Typewriter" panose="02090604020004020304" pitchFamily="18" charset="77"/>
              </a:rPr>
              <a:t>vì </a:t>
            </a:r>
            <a:r>
              <a:rPr lang="vi-VN" sz="4000" b="1">
                <a:solidFill>
                  <a:schemeClr val="accent2"/>
                </a:solidFill>
                <a:latin typeface="American Typewriter" panose="02090604020004020304" pitchFamily="18" charset="77"/>
              </a:rPr>
              <a:t>nó là một cách hay </a:t>
            </a:r>
            <a:r>
              <a:rPr lang="vi-VN" sz="4000" b="1">
                <a:solidFill>
                  <a:schemeClr val="accent4"/>
                </a:solidFill>
                <a:latin typeface="American Typewriter" panose="02090604020004020304" pitchFamily="18" charset="77"/>
              </a:rPr>
              <a:t>để giảm cân</a:t>
            </a:r>
            <a:r>
              <a:rPr lang="vi-VN" sz="4000" b="1">
                <a:latin typeface="American Typewriter" panose="02090604020004020304" pitchFamily="18" charset="77"/>
              </a:rPr>
              <a:t> </a:t>
            </a:r>
            <a:r>
              <a:rPr lang="vi-VN" sz="4000" b="1">
                <a:solidFill>
                  <a:srgbClr val="941651"/>
                </a:solidFill>
                <a:latin typeface="American Typewriter" panose="02090604020004020304" pitchFamily="18" charset="77"/>
              </a:rPr>
              <a:t>một cách nhanh chóng</a:t>
            </a:r>
            <a:r>
              <a:rPr lang="vi-VN" sz="4000" b="1">
                <a:latin typeface="American Typewriter" panose="02090604020004020304" pitchFamily="18" charset="77"/>
              </a:rPr>
              <a:t>.</a:t>
            </a:r>
          </a:p>
          <a:p>
            <a:pPr algn="just">
              <a:lnSpc>
                <a:spcPct val="150000"/>
              </a:lnSpc>
              <a:spcBef>
                <a:spcPts val="600"/>
              </a:spcBef>
              <a:spcAft>
                <a:spcPts val="600"/>
              </a:spcAft>
            </a:pPr>
            <a:r>
              <a:rPr lang="vi-VN" sz="4000" b="1">
                <a:latin typeface="American Typewriter" panose="02090604020004020304" pitchFamily="18" charset="77"/>
              </a:rPr>
              <a:t>→ </a:t>
            </a:r>
            <a:r>
              <a:rPr lang="vi-VN" sz="4000" b="1">
                <a:solidFill>
                  <a:schemeClr val="accent6"/>
                </a:solidFill>
                <a:latin typeface="American Typewriter" panose="02090604020004020304" pitchFamily="18" charset="77"/>
              </a:rPr>
              <a:t>I usually spend 30 minutes </a:t>
            </a:r>
            <a:r>
              <a:rPr lang="vi-VN" sz="4000" b="1">
                <a:solidFill>
                  <a:srgbClr val="FF85FF"/>
                </a:solidFill>
                <a:latin typeface="American Typewriter" panose="02090604020004020304" pitchFamily="18" charset="77"/>
              </a:rPr>
              <a:t>swimming</a:t>
            </a:r>
            <a:r>
              <a:rPr lang="vi-VN" sz="4000" b="1">
                <a:latin typeface="American Typewriter" panose="02090604020004020304" pitchFamily="18" charset="77"/>
              </a:rPr>
              <a:t> </a:t>
            </a:r>
            <a:r>
              <a:rPr lang="vi-VN" sz="4000" b="1">
                <a:solidFill>
                  <a:schemeClr val="accent3"/>
                </a:solidFill>
                <a:latin typeface="American Typewriter" panose="02090604020004020304" pitchFamily="18" charset="77"/>
              </a:rPr>
              <a:t>every day </a:t>
            </a:r>
            <a:r>
              <a:rPr lang="vi-VN" sz="4000" b="1">
                <a:latin typeface="American Typewriter" panose="02090604020004020304" pitchFamily="18" charset="77"/>
              </a:rPr>
              <a:t>because </a:t>
            </a:r>
            <a:r>
              <a:rPr lang="vi-VN" sz="4000" b="1">
                <a:solidFill>
                  <a:schemeClr val="accent2"/>
                </a:solidFill>
                <a:latin typeface="American Typewriter" panose="02090604020004020304" pitchFamily="18" charset="77"/>
              </a:rPr>
              <a:t>it is a good way </a:t>
            </a:r>
            <a:r>
              <a:rPr lang="vi-VN" sz="4000" b="1">
                <a:solidFill>
                  <a:schemeClr val="accent4"/>
                </a:solidFill>
                <a:latin typeface="American Typewriter" panose="02090604020004020304" pitchFamily="18" charset="77"/>
              </a:rPr>
              <a:t>to lose weight </a:t>
            </a:r>
            <a:r>
              <a:rPr lang="vi-VN" sz="4000" b="1">
                <a:solidFill>
                  <a:srgbClr val="941651"/>
                </a:solidFill>
                <a:latin typeface="American Typewriter" panose="02090604020004020304" pitchFamily="18" charset="77"/>
              </a:rPr>
              <a:t>quickly</a:t>
            </a:r>
            <a:r>
              <a:rPr lang="vi-VN" sz="4000" b="1">
                <a:latin typeface="American Typewriter" panose="02090604020004020304" pitchFamily="18" charset="77"/>
              </a:rPr>
              <a:t>.</a:t>
            </a:r>
          </a:p>
        </p:txBody>
      </p:sp>
    </p:spTree>
    <p:extLst>
      <p:ext uri="{BB962C8B-B14F-4D97-AF65-F5344CB8AC3E}">
        <p14:creationId xmlns:p14="http://schemas.microsoft.com/office/powerpoint/2010/main" val="4188962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52711-41B1-E9C7-FDC4-377847860B3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3546394-C6AA-F162-2F83-E078DC8923F3}"/>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2C27E392-4200-CBD8-CDC3-3FBB33AC85AE}"/>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08E370E7-36E9-2E97-8D4E-CFF3446B30E1}"/>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 name="Group 5">
            <a:extLst>
              <a:ext uri="{FF2B5EF4-FFF2-40B4-BE49-F238E27FC236}">
                <a16:creationId xmlns:a16="http://schemas.microsoft.com/office/drawing/2014/main" id="{65A49036-2CD7-A3D1-5634-25FCD916E60F}"/>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4871C6E0-CB15-6021-66EB-2C895430E780}"/>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3B49D509-ACE4-9D9A-6DA2-780782A657C8}"/>
                </a:ext>
              </a:extLst>
            </p:cNvPr>
            <p:cNvSpPr txBox="1"/>
            <p:nvPr/>
          </p:nvSpPr>
          <p:spPr>
            <a:xfrm>
              <a:off x="0" y="-47625"/>
              <a:ext cx="5454346" cy="2751565"/>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DABDE3A6-07E9-E9BB-D018-33653DEB8B1B}"/>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FFF26EC3-6311-22D0-95D3-68ECC48E4F0D}"/>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9EB3ED85-C165-60F3-67E0-0659E42EAFD7}"/>
                </a:ext>
              </a:extLst>
            </p:cNvPr>
            <p:cNvSpPr txBox="1"/>
            <p:nvPr/>
          </p:nvSpPr>
          <p:spPr>
            <a:xfrm>
              <a:off x="0" y="-47625"/>
              <a:ext cx="5429786" cy="2704410"/>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CC311975-CC80-97DB-C3E1-420D09DFF4DA}"/>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556ED138-0DA2-DDD1-0F77-508D1EE852F6}"/>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902DC96E-DEAF-754B-5084-2A6E35A89FAC}"/>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017A723F-7A29-9F59-7B0A-995F10CA055D}"/>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F467EC8B-6316-5FD7-4B8B-9A6239718BCB}"/>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61EC06B0-A22C-754D-6A62-629D55568058}"/>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38D6126B-4CEC-3890-6154-F8CBAED12F6F}"/>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319F8EA1-FB3B-D1E4-62FB-01A32F026578}"/>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ED9C4BF8-74E5-394E-9AAB-7A8EF78E37D5}"/>
                </a:ext>
              </a:extLst>
            </p:cNvPr>
            <p:cNvSpPr txBox="1"/>
            <p:nvPr/>
          </p:nvSpPr>
          <p:spPr>
            <a:xfrm>
              <a:off x="0" y="-47625"/>
              <a:ext cx="3961731" cy="2448417"/>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4" name="Freeform 34">
            <a:extLst>
              <a:ext uri="{FF2B5EF4-FFF2-40B4-BE49-F238E27FC236}">
                <a16:creationId xmlns:a16="http://schemas.microsoft.com/office/drawing/2014/main" id="{8E1DB94A-1298-334D-0AE7-ACE85BAA29B8}"/>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5" name="Group 35">
            <a:extLst>
              <a:ext uri="{FF2B5EF4-FFF2-40B4-BE49-F238E27FC236}">
                <a16:creationId xmlns:a16="http://schemas.microsoft.com/office/drawing/2014/main" id="{A882B8C3-1B71-F36A-5CF7-D55C990C8448}"/>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BB946EEF-4778-683E-22EA-43D27CE6192A}"/>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E2CB9D37-93AA-3CE0-1A63-933FB3FD782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Box 38">
                <a:extLst>
                  <a:ext uri="{FF2B5EF4-FFF2-40B4-BE49-F238E27FC236}">
                    <a16:creationId xmlns:a16="http://schemas.microsoft.com/office/drawing/2014/main" id="{33EB1623-FBC9-DA66-37F9-83394338FD4A}"/>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9" name="Group 39">
              <a:extLst>
                <a:ext uri="{FF2B5EF4-FFF2-40B4-BE49-F238E27FC236}">
                  <a16:creationId xmlns:a16="http://schemas.microsoft.com/office/drawing/2014/main" id="{CB25DF8F-4215-C53D-13F9-C2BF80D290BB}"/>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4D3F8650-70A7-4858-6989-A87909B3DEB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Box 41">
                <a:extLst>
                  <a:ext uri="{FF2B5EF4-FFF2-40B4-BE49-F238E27FC236}">
                    <a16:creationId xmlns:a16="http://schemas.microsoft.com/office/drawing/2014/main" id="{8BAC84C5-4492-5CC6-1ED2-40C6A31826B6}"/>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2" name="Group 42">
              <a:extLst>
                <a:ext uri="{FF2B5EF4-FFF2-40B4-BE49-F238E27FC236}">
                  <a16:creationId xmlns:a16="http://schemas.microsoft.com/office/drawing/2014/main" id="{D20EE9E0-E62B-C65C-06A7-DFD46CAA7492}"/>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0105802F-14A5-F688-B2C2-DC3A34F34D6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Box 44">
                <a:extLst>
                  <a:ext uri="{FF2B5EF4-FFF2-40B4-BE49-F238E27FC236}">
                    <a16:creationId xmlns:a16="http://schemas.microsoft.com/office/drawing/2014/main" id="{B3111724-3F5F-4384-8F5B-7B7DA5A0D561}"/>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5" name="Group 45">
              <a:extLst>
                <a:ext uri="{FF2B5EF4-FFF2-40B4-BE49-F238E27FC236}">
                  <a16:creationId xmlns:a16="http://schemas.microsoft.com/office/drawing/2014/main" id="{8ED172B4-494D-D0F8-DFB6-F9DFD0ABC0D2}"/>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398FC0BF-AB84-58B8-2172-66882E935AE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Box 47">
                <a:extLst>
                  <a:ext uri="{FF2B5EF4-FFF2-40B4-BE49-F238E27FC236}">
                    <a16:creationId xmlns:a16="http://schemas.microsoft.com/office/drawing/2014/main" id="{95474CD8-B2F5-9EE4-F44D-72A12E5DF684}"/>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8" name="Group 48">
              <a:extLst>
                <a:ext uri="{FF2B5EF4-FFF2-40B4-BE49-F238E27FC236}">
                  <a16:creationId xmlns:a16="http://schemas.microsoft.com/office/drawing/2014/main" id="{AD35FF5F-C429-68E3-7157-E12474C84F0C}"/>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8492B913-1F45-4498-4551-FEC038A3E18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Box 50">
                <a:extLst>
                  <a:ext uri="{FF2B5EF4-FFF2-40B4-BE49-F238E27FC236}">
                    <a16:creationId xmlns:a16="http://schemas.microsoft.com/office/drawing/2014/main" id="{32D3F73C-A116-B642-7DEA-C2FFB5A956FE}"/>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51" name="Freeform 51">
            <a:extLst>
              <a:ext uri="{FF2B5EF4-FFF2-40B4-BE49-F238E27FC236}">
                <a16:creationId xmlns:a16="http://schemas.microsoft.com/office/drawing/2014/main" id="{53EF4042-337B-FC18-3CCB-4B06E568716D}"/>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2" name="Group 52">
            <a:extLst>
              <a:ext uri="{FF2B5EF4-FFF2-40B4-BE49-F238E27FC236}">
                <a16:creationId xmlns:a16="http://schemas.microsoft.com/office/drawing/2014/main" id="{1CF211EA-12C1-09D7-A2FF-6DB3D8418315}"/>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5B3FB7E7-8480-9813-B2F3-2426F37E550F}"/>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5239E84B-5D32-BEB2-AA75-06AA95728B0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4260B038-364A-42FE-7FAA-E18BC62434E9}"/>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7F0411B1-A99E-2B89-33EC-9F08A7A74638}"/>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C4BB9829-6105-3BF5-E14D-1994BE8005F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C06AEA93-730F-3586-EB31-F7A747A79117}"/>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7E7207B8-AE7E-73DB-8450-15583C753D64}"/>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322DD6C2-30DC-BAE3-37D7-499783C2DAC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E10B531C-F854-EFAE-8A8C-B6F91FEDF3A7}"/>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827AE9FE-EE14-8A7F-1629-F5B21AE07DC1}"/>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843C5BDD-76D9-E43C-D6F4-D57D9D2FEEA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9FD5F445-FC49-1904-070D-9FD92D3CF376}"/>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5" name="Group 65">
              <a:extLst>
                <a:ext uri="{FF2B5EF4-FFF2-40B4-BE49-F238E27FC236}">
                  <a16:creationId xmlns:a16="http://schemas.microsoft.com/office/drawing/2014/main" id="{26F25DD3-2761-4718-2801-54A6B7FCBEE9}"/>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F79C30EF-B0E5-0F0C-AA5F-E09D4D9FCA8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Box 67">
                <a:extLst>
                  <a:ext uri="{FF2B5EF4-FFF2-40B4-BE49-F238E27FC236}">
                    <a16:creationId xmlns:a16="http://schemas.microsoft.com/office/drawing/2014/main" id="{D446BBC6-9E39-0038-A5F7-483DD83165CA}"/>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68" name="Group 68">
            <a:extLst>
              <a:ext uri="{FF2B5EF4-FFF2-40B4-BE49-F238E27FC236}">
                <a16:creationId xmlns:a16="http://schemas.microsoft.com/office/drawing/2014/main" id="{5A099785-DC04-A174-AADE-2BC10E3D01B1}"/>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57C3E07D-B5C8-54C8-8554-7FBA3DA781DA}"/>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6A659D1F-5E63-41E5-BD0A-6594C3883D16}"/>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Box 71">
                <a:extLst>
                  <a:ext uri="{FF2B5EF4-FFF2-40B4-BE49-F238E27FC236}">
                    <a16:creationId xmlns:a16="http://schemas.microsoft.com/office/drawing/2014/main" id="{2001DE80-F126-9954-58C7-E56CDA60E7A8}"/>
                  </a:ext>
                </a:extLst>
              </p:cNvPr>
              <p:cNvSpPr txBox="1"/>
              <p:nvPr/>
            </p:nvSpPr>
            <p:spPr>
              <a:xfrm>
                <a:off x="0" y="-47625"/>
                <a:ext cx="458420"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2" name="Group 72">
              <a:extLst>
                <a:ext uri="{FF2B5EF4-FFF2-40B4-BE49-F238E27FC236}">
                  <a16:creationId xmlns:a16="http://schemas.microsoft.com/office/drawing/2014/main" id="{A7768B30-7876-4826-E993-A53B4B6D51CE}"/>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9AC84960-07A3-B91A-02F3-70E7E2E069F2}"/>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TextBox 74">
                <a:extLst>
                  <a:ext uri="{FF2B5EF4-FFF2-40B4-BE49-F238E27FC236}">
                    <a16:creationId xmlns:a16="http://schemas.microsoft.com/office/drawing/2014/main" id="{CA8A9529-E4CD-732A-E55F-7995C92ABF18}"/>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5" name="Group 75">
              <a:extLst>
                <a:ext uri="{FF2B5EF4-FFF2-40B4-BE49-F238E27FC236}">
                  <a16:creationId xmlns:a16="http://schemas.microsoft.com/office/drawing/2014/main" id="{C03C38C6-CBE4-1D8E-8AEB-125D2E85BFB7}"/>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A39CA33E-A8EA-F1A1-ABA3-8C18EE8EB5E5}"/>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7" name="TextBox 77">
                <a:extLst>
                  <a:ext uri="{FF2B5EF4-FFF2-40B4-BE49-F238E27FC236}">
                    <a16:creationId xmlns:a16="http://schemas.microsoft.com/office/drawing/2014/main" id="{DEB03385-B958-1360-2676-004E924925D0}"/>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8" name="Group 78">
              <a:extLst>
                <a:ext uri="{FF2B5EF4-FFF2-40B4-BE49-F238E27FC236}">
                  <a16:creationId xmlns:a16="http://schemas.microsoft.com/office/drawing/2014/main" id="{93BF0D3C-5183-9068-55F3-ECC0B04EDD91}"/>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692BE631-4093-11C3-0264-5847E588D468}"/>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Box 80">
                <a:extLst>
                  <a:ext uri="{FF2B5EF4-FFF2-40B4-BE49-F238E27FC236}">
                    <a16:creationId xmlns:a16="http://schemas.microsoft.com/office/drawing/2014/main" id="{D744D3E4-214A-D197-539E-7E7F263B7DAB}"/>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1" name="Group 81">
              <a:extLst>
                <a:ext uri="{FF2B5EF4-FFF2-40B4-BE49-F238E27FC236}">
                  <a16:creationId xmlns:a16="http://schemas.microsoft.com/office/drawing/2014/main" id="{2248F2BC-C0FB-779B-49D3-50C50DDA5E02}"/>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84206C48-55C5-8765-6DEF-3B0320886157}"/>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3" name="TextBox 83">
                <a:extLst>
                  <a:ext uri="{FF2B5EF4-FFF2-40B4-BE49-F238E27FC236}">
                    <a16:creationId xmlns:a16="http://schemas.microsoft.com/office/drawing/2014/main" id="{E5E7ECA0-76AD-2D19-3257-BBB3617223D3}"/>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84" name="Freeform 84">
            <a:extLst>
              <a:ext uri="{FF2B5EF4-FFF2-40B4-BE49-F238E27FC236}">
                <a16:creationId xmlns:a16="http://schemas.microsoft.com/office/drawing/2014/main" id="{90219608-14E0-3833-76EF-09771CAE39C2}"/>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EEFF6F98-F86E-3D43-F4E5-DC5029B7F587}"/>
              </a:ext>
            </a:extLst>
          </p:cNvPr>
          <p:cNvSpPr txBox="1"/>
          <p:nvPr/>
        </p:nvSpPr>
        <p:spPr>
          <a:xfrm>
            <a:off x="1848695" y="1539514"/>
            <a:ext cx="15370090" cy="6926063"/>
          </a:xfrm>
          <a:prstGeom prst="rect">
            <a:avLst/>
          </a:prstGeom>
          <a:noFill/>
        </p:spPr>
        <p:txBody>
          <a:bodyPr wrap="square">
            <a:spAutoFit/>
          </a:bodyPr>
          <a:lstStyle/>
          <a:p>
            <a:pPr algn="just">
              <a:lnSpc>
                <a:spcPct val="150000"/>
              </a:lnSpc>
              <a:spcBef>
                <a:spcPts val="600"/>
              </a:spcBef>
              <a:spcAft>
                <a:spcPts val="600"/>
              </a:spcAft>
              <a:defRPr/>
            </a:pPr>
            <a:r>
              <a:rPr lang="en-US" sz="4000" b="1">
                <a:solidFill>
                  <a:srgbClr val="00B050"/>
                </a:solidFill>
                <a:latin typeface="American Typewriter" panose="02090604020004020304" pitchFamily="18" charset="77"/>
              </a:rPr>
              <a:t>Bài tập áp dụng 2: Chuyển các câu sau sang tiếng Anh:</a:t>
            </a:r>
            <a:endParaRPr kumimoji="0" lang="en-US" sz="4000" b="0" i="0" u="none" strike="noStrike" kern="1200" cap="none" spc="0" normalizeH="0" baseline="0" noProof="0">
              <a:ln>
                <a:noFill/>
              </a:ln>
              <a:solidFill>
                <a:srgbClr val="00B050"/>
              </a:solidFill>
              <a:effectLst/>
              <a:uLnTx/>
              <a:uFillTx/>
              <a:latin typeface="American Typewriter" panose="02090604020004020304" pitchFamily="18" charset="77"/>
              <a:ea typeface="+mn-ea"/>
              <a:cs typeface="+mn-cs"/>
            </a:endParaRPr>
          </a:p>
          <a:p>
            <a:pPr algn="just">
              <a:lnSpc>
                <a:spcPct val="150000"/>
              </a:lnSpc>
              <a:spcBef>
                <a:spcPts val="600"/>
              </a:spcBef>
              <a:spcAft>
                <a:spcPts val="600"/>
              </a:spcAft>
            </a:pPr>
            <a:r>
              <a:rPr lang="vi-VN" sz="4000" b="1">
                <a:latin typeface="American Typewriter" panose="02090604020004020304" pitchFamily="18" charset="77"/>
              </a:rPr>
              <a:t>1. I __</a:t>
            </a:r>
            <a:r>
              <a:rPr lang="vi-VN" sz="4000" b="1">
                <a:solidFill>
                  <a:srgbClr val="FF2600"/>
                </a:solidFill>
                <a:latin typeface="American Typewriter" panose="02090604020004020304" pitchFamily="18" charset="77"/>
              </a:rPr>
              <a:t>carefully</a:t>
            </a:r>
            <a:r>
              <a:rPr lang="vi-VN" sz="4000" b="1">
                <a:latin typeface="American Typewriter" panose="02090604020004020304" pitchFamily="18" charset="77"/>
              </a:rPr>
              <a:t>__ review my writing before submitting it. (</a:t>
            </a:r>
            <a:r>
              <a:rPr lang="vi-VN" sz="4000" b="1">
                <a:solidFill>
                  <a:schemeClr val="accent6"/>
                </a:solidFill>
                <a:latin typeface="American Typewriter" panose="02090604020004020304" pitchFamily="18" charset="77"/>
              </a:rPr>
              <a:t>rarely</a:t>
            </a:r>
            <a:r>
              <a:rPr lang="vi-VN" sz="4000" b="1">
                <a:latin typeface="American Typewriter" panose="02090604020004020304" pitchFamily="18" charset="77"/>
              </a:rPr>
              <a:t> / </a:t>
            </a:r>
            <a:r>
              <a:rPr lang="vi-VN" sz="4000" b="1">
                <a:solidFill>
                  <a:schemeClr val="accent6"/>
                </a:solidFill>
                <a:latin typeface="American Typewriter" panose="02090604020004020304" pitchFamily="18" charset="77"/>
              </a:rPr>
              <a:t>carefully</a:t>
            </a:r>
            <a:r>
              <a:rPr lang="vi-VN" sz="4000" b="1">
                <a:latin typeface="American Typewriter" panose="02090604020004020304" pitchFamily="18" charset="77"/>
              </a:rPr>
              <a:t> / </a:t>
            </a:r>
            <a:r>
              <a:rPr lang="vi-VN" sz="4000" b="1">
                <a:solidFill>
                  <a:schemeClr val="accent6"/>
                </a:solidFill>
                <a:latin typeface="American Typewriter" panose="02090604020004020304" pitchFamily="18" charset="77"/>
              </a:rPr>
              <a:t>quickly</a:t>
            </a:r>
            <a:r>
              <a:rPr lang="vi-VN" sz="4000" b="1">
                <a:latin typeface="American Typewriter" panose="02090604020004020304" pitchFamily="18" charset="77"/>
              </a:rPr>
              <a:t>)</a:t>
            </a:r>
          </a:p>
          <a:p>
            <a:pPr algn="just">
              <a:lnSpc>
                <a:spcPct val="150000"/>
              </a:lnSpc>
              <a:spcBef>
                <a:spcPts val="600"/>
              </a:spcBef>
              <a:spcAft>
                <a:spcPts val="600"/>
              </a:spcAft>
            </a:pPr>
            <a:r>
              <a:rPr lang="vi-VN" sz="4000" b="1">
                <a:latin typeface="American Typewriter" panose="02090604020004020304" pitchFamily="18" charset="77"/>
              </a:rPr>
              <a:t>2. They often visit their relatives __</a:t>
            </a:r>
            <a:r>
              <a:rPr lang="vi-VN" sz="4000" b="1">
                <a:solidFill>
                  <a:srgbClr val="FF2600"/>
                </a:solidFill>
                <a:latin typeface="American Typewriter" panose="02090604020004020304" pitchFamily="18" charset="77"/>
              </a:rPr>
              <a:t>during</a:t>
            </a:r>
            <a:r>
              <a:rPr lang="vi-VN" sz="4000" b="1">
                <a:latin typeface="American Typewriter" panose="02090604020004020304" pitchFamily="18" charset="77"/>
              </a:rPr>
              <a:t>__ Tet holiday. (</a:t>
            </a:r>
            <a:r>
              <a:rPr lang="vi-VN" sz="4000" b="1">
                <a:solidFill>
                  <a:schemeClr val="accent6"/>
                </a:solidFill>
                <a:latin typeface="American Typewriter" panose="02090604020004020304" pitchFamily="18" charset="77"/>
              </a:rPr>
              <a:t>recently</a:t>
            </a:r>
            <a:r>
              <a:rPr lang="vi-VN" sz="4000" b="1">
                <a:latin typeface="American Typewriter" panose="02090604020004020304" pitchFamily="18" charset="77"/>
              </a:rPr>
              <a:t> / </a:t>
            </a:r>
            <a:r>
              <a:rPr lang="vi-VN" sz="4000" b="1">
                <a:solidFill>
                  <a:schemeClr val="accent6"/>
                </a:solidFill>
                <a:latin typeface="American Typewriter" panose="02090604020004020304" pitchFamily="18" charset="77"/>
              </a:rPr>
              <a:t>during</a:t>
            </a:r>
            <a:r>
              <a:rPr lang="vi-VN" sz="4000" b="1">
                <a:latin typeface="American Typewriter" panose="02090604020004020304" pitchFamily="18" charset="77"/>
              </a:rPr>
              <a:t> / </a:t>
            </a:r>
            <a:r>
              <a:rPr lang="vi-VN" sz="4000" b="1">
                <a:solidFill>
                  <a:schemeClr val="accent6"/>
                </a:solidFill>
                <a:latin typeface="American Typewriter" panose="02090604020004020304" pitchFamily="18" charset="77"/>
              </a:rPr>
              <a:t>rarely</a:t>
            </a:r>
            <a:r>
              <a:rPr lang="vi-VN" sz="4000" b="1">
                <a:latin typeface="American Typewriter" panose="02090604020004020304" pitchFamily="18" charset="77"/>
              </a:rPr>
              <a:t>)</a:t>
            </a:r>
          </a:p>
          <a:p>
            <a:pPr algn="just">
              <a:lnSpc>
                <a:spcPct val="150000"/>
              </a:lnSpc>
              <a:spcBef>
                <a:spcPts val="600"/>
              </a:spcBef>
              <a:spcAft>
                <a:spcPts val="600"/>
              </a:spcAft>
            </a:pPr>
            <a:r>
              <a:rPr lang="vi-VN" sz="4000" b="1">
                <a:latin typeface="American Typewriter" panose="02090604020004020304" pitchFamily="18" charset="77"/>
              </a:rPr>
              <a:t>3. He spoke English __</a:t>
            </a:r>
            <a:r>
              <a:rPr lang="vi-VN" sz="4000" b="1">
                <a:solidFill>
                  <a:srgbClr val="FF2600"/>
                </a:solidFill>
                <a:latin typeface="American Typewriter" panose="02090604020004020304" pitchFamily="18" charset="77"/>
              </a:rPr>
              <a:t>well</a:t>
            </a:r>
            <a:r>
              <a:rPr lang="vi-VN" sz="4000" b="1">
                <a:latin typeface="American Typewriter" panose="02090604020004020304" pitchFamily="18" charset="77"/>
              </a:rPr>
              <a:t>__ in the interview. (</a:t>
            </a:r>
            <a:r>
              <a:rPr lang="vi-VN" sz="4000" b="1">
                <a:solidFill>
                  <a:schemeClr val="accent6"/>
                </a:solidFill>
                <a:latin typeface="American Typewriter" panose="02090604020004020304" pitchFamily="18" charset="77"/>
              </a:rPr>
              <a:t>well</a:t>
            </a:r>
            <a:r>
              <a:rPr lang="vi-VN" sz="4000" b="1">
                <a:latin typeface="American Typewriter" panose="02090604020004020304" pitchFamily="18" charset="77"/>
              </a:rPr>
              <a:t> / </a:t>
            </a:r>
            <a:r>
              <a:rPr lang="vi-VN" sz="4000" b="1">
                <a:solidFill>
                  <a:schemeClr val="accent6"/>
                </a:solidFill>
                <a:latin typeface="American Typewriter" panose="02090604020004020304" pitchFamily="18" charset="77"/>
              </a:rPr>
              <a:t>usually</a:t>
            </a:r>
            <a:r>
              <a:rPr lang="vi-VN" sz="4000" b="1">
                <a:latin typeface="American Typewriter" panose="02090604020004020304" pitchFamily="18" charset="77"/>
              </a:rPr>
              <a:t> / </a:t>
            </a:r>
            <a:r>
              <a:rPr lang="vi-VN" sz="4000" b="1">
                <a:solidFill>
                  <a:schemeClr val="accent6"/>
                </a:solidFill>
                <a:latin typeface="American Typewriter" panose="02090604020004020304" pitchFamily="18" charset="77"/>
              </a:rPr>
              <a:t>rarely</a:t>
            </a:r>
            <a:r>
              <a:rPr lang="vi-VN" sz="4000" b="1">
                <a:latin typeface="American Typewriter" panose="02090604020004020304" pitchFamily="18" charset="77"/>
              </a:rPr>
              <a:t>)</a:t>
            </a:r>
          </a:p>
        </p:txBody>
      </p:sp>
      <p:sp>
        <p:nvSpPr>
          <p:cNvPr id="20" name="Rounded Rectangle 19">
            <a:extLst>
              <a:ext uri="{FF2B5EF4-FFF2-40B4-BE49-F238E27FC236}">
                <a16:creationId xmlns:a16="http://schemas.microsoft.com/office/drawing/2014/main" id="{6BA7DC98-C519-7AA3-7591-B6754142D8A2}"/>
              </a:ext>
            </a:extLst>
          </p:cNvPr>
          <p:cNvSpPr/>
          <p:nvPr/>
        </p:nvSpPr>
        <p:spPr>
          <a:xfrm>
            <a:off x="3055508" y="2857500"/>
            <a:ext cx="3497692" cy="696028"/>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1" name="Rounded Rectangle 20">
            <a:extLst>
              <a:ext uri="{FF2B5EF4-FFF2-40B4-BE49-F238E27FC236}">
                <a16:creationId xmlns:a16="http://schemas.microsoft.com/office/drawing/2014/main" id="{74709FA6-A7D8-C4DD-E111-EB40A6CDE8B6}"/>
              </a:ext>
            </a:extLst>
          </p:cNvPr>
          <p:cNvSpPr/>
          <p:nvPr/>
        </p:nvSpPr>
        <p:spPr>
          <a:xfrm>
            <a:off x="11049000" y="4856640"/>
            <a:ext cx="2819400" cy="696028"/>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2" name="Rounded Rectangle 21">
            <a:extLst>
              <a:ext uri="{FF2B5EF4-FFF2-40B4-BE49-F238E27FC236}">
                <a16:creationId xmlns:a16="http://schemas.microsoft.com/office/drawing/2014/main" id="{08D6677F-707D-F512-35EB-B8F703454A2D}"/>
              </a:ext>
            </a:extLst>
          </p:cNvPr>
          <p:cNvSpPr/>
          <p:nvPr/>
        </p:nvSpPr>
        <p:spPr>
          <a:xfrm>
            <a:off x="7772550" y="6896100"/>
            <a:ext cx="2209650" cy="696028"/>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2924633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xit" presetSubtype="10" fill="hold" grpId="0" nodeType="clickEffect">
                                  <p:stCondLst>
                                    <p:cond delay="0"/>
                                  </p:stCondLst>
                                  <p:childTnLst>
                                    <p:animEffect transition="out" filter="checkerboard(across)">
                                      <p:cBhvr>
                                        <p:cTn id="6" dur="500"/>
                                        <p:tgtEl>
                                          <p:spTgt spid="20"/>
                                        </p:tgtEl>
                                      </p:cBhvr>
                                    </p:animEffect>
                                    <p:set>
                                      <p:cBhvr>
                                        <p:cTn id="7" dur="1" fill="hold">
                                          <p:stCondLst>
                                            <p:cond delay="499"/>
                                          </p:stCondLst>
                                        </p:cTn>
                                        <p:tgtEl>
                                          <p:spTgt spid="20"/>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5" presetClass="exit" presetSubtype="10" fill="hold" grpId="0" nodeType="clickEffect">
                                  <p:stCondLst>
                                    <p:cond delay="0"/>
                                  </p:stCondLst>
                                  <p:childTnLst>
                                    <p:animEffect transition="out" filter="checkerboard(across)">
                                      <p:cBhvr>
                                        <p:cTn id="11" dur="500"/>
                                        <p:tgtEl>
                                          <p:spTgt spid="21"/>
                                        </p:tgtEl>
                                      </p:cBhvr>
                                    </p:animEffect>
                                    <p:set>
                                      <p:cBhvr>
                                        <p:cTn id="12" dur="1" fill="hold">
                                          <p:stCondLst>
                                            <p:cond delay="499"/>
                                          </p:stCondLst>
                                        </p:cTn>
                                        <p:tgtEl>
                                          <p:spTgt spid="21"/>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5" presetClass="exit" presetSubtype="10" fill="hold" grpId="0" nodeType="clickEffect">
                                  <p:stCondLst>
                                    <p:cond delay="0"/>
                                  </p:stCondLst>
                                  <p:childTnLst>
                                    <p:animEffect transition="out" filter="checkerboard(across)">
                                      <p:cBhvr>
                                        <p:cTn id="16" dur="500"/>
                                        <p:tgtEl>
                                          <p:spTgt spid="22"/>
                                        </p:tgtEl>
                                      </p:cBhvr>
                                    </p:animEffect>
                                    <p:set>
                                      <p:cBhvr>
                                        <p:cTn id="17" dur="1" fill="hold">
                                          <p:stCondLst>
                                            <p:cond delay="499"/>
                                          </p:stCondLst>
                                        </p:cTn>
                                        <p:tgtEl>
                                          <p:spTgt spid="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4C662-06E7-EC2C-540D-803AF0C0082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D667B46-EB6F-DB9B-3D65-1B4178913CB3}"/>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8226C493-0939-A74B-7B11-75930F6601C5}"/>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AF36514A-BC45-156A-F137-DF899EF90D74}"/>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 name="Group 5">
            <a:extLst>
              <a:ext uri="{FF2B5EF4-FFF2-40B4-BE49-F238E27FC236}">
                <a16:creationId xmlns:a16="http://schemas.microsoft.com/office/drawing/2014/main" id="{D81BF6A3-7FDE-F5BE-C4FA-4228FBD4B325}"/>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DF715C74-1E4E-3283-07EC-955778261DBB}"/>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CEF4C7F1-DB39-7D22-1020-5B7EFF5F2A8D}"/>
                </a:ext>
              </a:extLst>
            </p:cNvPr>
            <p:cNvSpPr txBox="1"/>
            <p:nvPr/>
          </p:nvSpPr>
          <p:spPr>
            <a:xfrm>
              <a:off x="0" y="-47625"/>
              <a:ext cx="5454346" cy="2751565"/>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334EEB2D-7C57-16A6-C950-EF4903037F34}"/>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2C0BCC62-B24E-8B52-2901-DA7F91B5AE95}"/>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73A6421B-7385-6CA2-2712-30267C1D294F}"/>
                </a:ext>
              </a:extLst>
            </p:cNvPr>
            <p:cNvSpPr txBox="1"/>
            <p:nvPr/>
          </p:nvSpPr>
          <p:spPr>
            <a:xfrm>
              <a:off x="0" y="-47625"/>
              <a:ext cx="5429786" cy="2704410"/>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499D6F76-185A-EC13-C81A-A9A61DD75B56}"/>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947C9119-C5E9-4644-43BC-006F6CFEA782}"/>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C2374332-53EE-D47A-9506-6134FC1871D7}"/>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7D6E7FD2-1E30-EDC2-CE34-A4A2E6F1837F}"/>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F96E12F3-832B-414F-5713-03DD1FDB8CDD}"/>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46807616-8D26-3D40-C56A-AB384B02A04A}"/>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E01B0CF0-B3EC-0690-6B49-4EE3C5EF8E08}"/>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C8B6A84C-BBEF-3E21-2736-40C44E7D4A00}"/>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B1B50502-1BF0-F2F8-FD61-06211530339A}"/>
                </a:ext>
              </a:extLst>
            </p:cNvPr>
            <p:cNvSpPr txBox="1"/>
            <p:nvPr/>
          </p:nvSpPr>
          <p:spPr>
            <a:xfrm>
              <a:off x="0" y="-47625"/>
              <a:ext cx="3961731" cy="2448417"/>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4" name="Freeform 34">
            <a:extLst>
              <a:ext uri="{FF2B5EF4-FFF2-40B4-BE49-F238E27FC236}">
                <a16:creationId xmlns:a16="http://schemas.microsoft.com/office/drawing/2014/main" id="{BB8092F4-B144-995C-E40F-802B9F252813}"/>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5" name="Group 35">
            <a:extLst>
              <a:ext uri="{FF2B5EF4-FFF2-40B4-BE49-F238E27FC236}">
                <a16:creationId xmlns:a16="http://schemas.microsoft.com/office/drawing/2014/main" id="{06542FBF-F54D-8545-7E90-EEE1540F2ABF}"/>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88A10BC1-950E-2C30-DA97-16646790C8FB}"/>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4606ABDB-BF0A-6DBC-2E02-05C2267087B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Box 38">
                <a:extLst>
                  <a:ext uri="{FF2B5EF4-FFF2-40B4-BE49-F238E27FC236}">
                    <a16:creationId xmlns:a16="http://schemas.microsoft.com/office/drawing/2014/main" id="{7DAFA437-1FAF-E588-DD62-3B069B937DDA}"/>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9" name="Group 39">
              <a:extLst>
                <a:ext uri="{FF2B5EF4-FFF2-40B4-BE49-F238E27FC236}">
                  <a16:creationId xmlns:a16="http://schemas.microsoft.com/office/drawing/2014/main" id="{2E2559DC-0FB6-9698-179E-8EB82ED8F49A}"/>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9F6143F0-84DA-4028-812A-837C814F53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Box 41">
                <a:extLst>
                  <a:ext uri="{FF2B5EF4-FFF2-40B4-BE49-F238E27FC236}">
                    <a16:creationId xmlns:a16="http://schemas.microsoft.com/office/drawing/2014/main" id="{8D2D5B7F-EB01-350C-172B-E63EE8F31527}"/>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2" name="Group 42">
              <a:extLst>
                <a:ext uri="{FF2B5EF4-FFF2-40B4-BE49-F238E27FC236}">
                  <a16:creationId xmlns:a16="http://schemas.microsoft.com/office/drawing/2014/main" id="{6DD9CCC0-F2DB-AD3D-BC35-C88CA9FE4696}"/>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BE85B6C1-F24D-65F8-762B-110946BB5A0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Box 44">
                <a:extLst>
                  <a:ext uri="{FF2B5EF4-FFF2-40B4-BE49-F238E27FC236}">
                    <a16:creationId xmlns:a16="http://schemas.microsoft.com/office/drawing/2014/main" id="{A83640D9-133D-4E6C-9B94-18916D822E24}"/>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5" name="Group 45">
              <a:extLst>
                <a:ext uri="{FF2B5EF4-FFF2-40B4-BE49-F238E27FC236}">
                  <a16:creationId xmlns:a16="http://schemas.microsoft.com/office/drawing/2014/main" id="{F574765A-6250-AA34-3569-4DA9CBE3F4AE}"/>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9C275B67-82EA-C2F8-35A7-65D13934608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Box 47">
                <a:extLst>
                  <a:ext uri="{FF2B5EF4-FFF2-40B4-BE49-F238E27FC236}">
                    <a16:creationId xmlns:a16="http://schemas.microsoft.com/office/drawing/2014/main" id="{73434D9F-8843-1F28-4A24-8E1ED8548DEF}"/>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8" name="Group 48">
              <a:extLst>
                <a:ext uri="{FF2B5EF4-FFF2-40B4-BE49-F238E27FC236}">
                  <a16:creationId xmlns:a16="http://schemas.microsoft.com/office/drawing/2014/main" id="{271E6EDB-6901-FEE3-300C-927035A2FDFB}"/>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FFC39669-1E3A-DF3C-AE8F-3EAA84A5B55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Box 50">
                <a:extLst>
                  <a:ext uri="{FF2B5EF4-FFF2-40B4-BE49-F238E27FC236}">
                    <a16:creationId xmlns:a16="http://schemas.microsoft.com/office/drawing/2014/main" id="{0997BFB0-2EC0-B97B-ACEC-9CAD3385B898}"/>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51" name="Freeform 51">
            <a:extLst>
              <a:ext uri="{FF2B5EF4-FFF2-40B4-BE49-F238E27FC236}">
                <a16:creationId xmlns:a16="http://schemas.microsoft.com/office/drawing/2014/main" id="{415F2593-1828-0930-71C8-C88E859CE226}"/>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2" name="Group 52">
            <a:extLst>
              <a:ext uri="{FF2B5EF4-FFF2-40B4-BE49-F238E27FC236}">
                <a16:creationId xmlns:a16="http://schemas.microsoft.com/office/drawing/2014/main" id="{F42483CE-73BC-5A12-7596-40E7AE635B5B}"/>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85710F0A-5630-FFE1-EC7A-CF6730C96A9D}"/>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188D91C5-AF9E-BCD3-55D6-879EE12EEC8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5B36FFCC-8119-E277-37F0-8F788C783256}"/>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61B5F143-7CE1-3CA2-E95D-50729D557442}"/>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5829B669-B562-58EC-F788-6EABE202E49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40D9F62E-131A-25EA-0DE3-BCF7D8731BEB}"/>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D0BEF829-3F88-6332-F696-40CC02C9E4C3}"/>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DDD0DC05-EE4F-5F65-A901-7D3A0120AEE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AEBD6128-DA7A-08B1-1CAB-3C9AB8CC2F42}"/>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A4A73167-E949-8F95-7F25-A3C722408A1C}"/>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5B47CA64-A247-C16A-7E6A-C22E1EAB672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6FB8F3A1-C816-F7AA-16A3-A39A73E94A91}"/>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5" name="Group 65">
              <a:extLst>
                <a:ext uri="{FF2B5EF4-FFF2-40B4-BE49-F238E27FC236}">
                  <a16:creationId xmlns:a16="http://schemas.microsoft.com/office/drawing/2014/main" id="{1E8CB965-4599-2D92-EDC0-3CF20DFD16EE}"/>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3EF47D50-16D8-A7B3-FCE5-DD0D9D06085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Box 67">
                <a:extLst>
                  <a:ext uri="{FF2B5EF4-FFF2-40B4-BE49-F238E27FC236}">
                    <a16:creationId xmlns:a16="http://schemas.microsoft.com/office/drawing/2014/main" id="{24E9A530-506D-C9B5-1CCB-FEA56459F0AC}"/>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68" name="Group 68">
            <a:extLst>
              <a:ext uri="{FF2B5EF4-FFF2-40B4-BE49-F238E27FC236}">
                <a16:creationId xmlns:a16="http://schemas.microsoft.com/office/drawing/2014/main" id="{5F7DAB3E-9018-3AF3-0D0E-137DD5E74357}"/>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4A08AFF0-D23D-D828-2F2F-923F0A8A8981}"/>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AF11BAFA-585B-E981-E9D8-1B70CA656218}"/>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Box 71">
                <a:extLst>
                  <a:ext uri="{FF2B5EF4-FFF2-40B4-BE49-F238E27FC236}">
                    <a16:creationId xmlns:a16="http://schemas.microsoft.com/office/drawing/2014/main" id="{4B9E1AE3-1E4E-101B-9683-BDA0ED822373}"/>
                  </a:ext>
                </a:extLst>
              </p:cNvPr>
              <p:cNvSpPr txBox="1"/>
              <p:nvPr/>
            </p:nvSpPr>
            <p:spPr>
              <a:xfrm>
                <a:off x="0" y="-47625"/>
                <a:ext cx="458420"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2" name="Group 72">
              <a:extLst>
                <a:ext uri="{FF2B5EF4-FFF2-40B4-BE49-F238E27FC236}">
                  <a16:creationId xmlns:a16="http://schemas.microsoft.com/office/drawing/2014/main" id="{4B4B6B40-722C-4DA1-6F3E-742692BDC8E7}"/>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37239F9C-23AF-7CA4-F523-9B7329F40C2D}"/>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TextBox 74">
                <a:extLst>
                  <a:ext uri="{FF2B5EF4-FFF2-40B4-BE49-F238E27FC236}">
                    <a16:creationId xmlns:a16="http://schemas.microsoft.com/office/drawing/2014/main" id="{6AE66DC1-3BC3-5273-C545-FC38A31C7A94}"/>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5" name="Group 75">
              <a:extLst>
                <a:ext uri="{FF2B5EF4-FFF2-40B4-BE49-F238E27FC236}">
                  <a16:creationId xmlns:a16="http://schemas.microsoft.com/office/drawing/2014/main" id="{9C05E2D1-87FE-8734-6F2E-CC8AC9547D0C}"/>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4D48AD7E-3824-51F8-632A-E0E2BC8BA9AD}"/>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7" name="TextBox 77">
                <a:extLst>
                  <a:ext uri="{FF2B5EF4-FFF2-40B4-BE49-F238E27FC236}">
                    <a16:creationId xmlns:a16="http://schemas.microsoft.com/office/drawing/2014/main" id="{906E6864-E5A1-25AB-1D04-4322036F538F}"/>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8" name="Group 78">
              <a:extLst>
                <a:ext uri="{FF2B5EF4-FFF2-40B4-BE49-F238E27FC236}">
                  <a16:creationId xmlns:a16="http://schemas.microsoft.com/office/drawing/2014/main" id="{41F7B6ED-2E06-812B-9CDF-E9492208D6DD}"/>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78710D0F-2374-C7FB-A7A4-72F217F18267}"/>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Box 80">
                <a:extLst>
                  <a:ext uri="{FF2B5EF4-FFF2-40B4-BE49-F238E27FC236}">
                    <a16:creationId xmlns:a16="http://schemas.microsoft.com/office/drawing/2014/main" id="{D20957B0-EF49-6518-46B6-5BBB6CAE92B9}"/>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1" name="Group 81">
              <a:extLst>
                <a:ext uri="{FF2B5EF4-FFF2-40B4-BE49-F238E27FC236}">
                  <a16:creationId xmlns:a16="http://schemas.microsoft.com/office/drawing/2014/main" id="{761A4DFD-3284-6382-5093-29242AC3B1DF}"/>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5F80C7C8-C3E9-FBF9-D437-BC30DC14BBB2}"/>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3" name="TextBox 83">
                <a:extLst>
                  <a:ext uri="{FF2B5EF4-FFF2-40B4-BE49-F238E27FC236}">
                    <a16:creationId xmlns:a16="http://schemas.microsoft.com/office/drawing/2014/main" id="{1BD05301-72B2-7E11-E5AB-95202A1F7705}"/>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84" name="Freeform 84">
            <a:extLst>
              <a:ext uri="{FF2B5EF4-FFF2-40B4-BE49-F238E27FC236}">
                <a16:creationId xmlns:a16="http://schemas.microsoft.com/office/drawing/2014/main" id="{53EFB44E-3D67-B43C-6C09-0BC97CEEF831}"/>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065BC52B-94AB-7C52-0831-251F4A54DF66}"/>
              </a:ext>
            </a:extLst>
          </p:cNvPr>
          <p:cNvSpPr txBox="1"/>
          <p:nvPr/>
        </p:nvSpPr>
        <p:spPr>
          <a:xfrm>
            <a:off x="1848695" y="1476926"/>
            <a:ext cx="15370090" cy="7453259"/>
          </a:xfrm>
          <a:prstGeom prst="rect">
            <a:avLst/>
          </a:prstGeom>
          <a:noFill/>
        </p:spPr>
        <p:txBody>
          <a:bodyPr wrap="square">
            <a:spAutoFit/>
          </a:bodyPr>
          <a:lstStyle/>
          <a:p>
            <a:pPr algn="just">
              <a:lnSpc>
                <a:spcPct val="150000"/>
              </a:lnSpc>
              <a:spcBef>
                <a:spcPts val="600"/>
              </a:spcBef>
              <a:spcAft>
                <a:spcPts val="600"/>
              </a:spcAft>
              <a:defRPr/>
            </a:pPr>
            <a:r>
              <a:rPr lang="en-US" sz="4000" b="1">
                <a:solidFill>
                  <a:srgbClr val="00B050"/>
                </a:solidFill>
                <a:latin typeface="American Typewriter" panose="02090604020004020304" pitchFamily="18" charset="77"/>
              </a:rPr>
              <a:t>Bài tập áp dụng 2: Chuyển các câu sau sang tiếng Anh:</a:t>
            </a:r>
            <a:endParaRPr kumimoji="0" lang="en-US" sz="4000" b="0" i="0" u="none" strike="noStrike" kern="1200" cap="none" spc="0" normalizeH="0" baseline="0" noProof="0">
              <a:ln>
                <a:noFill/>
              </a:ln>
              <a:solidFill>
                <a:srgbClr val="00B050"/>
              </a:solidFill>
              <a:effectLst/>
              <a:uLnTx/>
              <a:uFillTx/>
              <a:latin typeface="American Typewriter" panose="02090604020004020304" pitchFamily="18" charset="77"/>
              <a:ea typeface="+mn-ea"/>
              <a:cs typeface="+mn-cs"/>
            </a:endParaRPr>
          </a:p>
          <a:p>
            <a:pPr algn="just">
              <a:lnSpc>
                <a:spcPct val="150000"/>
              </a:lnSpc>
              <a:spcBef>
                <a:spcPts val="600"/>
              </a:spcBef>
              <a:spcAft>
                <a:spcPts val="600"/>
              </a:spcAft>
            </a:pPr>
            <a:r>
              <a:rPr lang="en-US" sz="4400" b="1">
                <a:latin typeface="American Typewriter" panose="02090604020004020304" pitchFamily="18" charset="77"/>
              </a:rPr>
              <a:t>4. We have __</a:t>
            </a:r>
            <a:r>
              <a:rPr lang="en-US" sz="4400" b="1">
                <a:solidFill>
                  <a:srgbClr val="FF0000"/>
                </a:solidFill>
                <a:latin typeface="American Typewriter" panose="02090604020004020304" pitchFamily="18" charset="77"/>
              </a:rPr>
              <a:t>recently</a:t>
            </a:r>
            <a:r>
              <a:rPr lang="en-US" sz="4400" b="1">
                <a:latin typeface="American Typewriter" panose="02090604020004020304" pitchFamily="18" charset="77"/>
              </a:rPr>
              <a:t>__ improved our communication skills after attending the course. (</a:t>
            </a:r>
            <a:r>
              <a:rPr lang="en-US" sz="4400" b="1">
                <a:solidFill>
                  <a:schemeClr val="accent6"/>
                </a:solidFill>
                <a:latin typeface="American Typewriter" panose="02090604020004020304" pitchFamily="18" charset="77"/>
              </a:rPr>
              <a:t>always</a:t>
            </a:r>
            <a:r>
              <a:rPr lang="en-US" sz="4400" b="1">
                <a:latin typeface="American Typewriter" panose="02090604020004020304" pitchFamily="18" charset="77"/>
              </a:rPr>
              <a:t> / </a:t>
            </a:r>
            <a:r>
              <a:rPr lang="en-US" sz="4400" b="1">
                <a:solidFill>
                  <a:schemeClr val="accent6"/>
                </a:solidFill>
                <a:latin typeface="American Typewriter" panose="02090604020004020304" pitchFamily="18" charset="77"/>
              </a:rPr>
              <a:t>recently</a:t>
            </a:r>
            <a:r>
              <a:rPr lang="en-US" sz="4400" b="1">
                <a:latin typeface="American Typewriter" panose="02090604020004020304" pitchFamily="18" charset="77"/>
              </a:rPr>
              <a:t> / </a:t>
            </a:r>
            <a:r>
              <a:rPr lang="en-US" sz="4400" b="1">
                <a:solidFill>
                  <a:schemeClr val="accent6"/>
                </a:solidFill>
                <a:latin typeface="American Typewriter" panose="02090604020004020304" pitchFamily="18" charset="77"/>
              </a:rPr>
              <a:t>never</a:t>
            </a:r>
            <a:r>
              <a:rPr lang="en-US" sz="4400" b="1">
                <a:latin typeface="American Typewriter" panose="02090604020004020304" pitchFamily="18" charset="77"/>
              </a:rPr>
              <a:t>)</a:t>
            </a:r>
          </a:p>
          <a:p>
            <a:pPr algn="just">
              <a:lnSpc>
                <a:spcPct val="150000"/>
              </a:lnSpc>
              <a:spcBef>
                <a:spcPts val="600"/>
              </a:spcBef>
              <a:spcAft>
                <a:spcPts val="600"/>
              </a:spcAft>
            </a:pPr>
            <a:r>
              <a:rPr lang="en-US" sz="4400" b="1">
                <a:latin typeface="American Typewriter" panose="02090604020004020304" pitchFamily="18" charset="77"/>
              </a:rPr>
              <a:t>5. My friend goes to the library __</a:t>
            </a:r>
            <a:r>
              <a:rPr lang="en-US" sz="4400" b="1">
                <a:solidFill>
                  <a:srgbClr val="FF0000"/>
                </a:solidFill>
                <a:latin typeface="American Typewriter" panose="02090604020004020304" pitchFamily="18" charset="77"/>
              </a:rPr>
              <a:t>regularly</a:t>
            </a:r>
            <a:r>
              <a:rPr lang="en-US" sz="4400" b="1">
                <a:latin typeface="American Typewriter" panose="02090604020004020304" pitchFamily="18" charset="77"/>
              </a:rPr>
              <a:t>__ to prepare for the writing test. (</a:t>
            </a:r>
            <a:r>
              <a:rPr lang="en-US" sz="4400" b="1">
                <a:solidFill>
                  <a:schemeClr val="accent6"/>
                </a:solidFill>
                <a:latin typeface="American Typewriter" panose="02090604020004020304" pitchFamily="18" charset="77"/>
              </a:rPr>
              <a:t>well</a:t>
            </a:r>
            <a:r>
              <a:rPr lang="en-US" sz="4400" b="1">
                <a:latin typeface="American Typewriter" panose="02090604020004020304" pitchFamily="18" charset="77"/>
              </a:rPr>
              <a:t> / </a:t>
            </a:r>
            <a:r>
              <a:rPr lang="en-US" sz="4400" b="1">
                <a:solidFill>
                  <a:schemeClr val="accent6"/>
                </a:solidFill>
                <a:latin typeface="American Typewriter" panose="02090604020004020304" pitchFamily="18" charset="77"/>
              </a:rPr>
              <a:t>regularly</a:t>
            </a:r>
            <a:r>
              <a:rPr lang="en-US" sz="4400" b="1">
                <a:latin typeface="American Typewriter" panose="02090604020004020304" pitchFamily="18" charset="77"/>
              </a:rPr>
              <a:t> / </a:t>
            </a:r>
            <a:r>
              <a:rPr lang="en-US" sz="4400" b="1">
                <a:solidFill>
                  <a:schemeClr val="accent6"/>
                </a:solidFill>
                <a:latin typeface="American Typewriter" panose="02090604020004020304" pitchFamily="18" charset="77"/>
              </a:rPr>
              <a:t>seriously</a:t>
            </a:r>
            <a:r>
              <a:rPr lang="en-US" sz="4400" b="1">
                <a:latin typeface="American Typewriter" panose="02090604020004020304" pitchFamily="18" charset="77"/>
              </a:rPr>
              <a:t>)</a:t>
            </a:r>
          </a:p>
        </p:txBody>
      </p:sp>
      <p:sp>
        <p:nvSpPr>
          <p:cNvPr id="20" name="Rounded Rectangle 19">
            <a:extLst>
              <a:ext uri="{FF2B5EF4-FFF2-40B4-BE49-F238E27FC236}">
                <a16:creationId xmlns:a16="http://schemas.microsoft.com/office/drawing/2014/main" id="{A8D5A141-A6F2-386E-4974-8AE5ACA5C0CD}"/>
              </a:ext>
            </a:extLst>
          </p:cNvPr>
          <p:cNvSpPr/>
          <p:nvPr/>
        </p:nvSpPr>
        <p:spPr>
          <a:xfrm>
            <a:off x="5046044" y="2912211"/>
            <a:ext cx="3689323" cy="696028"/>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1" name="Rounded Rectangle 20">
            <a:extLst>
              <a:ext uri="{FF2B5EF4-FFF2-40B4-BE49-F238E27FC236}">
                <a16:creationId xmlns:a16="http://schemas.microsoft.com/office/drawing/2014/main" id="{5136B591-99F0-797C-CE66-86D5050FD66F}"/>
              </a:ext>
            </a:extLst>
          </p:cNvPr>
          <p:cNvSpPr/>
          <p:nvPr/>
        </p:nvSpPr>
        <p:spPr>
          <a:xfrm>
            <a:off x="12344400" y="6017072"/>
            <a:ext cx="3962400" cy="696028"/>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1318731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xit" presetSubtype="10" fill="hold" grpId="0" nodeType="clickEffect">
                                  <p:stCondLst>
                                    <p:cond delay="0"/>
                                  </p:stCondLst>
                                  <p:childTnLst>
                                    <p:animEffect transition="out" filter="checkerboard(across)">
                                      <p:cBhvr>
                                        <p:cTn id="6" dur="500"/>
                                        <p:tgtEl>
                                          <p:spTgt spid="20"/>
                                        </p:tgtEl>
                                      </p:cBhvr>
                                    </p:animEffect>
                                    <p:set>
                                      <p:cBhvr>
                                        <p:cTn id="7" dur="1" fill="hold">
                                          <p:stCondLst>
                                            <p:cond delay="499"/>
                                          </p:stCondLst>
                                        </p:cTn>
                                        <p:tgtEl>
                                          <p:spTgt spid="20"/>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5" presetClass="exit" presetSubtype="10" fill="hold" grpId="0" nodeType="clickEffect">
                                  <p:stCondLst>
                                    <p:cond delay="0"/>
                                  </p:stCondLst>
                                  <p:childTnLst>
                                    <p:animEffect transition="out" filter="checkerboard(across)">
                                      <p:cBhvr>
                                        <p:cTn id="11" dur="500"/>
                                        <p:tgtEl>
                                          <p:spTgt spid="21"/>
                                        </p:tgtEl>
                                      </p:cBhvr>
                                    </p:animEffect>
                                    <p:set>
                                      <p:cBhvr>
                                        <p:cTn id="12" dur="1" fill="hold">
                                          <p:stCondLst>
                                            <p:cond delay="499"/>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34A4D-ABDB-BC34-6114-90FA3E8D009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8ADBF9B-0A67-8148-01AE-AD8D3712BEBC}"/>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89F628DF-2676-1134-A257-8868497EDF60}"/>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91030F40-FF31-2C78-663D-4ACAFCA353FB}"/>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 name="Group 5">
            <a:extLst>
              <a:ext uri="{FF2B5EF4-FFF2-40B4-BE49-F238E27FC236}">
                <a16:creationId xmlns:a16="http://schemas.microsoft.com/office/drawing/2014/main" id="{21797365-7C1A-E480-9179-D670EB9D4C3A}"/>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795EA2C2-1990-8934-E731-664AE58B1EEA}"/>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0831EBC0-BC31-0B39-FE18-AED0656B0A4D}"/>
                </a:ext>
              </a:extLst>
            </p:cNvPr>
            <p:cNvSpPr txBox="1"/>
            <p:nvPr/>
          </p:nvSpPr>
          <p:spPr>
            <a:xfrm>
              <a:off x="0" y="-47625"/>
              <a:ext cx="5454346" cy="2751565"/>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C9248629-CA94-66AF-0A6E-BC0D4A7B111A}"/>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79267B8F-04E6-E702-52ED-1DEF6BB0F335}"/>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D2360071-540C-DD2F-FFB1-C9ABDAFDD261}"/>
                </a:ext>
              </a:extLst>
            </p:cNvPr>
            <p:cNvSpPr txBox="1"/>
            <p:nvPr/>
          </p:nvSpPr>
          <p:spPr>
            <a:xfrm>
              <a:off x="0" y="-47625"/>
              <a:ext cx="5429786" cy="2704410"/>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4BC4859F-BF93-4507-14F6-BFED399255D1}"/>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72B14E73-9E55-6E04-8FF2-FF6DDFFB3945}"/>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FF86D455-200B-5CDE-D6F0-48E724533A61}"/>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04F6B75D-54B3-166E-AC23-65A4DCA6CB61}"/>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D7FF9661-907C-CCB9-261E-4F9075600541}"/>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53CF1515-D40C-0F6B-E142-85180AA7D5DC}"/>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182E8289-59CB-7C6B-C25B-483AEAA3B501}"/>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BE0DA1CC-9A30-6F7F-B805-B87D5139B97C}"/>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7D0B27CC-3B5A-0F94-591D-ED2CB07CD977}"/>
                </a:ext>
              </a:extLst>
            </p:cNvPr>
            <p:cNvSpPr txBox="1"/>
            <p:nvPr/>
          </p:nvSpPr>
          <p:spPr>
            <a:xfrm>
              <a:off x="0" y="-47625"/>
              <a:ext cx="3961731" cy="2448417"/>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4" name="Freeform 34">
            <a:extLst>
              <a:ext uri="{FF2B5EF4-FFF2-40B4-BE49-F238E27FC236}">
                <a16:creationId xmlns:a16="http://schemas.microsoft.com/office/drawing/2014/main" id="{99EC7E09-41CE-5F87-2D87-8B1ACC5E0C40}"/>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5" name="Group 35">
            <a:extLst>
              <a:ext uri="{FF2B5EF4-FFF2-40B4-BE49-F238E27FC236}">
                <a16:creationId xmlns:a16="http://schemas.microsoft.com/office/drawing/2014/main" id="{52BDEAEE-A7DB-B124-3528-363861465056}"/>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F8C7D98B-62DA-FBB0-77BF-789CCE4700CA}"/>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A66B0432-1121-6489-5AA5-02CB15BB76E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Box 38">
                <a:extLst>
                  <a:ext uri="{FF2B5EF4-FFF2-40B4-BE49-F238E27FC236}">
                    <a16:creationId xmlns:a16="http://schemas.microsoft.com/office/drawing/2014/main" id="{8055A453-52A5-7EB8-E667-13E3A73B3D9B}"/>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9" name="Group 39">
              <a:extLst>
                <a:ext uri="{FF2B5EF4-FFF2-40B4-BE49-F238E27FC236}">
                  <a16:creationId xmlns:a16="http://schemas.microsoft.com/office/drawing/2014/main" id="{1370A233-7F5F-CE73-CC63-FD64001A4A86}"/>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BB547AD7-56C9-419C-5356-6E079B1407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Box 41">
                <a:extLst>
                  <a:ext uri="{FF2B5EF4-FFF2-40B4-BE49-F238E27FC236}">
                    <a16:creationId xmlns:a16="http://schemas.microsoft.com/office/drawing/2014/main" id="{DF4405B2-D894-39FC-61A7-210F812EA348}"/>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2" name="Group 42">
              <a:extLst>
                <a:ext uri="{FF2B5EF4-FFF2-40B4-BE49-F238E27FC236}">
                  <a16:creationId xmlns:a16="http://schemas.microsoft.com/office/drawing/2014/main" id="{1C2D16FE-39A2-779C-CB03-939299E358BB}"/>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DF284086-229A-DCAA-FF91-B23AA402655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Box 44">
                <a:extLst>
                  <a:ext uri="{FF2B5EF4-FFF2-40B4-BE49-F238E27FC236}">
                    <a16:creationId xmlns:a16="http://schemas.microsoft.com/office/drawing/2014/main" id="{3B4C691A-8CBF-917D-77D7-9CF4AA75EC34}"/>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5" name="Group 45">
              <a:extLst>
                <a:ext uri="{FF2B5EF4-FFF2-40B4-BE49-F238E27FC236}">
                  <a16:creationId xmlns:a16="http://schemas.microsoft.com/office/drawing/2014/main" id="{4C08712F-4533-039C-140B-1A39B146B90E}"/>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15A3C3F8-DF48-8D79-8E4A-865BFF1BC5E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Box 47">
                <a:extLst>
                  <a:ext uri="{FF2B5EF4-FFF2-40B4-BE49-F238E27FC236}">
                    <a16:creationId xmlns:a16="http://schemas.microsoft.com/office/drawing/2014/main" id="{B1244903-9D8A-9700-FCDF-50B0EB1EB2F1}"/>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8" name="Group 48">
              <a:extLst>
                <a:ext uri="{FF2B5EF4-FFF2-40B4-BE49-F238E27FC236}">
                  <a16:creationId xmlns:a16="http://schemas.microsoft.com/office/drawing/2014/main" id="{DC5D1977-F291-4F94-17DE-DDBBDE3AE5C5}"/>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606167AA-E33D-9F75-0E75-1BCE15AE365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Box 50">
                <a:extLst>
                  <a:ext uri="{FF2B5EF4-FFF2-40B4-BE49-F238E27FC236}">
                    <a16:creationId xmlns:a16="http://schemas.microsoft.com/office/drawing/2014/main" id="{059878E6-272E-0FF0-5515-B82F3A032C9C}"/>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51" name="Freeform 51">
            <a:extLst>
              <a:ext uri="{FF2B5EF4-FFF2-40B4-BE49-F238E27FC236}">
                <a16:creationId xmlns:a16="http://schemas.microsoft.com/office/drawing/2014/main" id="{D5FECA18-AB17-6193-45D1-0CDE7D9AF311}"/>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2" name="Group 52">
            <a:extLst>
              <a:ext uri="{FF2B5EF4-FFF2-40B4-BE49-F238E27FC236}">
                <a16:creationId xmlns:a16="http://schemas.microsoft.com/office/drawing/2014/main" id="{D9D70552-8EBC-A7D9-A7C4-250220C1375C}"/>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233CBED0-3C2C-467B-95BA-5EC94E4E0C86}"/>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D8C97120-F116-A246-8F40-91769B071E2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B6A86BE2-A03C-E014-598A-996792A6E2A5}"/>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8E7FBD3F-67A7-5ADA-7467-92690FC50CDF}"/>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04789717-5F29-A526-5EE5-AC39BEAA80A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82EDCC68-B05D-ABCE-BECE-01FECADA60B3}"/>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9900E484-5BE2-5571-FCB9-2D31F902DE3B}"/>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9A507B19-C4E7-8E13-882E-34AA4641627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EE3CA9E9-E919-4A08-DFC0-6B8EDF9B3C78}"/>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A9A492D5-3FE6-6AB0-F3A7-0CB152E8E60C}"/>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432FC1AC-C943-7041-A59E-B26E21B154A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D175509F-8895-2559-C5B4-D63381678D26}"/>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5" name="Group 65">
              <a:extLst>
                <a:ext uri="{FF2B5EF4-FFF2-40B4-BE49-F238E27FC236}">
                  <a16:creationId xmlns:a16="http://schemas.microsoft.com/office/drawing/2014/main" id="{37484923-66CE-BEB6-5E22-FA60EF0D6200}"/>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7E17E312-830E-2D9E-EE2B-84D0E861835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Box 67">
                <a:extLst>
                  <a:ext uri="{FF2B5EF4-FFF2-40B4-BE49-F238E27FC236}">
                    <a16:creationId xmlns:a16="http://schemas.microsoft.com/office/drawing/2014/main" id="{C3A9E6A0-8532-40D4-7371-32F5733BECA4}"/>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68" name="Group 68">
            <a:extLst>
              <a:ext uri="{FF2B5EF4-FFF2-40B4-BE49-F238E27FC236}">
                <a16:creationId xmlns:a16="http://schemas.microsoft.com/office/drawing/2014/main" id="{A8087B93-7DFF-4095-5DEA-89B0B4C56F3C}"/>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DBD7C75D-A93B-041B-0E60-6A6E53D5410A}"/>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178C200D-DD2D-B4C4-AF6E-AF69C862FF9D}"/>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Box 71">
                <a:extLst>
                  <a:ext uri="{FF2B5EF4-FFF2-40B4-BE49-F238E27FC236}">
                    <a16:creationId xmlns:a16="http://schemas.microsoft.com/office/drawing/2014/main" id="{3F61B7BB-8D89-A384-9A8A-ECBF122AF384}"/>
                  </a:ext>
                </a:extLst>
              </p:cNvPr>
              <p:cNvSpPr txBox="1"/>
              <p:nvPr/>
            </p:nvSpPr>
            <p:spPr>
              <a:xfrm>
                <a:off x="0" y="-47625"/>
                <a:ext cx="458420"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2" name="Group 72">
              <a:extLst>
                <a:ext uri="{FF2B5EF4-FFF2-40B4-BE49-F238E27FC236}">
                  <a16:creationId xmlns:a16="http://schemas.microsoft.com/office/drawing/2014/main" id="{DF42135A-B7FC-0E6D-1330-8EB44DD6AC79}"/>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0D4E0637-7BB0-ABF9-EFEE-20B5854A60EF}"/>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TextBox 74">
                <a:extLst>
                  <a:ext uri="{FF2B5EF4-FFF2-40B4-BE49-F238E27FC236}">
                    <a16:creationId xmlns:a16="http://schemas.microsoft.com/office/drawing/2014/main" id="{1CCBDA85-D65B-4621-C885-9C3D4EBDF1BA}"/>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5" name="Group 75">
              <a:extLst>
                <a:ext uri="{FF2B5EF4-FFF2-40B4-BE49-F238E27FC236}">
                  <a16:creationId xmlns:a16="http://schemas.microsoft.com/office/drawing/2014/main" id="{32288B04-CFA4-C576-B4A8-463D1C192BD9}"/>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E747A883-C55C-EDD0-EF83-2F0696762C65}"/>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7" name="TextBox 77">
                <a:extLst>
                  <a:ext uri="{FF2B5EF4-FFF2-40B4-BE49-F238E27FC236}">
                    <a16:creationId xmlns:a16="http://schemas.microsoft.com/office/drawing/2014/main" id="{BD79D124-C745-89FC-DFDA-5791CD7EA79E}"/>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8" name="Group 78">
              <a:extLst>
                <a:ext uri="{FF2B5EF4-FFF2-40B4-BE49-F238E27FC236}">
                  <a16:creationId xmlns:a16="http://schemas.microsoft.com/office/drawing/2014/main" id="{F0474208-C1C1-E560-A28D-A5AA6D8C99E5}"/>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59E29E90-573B-C5B6-038F-69B064816F94}"/>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Box 80">
                <a:extLst>
                  <a:ext uri="{FF2B5EF4-FFF2-40B4-BE49-F238E27FC236}">
                    <a16:creationId xmlns:a16="http://schemas.microsoft.com/office/drawing/2014/main" id="{F3A7F487-D13A-6E30-FD82-873B551BBC68}"/>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1" name="Group 81">
              <a:extLst>
                <a:ext uri="{FF2B5EF4-FFF2-40B4-BE49-F238E27FC236}">
                  <a16:creationId xmlns:a16="http://schemas.microsoft.com/office/drawing/2014/main" id="{D1ABC241-0CA6-E836-0DEC-6168CE659FC8}"/>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248C91D4-8A87-B5E0-B6A1-57271E29F7C4}"/>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3" name="TextBox 83">
                <a:extLst>
                  <a:ext uri="{FF2B5EF4-FFF2-40B4-BE49-F238E27FC236}">
                    <a16:creationId xmlns:a16="http://schemas.microsoft.com/office/drawing/2014/main" id="{58E9E40C-47E1-E899-DA5B-86281D9F910C}"/>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84" name="Freeform 84">
            <a:extLst>
              <a:ext uri="{FF2B5EF4-FFF2-40B4-BE49-F238E27FC236}">
                <a16:creationId xmlns:a16="http://schemas.microsoft.com/office/drawing/2014/main" id="{F746080D-77CF-03FF-0DF8-4359F4B57D94}"/>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828E003C-3904-C32C-C545-CC976CEBDA2B}"/>
              </a:ext>
            </a:extLst>
          </p:cNvPr>
          <p:cNvSpPr txBox="1"/>
          <p:nvPr/>
        </p:nvSpPr>
        <p:spPr>
          <a:xfrm>
            <a:off x="1848695" y="1301799"/>
            <a:ext cx="15370090" cy="7517058"/>
          </a:xfrm>
          <a:prstGeom prst="rect">
            <a:avLst/>
          </a:prstGeom>
          <a:noFill/>
        </p:spPr>
        <p:txBody>
          <a:bodyPr wrap="square">
            <a:spAutoFit/>
          </a:bodyPr>
          <a:lstStyle/>
          <a:p>
            <a:pPr algn="ctr">
              <a:lnSpc>
                <a:spcPct val="150000"/>
              </a:lnSpc>
              <a:spcBef>
                <a:spcPts val="600"/>
              </a:spcBef>
              <a:spcAft>
                <a:spcPts val="600"/>
              </a:spcAft>
              <a:defRPr/>
            </a:pPr>
            <a:r>
              <a:rPr lang="en-US" sz="5000" b="1">
                <a:solidFill>
                  <a:srgbClr val="FF0000"/>
                </a:solidFill>
                <a:latin typeface="American Typewriter" panose="02090604020004020304" pitchFamily="18" charset="77"/>
              </a:rPr>
              <a:t>LUYỆN TẬP CHUNG</a:t>
            </a:r>
          </a:p>
          <a:p>
            <a:pPr algn="just">
              <a:lnSpc>
                <a:spcPct val="150000"/>
              </a:lnSpc>
              <a:spcBef>
                <a:spcPts val="600"/>
              </a:spcBef>
              <a:spcAft>
                <a:spcPts val="600"/>
              </a:spcAft>
              <a:defRPr/>
            </a:pPr>
            <a:r>
              <a:rPr kumimoji="0" lang="en-US" sz="4000" b="1" i="0" u="none" strike="noStrike" kern="1200" cap="none" spc="0" normalizeH="0" baseline="0" noProof="0">
                <a:ln>
                  <a:noFill/>
                </a:ln>
                <a:solidFill>
                  <a:srgbClr val="00B050"/>
                </a:solidFill>
                <a:effectLst/>
                <a:uLnTx/>
                <a:uFillTx/>
                <a:latin typeface="American Typewriter" panose="02090604020004020304" pitchFamily="18" charset="77"/>
                <a:ea typeface="+mn-ea"/>
                <a:cs typeface="+mn-cs"/>
              </a:rPr>
              <a:t>Exercise 1: Chuyển các câu sau đây sang tiếng Anh. Chú ý phân biệt cách dùng “tính từ” và “trạng từ”. </a:t>
            </a:r>
            <a:endParaRPr kumimoji="0" lang="en-US" sz="4000" b="0" i="0" u="none" strike="noStrike" kern="1200" cap="none" spc="0" normalizeH="0" baseline="0" noProof="0">
              <a:ln>
                <a:noFill/>
              </a:ln>
              <a:solidFill>
                <a:srgbClr val="00B050"/>
              </a:solidFill>
              <a:effectLst/>
              <a:uLnTx/>
              <a:uFillTx/>
              <a:latin typeface="American Typewriter" panose="02090604020004020304" pitchFamily="18" charset="77"/>
              <a:ea typeface="+mn-ea"/>
              <a:cs typeface="+mn-cs"/>
            </a:endParaRPr>
          </a:p>
          <a:p>
            <a:pPr algn="just">
              <a:lnSpc>
                <a:spcPct val="150000"/>
              </a:lnSpc>
              <a:spcBef>
                <a:spcPts val="600"/>
              </a:spcBef>
              <a:spcAft>
                <a:spcPts val="600"/>
              </a:spcAft>
            </a:pPr>
            <a:r>
              <a:rPr lang="vi-VN" sz="4400" b="1">
                <a:latin typeface="American Typewriter" panose="02090604020004020304" pitchFamily="18" charset="77"/>
              </a:rPr>
              <a:t>1. Anh ấy là một người </a:t>
            </a:r>
            <a:r>
              <a:rPr lang="vi-VN" sz="4400" b="1">
                <a:solidFill>
                  <a:schemeClr val="accent6"/>
                </a:solidFill>
                <a:latin typeface="American Typewriter" panose="02090604020004020304" pitchFamily="18" charset="77"/>
              </a:rPr>
              <a:t>chăm chỉ</a:t>
            </a:r>
            <a:r>
              <a:rPr lang="vi-VN" sz="4400" b="1">
                <a:latin typeface="American Typewriter" panose="02090604020004020304" pitchFamily="18" charset="77"/>
              </a:rPr>
              <a:t>, vì vậy anh ấy làm việc rất </a:t>
            </a:r>
            <a:r>
              <a:rPr lang="vi-VN" sz="4400" b="1">
                <a:solidFill>
                  <a:schemeClr val="accent6"/>
                </a:solidFill>
                <a:latin typeface="American Typewriter" panose="02090604020004020304" pitchFamily="18" charset="77"/>
              </a:rPr>
              <a:t>chăm chỉ </a:t>
            </a:r>
            <a:r>
              <a:rPr lang="vi-VN" sz="4400" b="1">
                <a:latin typeface="American Typewriter" panose="02090604020004020304" pitchFamily="18" charset="77"/>
              </a:rPr>
              <a:t>mỗi ngày.</a:t>
            </a:r>
          </a:p>
          <a:p>
            <a:pPr algn="just">
              <a:lnSpc>
                <a:spcPct val="150000"/>
              </a:lnSpc>
              <a:spcBef>
                <a:spcPts val="600"/>
              </a:spcBef>
              <a:spcAft>
                <a:spcPts val="600"/>
              </a:spcAft>
            </a:pPr>
            <a:r>
              <a:rPr lang="vi-VN" sz="4400" b="1">
                <a:latin typeface="American Typewriter" panose="02090604020004020304" pitchFamily="18" charset="77"/>
              </a:rPr>
              <a:t>→ He is a </a:t>
            </a:r>
            <a:r>
              <a:rPr lang="vi-VN" sz="4400" b="1">
                <a:solidFill>
                  <a:schemeClr val="accent6"/>
                </a:solidFill>
                <a:latin typeface="American Typewriter" panose="02090604020004020304" pitchFamily="18" charset="77"/>
              </a:rPr>
              <a:t>hardworking </a:t>
            </a:r>
            <a:r>
              <a:rPr lang="vi-VN" sz="4400" b="1">
                <a:latin typeface="American Typewriter" panose="02090604020004020304" pitchFamily="18" charset="77"/>
              </a:rPr>
              <a:t>person, so he works very </a:t>
            </a:r>
            <a:r>
              <a:rPr lang="vi-VN" sz="4400" b="1">
                <a:solidFill>
                  <a:schemeClr val="accent6"/>
                </a:solidFill>
                <a:latin typeface="American Typewriter" panose="02090604020004020304" pitchFamily="18" charset="77"/>
              </a:rPr>
              <a:t>hard</a:t>
            </a:r>
            <a:r>
              <a:rPr lang="vi-VN" sz="4400" b="1">
                <a:latin typeface="American Typewriter" panose="02090604020004020304" pitchFamily="18" charset="77"/>
              </a:rPr>
              <a:t> every day.</a:t>
            </a:r>
            <a:endParaRPr lang="en-US" sz="4400" b="1">
              <a:latin typeface="American Typewriter" panose="02090604020004020304" pitchFamily="18" charset="77"/>
            </a:endParaRPr>
          </a:p>
        </p:txBody>
      </p:sp>
      <mc:AlternateContent xmlns:mc="http://schemas.openxmlformats.org/markup-compatibility/2006" xmlns:p14="http://schemas.microsoft.com/office/powerpoint/2010/main">
        <mc:Choice Requires="p14">
          <p:contentPart p14:bwMode="auto" r:id="rId6">
            <p14:nvContentPartPr>
              <p14:cNvPr id="20" name="Ink 19">
                <a:extLst>
                  <a:ext uri="{FF2B5EF4-FFF2-40B4-BE49-F238E27FC236}">
                    <a16:creationId xmlns:a16="http://schemas.microsoft.com/office/drawing/2014/main" id="{98601701-17D8-4082-8915-65B692F68450}"/>
                  </a:ext>
                </a:extLst>
              </p14:cNvPr>
              <p14:cNvContentPartPr/>
              <p14:nvPr/>
            </p14:nvContentPartPr>
            <p14:xfrm>
              <a:off x="14521680" y="3788280"/>
              <a:ext cx="360" cy="360"/>
            </p14:xfrm>
          </p:contentPart>
        </mc:Choice>
        <mc:Fallback xmlns="">
          <p:pic>
            <p:nvPicPr>
              <p:cNvPr id="20" name="Ink 19">
                <a:extLst>
                  <a:ext uri="{FF2B5EF4-FFF2-40B4-BE49-F238E27FC236}">
                    <a16:creationId xmlns:a16="http://schemas.microsoft.com/office/drawing/2014/main" id="{98601701-17D8-4082-8915-65B692F68450}"/>
                  </a:ext>
                </a:extLst>
              </p:cNvPr>
              <p:cNvPicPr/>
              <p:nvPr/>
            </p:nvPicPr>
            <p:blipFill>
              <a:blip r:embed="rId8"/>
              <a:stretch>
                <a:fillRect/>
              </a:stretch>
            </p:blipFill>
            <p:spPr>
              <a:xfrm>
                <a:off x="14512320" y="3778920"/>
                <a:ext cx="19080" cy="19080"/>
              </a:xfrm>
              <a:prstGeom prst="rect">
                <a:avLst/>
              </a:prstGeom>
            </p:spPr>
          </p:pic>
        </mc:Fallback>
      </mc:AlternateContent>
    </p:spTree>
    <p:extLst>
      <p:ext uri="{BB962C8B-B14F-4D97-AF65-F5344CB8AC3E}">
        <p14:creationId xmlns:p14="http://schemas.microsoft.com/office/powerpoint/2010/main" val="1031741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2" end="2"/>
                                            </p:txEl>
                                          </p:spTgt>
                                        </p:tgtEl>
                                        <p:attrNameLst>
                                          <p:attrName>style.visibility</p:attrName>
                                        </p:attrNameLst>
                                      </p:cBhvr>
                                      <p:to>
                                        <p:strVal val="visible"/>
                                      </p:to>
                                    </p:set>
                                    <p:anim calcmode="lin" valueType="num">
                                      <p:cBhvr additive="base">
                                        <p:cTn id="7"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3" end="3"/>
                                            </p:txEl>
                                          </p:spTgt>
                                        </p:tgtEl>
                                        <p:attrNameLst>
                                          <p:attrName>style.visibility</p:attrName>
                                        </p:attrNameLst>
                                      </p:cBhvr>
                                      <p:to>
                                        <p:strVal val="visible"/>
                                      </p:to>
                                    </p:set>
                                    <p:anim calcmode="lin" valueType="num">
                                      <p:cBhvr additive="base">
                                        <p:cTn id="13"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886CB-1561-F544-E2D0-7DD820AC436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F2B6FA8-9146-E7FF-6FC2-C88D8D0E6064}"/>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D09C2A02-C469-7EA3-670A-0DC4FCC26C9C}"/>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BBC386CB-0763-87B9-36F7-985E583A48CB}"/>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 name="Group 5">
            <a:extLst>
              <a:ext uri="{FF2B5EF4-FFF2-40B4-BE49-F238E27FC236}">
                <a16:creationId xmlns:a16="http://schemas.microsoft.com/office/drawing/2014/main" id="{1C345E6E-41F5-B1A5-5EE2-7FE0FAC59987}"/>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CAF9F8D8-A774-5BD0-C8AC-31490697AE90}"/>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3F8ECD01-290A-F7AC-615F-F9767B7E1E74}"/>
                </a:ext>
              </a:extLst>
            </p:cNvPr>
            <p:cNvSpPr txBox="1"/>
            <p:nvPr/>
          </p:nvSpPr>
          <p:spPr>
            <a:xfrm>
              <a:off x="0" y="-47625"/>
              <a:ext cx="5454346" cy="2751565"/>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9A22DF2C-A284-C436-7E6D-293E4DFA3BE2}"/>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8C1FEC42-9038-B56D-7B14-73533F549711}"/>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EDD88917-FE30-77F9-EC3C-D565729294EB}"/>
                </a:ext>
              </a:extLst>
            </p:cNvPr>
            <p:cNvSpPr txBox="1"/>
            <p:nvPr/>
          </p:nvSpPr>
          <p:spPr>
            <a:xfrm>
              <a:off x="0" y="-47625"/>
              <a:ext cx="5429786" cy="2704410"/>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51EE0466-87DF-1B4F-8E91-D97576DE47BE}"/>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8E194A69-4FC5-26A5-6E88-A46B5612192F}"/>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794DCBCA-A537-2728-3722-F35DCB7F417E}"/>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42C14A60-E79E-502A-D05D-1C07555EE137}"/>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4ECAC725-740A-53EC-0C14-47EA2FCC694D}"/>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2885D768-1C99-D71A-C9E1-523B936DE0F9}"/>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F7437E98-B1E7-D36B-9C44-3CB4A35AE7A5}"/>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8837509A-A4BA-50F3-9F44-044F108C4691}"/>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4E2D17D7-9411-0BDC-DAF1-94AFEA5DF398}"/>
                </a:ext>
              </a:extLst>
            </p:cNvPr>
            <p:cNvSpPr txBox="1"/>
            <p:nvPr/>
          </p:nvSpPr>
          <p:spPr>
            <a:xfrm>
              <a:off x="0" y="-47625"/>
              <a:ext cx="3961731" cy="2448417"/>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4" name="Freeform 34">
            <a:extLst>
              <a:ext uri="{FF2B5EF4-FFF2-40B4-BE49-F238E27FC236}">
                <a16:creationId xmlns:a16="http://schemas.microsoft.com/office/drawing/2014/main" id="{C5DDCCFC-DA9D-FBFE-8920-545C0279249D}"/>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5" name="Group 35">
            <a:extLst>
              <a:ext uri="{FF2B5EF4-FFF2-40B4-BE49-F238E27FC236}">
                <a16:creationId xmlns:a16="http://schemas.microsoft.com/office/drawing/2014/main" id="{DB3E4027-908E-4E44-C854-779AB2BF7422}"/>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4F7A0235-156F-E0FC-5464-49CEA8E8874E}"/>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E4A8F707-A0AB-5C3B-7C80-7AC87A4D830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Box 38">
                <a:extLst>
                  <a:ext uri="{FF2B5EF4-FFF2-40B4-BE49-F238E27FC236}">
                    <a16:creationId xmlns:a16="http://schemas.microsoft.com/office/drawing/2014/main" id="{EA9F5ACE-18D4-4C48-E07C-B9826DAFEFA6}"/>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9" name="Group 39">
              <a:extLst>
                <a:ext uri="{FF2B5EF4-FFF2-40B4-BE49-F238E27FC236}">
                  <a16:creationId xmlns:a16="http://schemas.microsoft.com/office/drawing/2014/main" id="{2722447D-79E0-8551-B6E6-3D98B77B873F}"/>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111F57FA-7BA3-85DE-3C83-22B7435FA19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Box 41">
                <a:extLst>
                  <a:ext uri="{FF2B5EF4-FFF2-40B4-BE49-F238E27FC236}">
                    <a16:creationId xmlns:a16="http://schemas.microsoft.com/office/drawing/2014/main" id="{4A087746-3D30-AD3C-BE01-72502CC7EFC0}"/>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2" name="Group 42">
              <a:extLst>
                <a:ext uri="{FF2B5EF4-FFF2-40B4-BE49-F238E27FC236}">
                  <a16:creationId xmlns:a16="http://schemas.microsoft.com/office/drawing/2014/main" id="{DF4FDE3B-8371-4069-C6C3-64FF752AECE8}"/>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EFEDEFEF-DA13-795D-D6FA-05BE7FABEE0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Box 44">
                <a:extLst>
                  <a:ext uri="{FF2B5EF4-FFF2-40B4-BE49-F238E27FC236}">
                    <a16:creationId xmlns:a16="http://schemas.microsoft.com/office/drawing/2014/main" id="{D7553548-7993-4FF5-5C32-BDC98747B074}"/>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5" name="Group 45">
              <a:extLst>
                <a:ext uri="{FF2B5EF4-FFF2-40B4-BE49-F238E27FC236}">
                  <a16:creationId xmlns:a16="http://schemas.microsoft.com/office/drawing/2014/main" id="{7100F247-2F39-3172-549D-112762875FBA}"/>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ECFC5E8C-9CA1-5BA1-7CE5-E6D8A430212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Box 47">
                <a:extLst>
                  <a:ext uri="{FF2B5EF4-FFF2-40B4-BE49-F238E27FC236}">
                    <a16:creationId xmlns:a16="http://schemas.microsoft.com/office/drawing/2014/main" id="{81E3A12E-7FE9-5972-5066-5799FB1F578D}"/>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8" name="Group 48">
              <a:extLst>
                <a:ext uri="{FF2B5EF4-FFF2-40B4-BE49-F238E27FC236}">
                  <a16:creationId xmlns:a16="http://schemas.microsoft.com/office/drawing/2014/main" id="{9AA3C96F-53C0-9FFA-3424-A53960643296}"/>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A8CAC52C-943F-257F-292D-43FDBDA46D0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Box 50">
                <a:extLst>
                  <a:ext uri="{FF2B5EF4-FFF2-40B4-BE49-F238E27FC236}">
                    <a16:creationId xmlns:a16="http://schemas.microsoft.com/office/drawing/2014/main" id="{86CB61C4-E072-84E2-D8D3-A912263B788A}"/>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51" name="Freeform 51">
            <a:extLst>
              <a:ext uri="{FF2B5EF4-FFF2-40B4-BE49-F238E27FC236}">
                <a16:creationId xmlns:a16="http://schemas.microsoft.com/office/drawing/2014/main" id="{2D0E1D5F-AEDB-148E-11B9-9E24E37650D1}"/>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2" name="Group 52">
            <a:extLst>
              <a:ext uri="{FF2B5EF4-FFF2-40B4-BE49-F238E27FC236}">
                <a16:creationId xmlns:a16="http://schemas.microsoft.com/office/drawing/2014/main" id="{1A84C29F-E67D-0DB0-14A2-91EAC86FDD4A}"/>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6B920DA5-C928-FABF-686E-0932647DAB51}"/>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BDF0CA82-30BA-A5CD-F418-AFC4DDCE3D9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DB2C6C9A-50C3-3CF9-D047-306FA5BDEE57}"/>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8D8C99DA-C79D-FAD2-0FDC-A9EE77119806}"/>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85784D29-BE4D-5208-D970-C3621BC6D0B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62FA0D85-8114-176B-95A7-9F5CCA0AFBB9}"/>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CE3504B5-B2DB-D5BE-AB22-5C9FDBFA2BC1}"/>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8CBE79E1-5DA3-29A9-BAD0-9104D1D9594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8AFBC9C2-A3B0-0AC8-96FC-E5C6FEEC8714}"/>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44427215-0DA3-E4C4-618E-24EFD37A9A10}"/>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AE907CD6-1A6D-DD9D-0820-4DA43B62FB2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3667D81C-3D3C-961D-6DDF-47C6C6F4B04D}"/>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5" name="Group 65">
              <a:extLst>
                <a:ext uri="{FF2B5EF4-FFF2-40B4-BE49-F238E27FC236}">
                  <a16:creationId xmlns:a16="http://schemas.microsoft.com/office/drawing/2014/main" id="{D6CC67EB-2617-620B-6C1A-E848F2576F00}"/>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26FCBA9D-42B1-CBE4-FC77-0D9D181EE15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Box 67">
                <a:extLst>
                  <a:ext uri="{FF2B5EF4-FFF2-40B4-BE49-F238E27FC236}">
                    <a16:creationId xmlns:a16="http://schemas.microsoft.com/office/drawing/2014/main" id="{728ED717-EDE2-B493-E69E-D424E7B207B1}"/>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68" name="Group 68">
            <a:extLst>
              <a:ext uri="{FF2B5EF4-FFF2-40B4-BE49-F238E27FC236}">
                <a16:creationId xmlns:a16="http://schemas.microsoft.com/office/drawing/2014/main" id="{6611237F-750C-A22D-71E0-F3C959C8CED2}"/>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F69C6982-C4A4-4BDB-C3F2-DFBEA749A79F}"/>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F9A2B05E-2DB1-7A31-9F9E-B3A7C11A3996}"/>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Box 71">
                <a:extLst>
                  <a:ext uri="{FF2B5EF4-FFF2-40B4-BE49-F238E27FC236}">
                    <a16:creationId xmlns:a16="http://schemas.microsoft.com/office/drawing/2014/main" id="{BC60BC2D-5AB4-24F2-E5C8-2ED7470C7D11}"/>
                  </a:ext>
                </a:extLst>
              </p:cNvPr>
              <p:cNvSpPr txBox="1"/>
              <p:nvPr/>
            </p:nvSpPr>
            <p:spPr>
              <a:xfrm>
                <a:off x="0" y="-47625"/>
                <a:ext cx="458420"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2" name="Group 72">
              <a:extLst>
                <a:ext uri="{FF2B5EF4-FFF2-40B4-BE49-F238E27FC236}">
                  <a16:creationId xmlns:a16="http://schemas.microsoft.com/office/drawing/2014/main" id="{B4382798-B41E-34A2-DDC7-5D88C7185F26}"/>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31D6AD15-5E2E-5411-3B8E-A437B69CA788}"/>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TextBox 74">
                <a:extLst>
                  <a:ext uri="{FF2B5EF4-FFF2-40B4-BE49-F238E27FC236}">
                    <a16:creationId xmlns:a16="http://schemas.microsoft.com/office/drawing/2014/main" id="{7A192B87-F9C9-9703-6206-048FB13190BD}"/>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5" name="Group 75">
              <a:extLst>
                <a:ext uri="{FF2B5EF4-FFF2-40B4-BE49-F238E27FC236}">
                  <a16:creationId xmlns:a16="http://schemas.microsoft.com/office/drawing/2014/main" id="{6B624513-1A1A-AF7D-0E22-8ABFF5D6BF30}"/>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1AFC97C8-8BB2-4709-F7A7-7A974D8A0E86}"/>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7" name="TextBox 77">
                <a:extLst>
                  <a:ext uri="{FF2B5EF4-FFF2-40B4-BE49-F238E27FC236}">
                    <a16:creationId xmlns:a16="http://schemas.microsoft.com/office/drawing/2014/main" id="{082D9182-8635-743F-9284-8A13C1C1EAEA}"/>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8" name="Group 78">
              <a:extLst>
                <a:ext uri="{FF2B5EF4-FFF2-40B4-BE49-F238E27FC236}">
                  <a16:creationId xmlns:a16="http://schemas.microsoft.com/office/drawing/2014/main" id="{952E4F4B-4E24-59F3-4ED9-12E6EF87AB7F}"/>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758CE9A8-F96D-6D90-D178-C48049C43958}"/>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Box 80">
                <a:extLst>
                  <a:ext uri="{FF2B5EF4-FFF2-40B4-BE49-F238E27FC236}">
                    <a16:creationId xmlns:a16="http://schemas.microsoft.com/office/drawing/2014/main" id="{CC4F69B4-663C-A2D1-AE88-8DE5EE8B8B9F}"/>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1" name="Group 81">
              <a:extLst>
                <a:ext uri="{FF2B5EF4-FFF2-40B4-BE49-F238E27FC236}">
                  <a16:creationId xmlns:a16="http://schemas.microsoft.com/office/drawing/2014/main" id="{7B0BBFE3-0FD0-1736-D370-C1080B6C5933}"/>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151EAE15-E21D-4CF4-FD6D-4B3FEC3B4DFC}"/>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3" name="TextBox 83">
                <a:extLst>
                  <a:ext uri="{FF2B5EF4-FFF2-40B4-BE49-F238E27FC236}">
                    <a16:creationId xmlns:a16="http://schemas.microsoft.com/office/drawing/2014/main" id="{9D3A8830-B897-8255-A643-89EBE7F3650C}"/>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84" name="Freeform 84">
            <a:extLst>
              <a:ext uri="{FF2B5EF4-FFF2-40B4-BE49-F238E27FC236}">
                <a16:creationId xmlns:a16="http://schemas.microsoft.com/office/drawing/2014/main" id="{48AD1E5C-0FE8-5BC3-47A8-74155369415C}"/>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45E4A01E-1431-0E67-09AC-1FCB4FBC0ED0}"/>
              </a:ext>
            </a:extLst>
          </p:cNvPr>
          <p:cNvSpPr txBox="1"/>
          <p:nvPr/>
        </p:nvSpPr>
        <p:spPr>
          <a:xfrm>
            <a:off x="1856980" y="1521792"/>
            <a:ext cx="15516620" cy="7240187"/>
          </a:xfrm>
          <a:prstGeom prst="rect">
            <a:avLst/>
          </a:prstGeom>
          <a:noFill/>
        </p:spPr>
        <p:txBody>
          <a:bodyPr wrap="square">
            <a:spAutoFit/>
          </a:bodyPr>
          <a:lstStyle/>
          <a:p>
            <a:pPr algn="just">
              <a:lnSpc>
                <a:spcPct val="150000"/>
              </a:lnSpc>
              <a:spcBef>
                <a:spcPts val="600"/>
              </a:spcBef>
              <a:spcAft>
                <a:spcPts val="600"/>
              </a:spcAft>
            </a:pPr>
            <a:r>
              <a:rPr lang="vi-VN" sz="4200" b="1">
                <a:latin typeface="American Typewriter" panose="02090604020004020304" pitchFamily="18" charset="77"/>
              </a:rPr>
              <a:t>2. Nhiều người cho rằng đọc sách thì </a:t>
            </a:r>
            <a:r>
              <a:rPr lang="vi-VN" sz="4200" b="1">
                <a:solidFill>
                  <a:schemeClr val="accent6"/>
                </a:solidFill>
                <a:latin typeface="American Typewriter" panose="02090604020004020304" pitchFamily="18" charset="77"/>
              </a:rPr>
              <a:t>chán</a:t>
            </a:r>
            <a:r>
              <a:rPr lang="vi-VN" sz="4200" b="1">
                <a:latin typeface="American Typewriter" panose="02090604020004020304" pitchFamily="18" charset="77"/>
              </a:rPr>
              <a:t>, nhưng tôi lại không bao giờ cảm thấy </a:t>
            </a:r>
            <a:r>
              <a:rPr lang="vi-VN" sz="4200" b="1">
                <a:solidFill>
                  <a:schemeClr val="accent6"/>
                </a:solidFill>
                <a:latin typeface="American Typewriter" panose="02090604020004020304" pitchFamily="18" charset="77"/>
              </a:rPr>
              <a:t>chán</a:t>
            </a:r>
            <a:r>
              <a:rPr lang="vi-VN" sz="4200" b="1">
                <a:latin typeface="American Typewriter" panose="02090604020004020304" pitchFamily="18" charset="77"/>
              </a:rPr>
              <a:t> khi đọc sách.</a:t>
            </a:r>
          </a:p>
          <a:p>
            <a:pPr algn="just">
              <a:lnSpc>
                <a:spcPct val="150000"/>
              </a:lnSpc>
              <a:spcBef>
                <a:spcPts val="600"/>
              </a:spcBef>
              <a:spcAft>
                <a:spcPts val="600"/>
              </a:spcAft>
            </a:pPr>
            <a:r>
              <a:rPr lang="vi-VN" sz="4200" b="1">
                <a:latin typeface="American Typewriter" panose="02090604020004020304" pitchFamily="18" charset="77"/>
              </a:rPr>
              <a:t>→ Many people think reading books is </a:t>
            </a:r>
            <a:r>
              <a:rPr lang="vi-VN" sz="4200" b="1">
                <a:solidFill>
                  <a:schemeClr val="accent6"/>
                </a:solidFill>
                <a:latin typeface="American Typewriter" panose="02090604020004020304" pitchFamily="18" charset="77"/>
              </a:rPr>
              <a:t>boring</a:t>
            </a:r>
            <a:r>
              <a:rPr lang="vi-VN" sz="4200" b="1">
                <a:latin typeface="American Typewriter" panose="02090604020004020304" pitchFamily="18" charset="77"/>
              </a:rPr>
              <a:t>, but I never feel </a:t>
            </a:r>
            <a:r>
              <a:rPr lang="vi-VN" sz="4200" b="1">
                <a:solidFill>
                  <a:schemeClr val="accent6"/>
                </a:solidFill>
                <a:latin typeface="American Typewriter" panose="02090604020004020304" pitchFamily="18" charset="77"/>
              </a:rPr>
              <a:t>bored</a:t>
            </a:r>
            <a:r>
              <a:rPr lang="vi-VN" sz="4200" b="1">
                <a:latin typeface="American Typewriter" panose="02090604020004020304" pitchFamily="18" charset="77"/>
              </a:rPr>
              <a:t> when reading.</a:t>
            </a:r>
          </a:p>
          <a:p>
            <a:pPr algn="just">
              <a:lnSpc>
                <a:spcPct val="150000"/>
              </a:lnSpc>
              <a:spcBef>
                <a:spcPts val="600"/>
              </a:spcBef>
              <a:spcAft>
                <a:spcPts val="600"/>
              </a:spcAft>
            </a:pPr>
            <a:r>
              <a:rPr lang="vi-VN" sz="4200" b="1">
                <a:latin typeface="American Typewriter" panose="02090604020004020304" pitchFamily="18" charset="77"/>
              </a:rPr>
              <a:t>3. Cô ấy là một người </a:t>
            </a:r>
            <a:r>
              <a:rPr lang="vi-VN" sz="4200" b="1">
                <a:solidFill>
                  <a:schemeClr val="accent6"/>
                </a:solidFill>
                <a:latin typeface="American Typewriter" panose="02090604020004020304" pitchFamily="18" charset="77"/>
              </a:rPr>
              <a:t>cẩn thận</a:t>
            </a:r>
            <a:r>
              <a:rPr lang="vi-VN" sz="4200" b="1">
                <a:latin typeface="American Typewriter" panose="02090604020004020304" pitchFamily="18" charset="77"/>
              </a:rPr>
              <a:t>, vậy nên cô ấy luôn lái xe </a:t>
            </a:r>
            <a:r>
              <a:rPr lang="vi-VN" sz="4200" b="1">
                <a:solidFill>
                  <a:schemeClr val="accent6"/>
                </a:solidFill>
                <a:latin typeface="American Typewriter" panose="02090604020004020304" pitchFamily="18" charset="77"/>
              </a:rPr>
              <a:t>cẩn thận</a:t>
            </a:r>
            <a:r>
              <a:rPr lang="vi-VN" sz="4200" b="1">
                <a:latin typeface="American Typewriter" panose="02090604020004020304" pitchFamily="18" charset="77"/>
              </a:rPr>
              <a:t>.</a:t>
            </a:r>
          </a:p>
          <a:p>
            <a:pPr algn="just">
              <a:lnSpc>
                <a:spcPct val="150000"/>
              </a:lnSpc>
              <a:spcBef>
                <a:spcPts val="600"/>
              </a:spcBef>
              <a:spcAft>
                <a:spcPts val="600"/>
              </a:spcAft>
            </a:pPr>
            <a:r>
              <a:rPr lang="vi-VN" sz="4200" b="1">
                <a:latin typeface="American Typewriter" panose="02090604020004020304" pitchFamily="18" charset="77"/>
              </a:rPr>
              <a:t>→ She is a </a:t>
            </a:r>
            <a:r>
              <a:rPr lang="vi-VN" sz="4200" b="1">
                <a:solidFill>
                  <a:schemeClr val="accent6"/>
                </a:solidFill>
                <a:latin typeface="American Typewriter" panose="02090604020004020304" pitchFamily="18" charset="77"/>
              </a:rPr>
              <a:t>careful</a:t>
            </a:r>
            <a:r>
              <a:rPr lang="vi-VN" sz="4200" b="1">
                <a:latin typeface="American Typewriter" panose="02090604020004020304" pitchFamily="18" charset="77"/>
              </a:rPr>
              <a:t> person, so she always drives </a:t>
            </a:r>
            <a:r>
              <a:rPr lang="vi-VN" sz="4200" b="1">
                <a:solidFill>
                  <a:schemeClr val="accent6"/>
                </a:solidFill>
                <a:latin typeface="American Typewriter" panose="02090604020004020304" pitchFamily="18" charset="77"/>
              </a:rPr>
              <a:t>carefully</a:t>
            </a:r>
            <a:r>
              <a:rPr lang="vi-VN" sz="4200" b="1">
                <a:latin typeface="American Typewriter" panose="02090604020004020304" pitchFamily="18" charset="77"/>
              </a:rPr>
              <a:t>.</a:t>
            </a:r>
            <a:endParaRPr lang="en-US" sz="4200" b="1">
              <a:latin typeface="American Typewriter" panose="02090604020004020304" pitchFamily="18" charset="77"/>
            </a:endParaRPr>
          </a:p>
        </p:txBody>
      </p:sp>
    </p:spTree>
    <p:extLst>
      <p:ext uri="{BB962C8B-B14F-4D97-AF65-F5344CB8AC3E}">
        <p14:creationId xmlns:p14="http://schemas.microsoft.com/office/powerpoint/2010/main" val="1499703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1EF2F-9D02-E747-777F-A9F0093EB8D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FCBEA41-A6DD-7820-F742-58CEAD371714}"/>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8CA04755-6671-D354-8964-56692E3C3D93}"/>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FC0DA06A-8B1E-CB65-7D71-CA86701ED90D}"/>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 name="Group 5">
            <a:extLst>
              <a:ext uri="{FF2B5EF4-FFF2-40B4-BE49-F238E27FC236}">
                <a16:creationId xmlns:a16="http://schemas.microsoft.com/office/drawing/2014/main" id="{8786A05D-47DA-9512-A75E-C2E72EC4038E}"/>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AF22F8DC-1936-BCA4-D51B-1B3B45A21082}"/>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A93B236D-9FD4-160F-343D-C96A2DE62EDA}"/>
                </a:ext>
              </a:extLst>
            </p:cNvPr>
            <p:cNvSpPr txBox="1"/>
            <p:nvPr/>
          </p:nvSpPr>
          <p:spPr>
            <a:xfrm>
              <a:off x="0" y="-47625"/>
              <a:ext cx="5454346" cy="2751565"/>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7A09AD28-F2EC-E4C4-59B5-6B7F697982D4}"/>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2C46202E-D023-4BD2-006C-5022CA0BF66D}"/>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7B1750AD-7D1D-EA1C-8C81-1110F19F86F0}"/>
                </a:ext>
              </a:extLst>
            </p:cNvPr>
            <p:cNvSpPr txBox="1"/>
            <p:nvPr/>
          </p:nvSpPr>
          <p:spPr>
            <a:xfrm>
              <a:off x="0" y="-47625"/>
              <a:ext cx="5429786" cy="2704410"/>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78DAA188-F17D-50EF-88C3-CFA54A33BC91}"/>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947ADEC1-5DB9-3AE7-CEBD-D50FB0F93190}"/>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026FACFF-E554-E0EF-0B52-D58113A46ADA}"/>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A66FD652-3DD6-9BDF-33FC-05144B7C5DE0}"/>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8345F77B-5167-DCE4-2190-EB7C9E3A229C}"/>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AC440D08-4E9C-C9D4-02AF-C551D2E07A0C}"/>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172EE081-E7BC-1235-8AA5-DC7557C87E49}"/>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5A67BD48-A818-E4C4-9D3E-AF94663F656F}"/>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91A4EE90-14C6-254E-EACB-79BCE9920427}"/>
                </a:ext>
              </a:extLst>
            </p:cNvPr>
            <p:cNvSpPr txBox="1"/>
            <p:nvPr/>
          </p:nvSpPr>
          <p:spPr>
            <a:xfrm>
              <a:off x="0" y="-47625"/>
              <a:ext cx="3961731" cy="2448417"/>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4" name="Freeform 34">
            <a:extLst>
              <a:ext uri="{FF2B5EF4-FFF2-40B4-BE49-F238E27FC236}">
                <a16:creationId xmlns:a16="http://schemas.microsoft.com/office/drawing/2014/main" id="{62CC3C10-777D-9F11-745C-6FF65C328C42}"/>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5" name="Group 35">
            <a:extLst>
              <a:ext uri="{FF2B5EF4-FFF2-40B4-BE49-F238E27FC236}">
                <a16:creationId xmlns:a16="http://schemas.microsoft.com/office/drawing/2014/main" id="{0C596CAA-AF7C-A0C9-A2CD-164F904BBAA6}"/>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2989804B-60AD-1022-75C9-E310138C5849}"/>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2E69C335-1AC1-ADE2-1129-CA37921FC3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Box 38">
                <a:extLst>
                  <a:ext uri="{FF2B5EF4-FFF2-40B4-BE49-F238E27FC236}">
                    <a16:creationId xmlns:a16="http://schemas.microsoft.com/office/drawing/2014/main" id="{F3109AC9-7C16-C426-841C-B09D903F3523}"/>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9" name="Group 39">
              <a:extLst>
                <a:ext uri="{FF2B5EF4-FFF2-40B4-BE49-F238E27FC236}">
                  <a16:creationId xmlns:a16="http://schemas.microsoft.com/office/drawing/2014/main" id="{25535723-E619-5CFE-318D-4F579F7D1DBF}"/>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549DDF88-A9C5-58EC-D536-D1FD1DA0F15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Box 41">
                <a:extLst>
                  <a:ext uri="{FF2B5EF4-FFF2-40B4-BE49-F238E27FC236}">
                    <a16:creationId xmlns:a16="http://schemas.microsoft.com/office/drawing/2014/main" id="{918799E8-2FF4-3166-074A-F6F514F1B316}"/>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2" name="Group 42">
              <a:extLst>
                <a:ext uri="{FF2B5EF4-FFF2-40B4-BE49-F238E27FC236}">
                  <a16:creationId xmlns:a16="http://schemas.microsoft.com/office/drawing/2014/main" id="{3F9A202D-8FE7-334E-E90F-CA6FEFEE9490}"/>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BEFAE926-9F67-74C9-4612-5D9EEBFD389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Box 44">
                <a:extLst>
                  <a:ext uri="{FF2B5EF4-FFF2-40B4-BE49-F238E27FC236}">
                    <a16:creationId xmlns:a16="http://schemas.microsoft.com/office/drawing/2014/main" id="{290852C4-9CF5-5B18-59CB-304BC55C85C3}"/>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5" name="Group 45">
              <a:extLst>
                <a:ext uri="{FF2B5EF4-FFF2-40B4-BE49-F238E27FC236}">
                  <a16:creationId xmlns:a16="http://schemas.microsoft.com/office/drawing/2014/main" id="{2FFAF786-CB14-DA86-13D5-49C82D3A7924}"/>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2E0E07C0-F849-338A-4C6F-448BCFE1EFB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Box 47">
                <a:extLst>
                  <a:ext uri="{FF2B5EF4-FFF2-40B4-BE49-F238E27FC236}">
                    <a16:creationId xmlns:a16="http://schemas.microsoft.com/office/drawing/2014/main" id="{B67A5214-8D99-0A4F-DFD3-C73CBEAE042A}"/>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8" name="Group 48">
              <a:extLst>
                <a:ext uri="{FF2B5EF4-FFF2-40B4-BE49-F238E27FC236}">
                  <a16:creationId xmlns:a16="http://schemas.microsoft.com/office/drawing/2014/main" id="{73F3BFC3-7AF5-A8AA-E1FA-C6C454913A0B}"/>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FD686A61-504B-3F39-8334-5477848409A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Box 50">
                <a:extLst>
                  <a:ext uri="{FF2B5EF4-FFF2-40B4-BE49-F238E27FC236}">
                    <a16:creationId xmlns:a16="http://schemas.microsoft.com/office/drawing/2014/main" id="{3B49E23B-00E9-4558-AEA5-C66C6A3A9D59}"/>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51" name="Freeform 51">
            <a:extLst>
              <a:ext uri="{FF2B5EF4-FFF2-40B4-BE49-F238E27FC236}">
                <a16:creationId xmlns:a16="http://schemas.microsoft.com/office/drawing/2014/main" id="{32C92562-905C-BFFE-03F5-92EF36113FD4}"/>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2" name="Group 52">
            <a:extLst>
              <a:ext uri="{FF2B5EF4-FFF2-40B4-BE49-F238E27FC236}">
                <a16:creationId xmlns:a16="http://schemas.microsoft.com/office/drawing/2014/main" id="{EA7074B1-14C1-AF3E-EE50-B77673EA19ED}"/>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3FAA4071-0FB0-C3C9-1506-3AF8F828FBD9}"/>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EAE81835-1943-97E6-5AF4-3EBBDAC6938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AEF1E555-49C1-A75B-B57E-C9685A73F270}"/>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5E7947E7-48A8-E8EE-99F9-3F2611B43917}"/>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9B085505-C337-8A46-79C8-BF6BD962A17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08CEEBA4-CE64-FF34-A73A-D8EA3DA0D901}"/>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606FEFC0-C38F-F4DA-6B90-CDC330FABAE8}"/>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2F58579B-9108-08E9-9A0E-02BF1F799F1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BCD21E7E-61F8-934E-6626-DD303164D099}"/>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45AA6F93-5B6E-08AF-06E4-3AE19C0A0294}"/>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A618451B-DE70-5537-1ACB-7E39489229D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91491C42-88BF-D717-B257-9F4A511E8AA2}"/>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5" name="Group 65">
              <a:extLst>
                <a:ext uri="{FF2B5EF4-FFF2-40B4-BE49-F238E27FC236}">
                  <a16:creationId xmlns:a16="http://schemas.microsoft.com/office/drawing/2014/main" id="{CA6CA0BC-6665-6DEE-333D-6499DF3F47C8}"/>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B6546F19-2404-B8F2-78E1-982E8B7112E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Box 67">
                <a:extLst>
                  <a:ext uri="{FF2B5EF4-FFF2-40B4-BE49-F238E27FC236}">
                    <a16:creationId xmlns:a16="http://schemas.microsoft.com/office/drawing/2014/main" id="{7EB8C3AD-38C7-539D-C429-1EE6CB0C350C}"/>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68" name="Group 68">
            <a:extLst>
              <a:ext uri="{FF2B5EF4-FFF2-40B4-BE49-F238E27FC236}">
                <a16:creationId xmlns:a16="http://schemas.microsoft.com/office/drawing/2014/main" id="{DB76FCD9-607F-A1D2-68C3-C2CF8CC40237}"/>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93A7AA3B-837B-4636-B807-2B3636393E99}"/>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3E1C742A-42EF-DCBE-C4F5-0546BEEDEF9F}"/>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Box 71">
                <a:extLst>
                  <a:ext uri="{FF2B5EF4-FFF2-40B4-BE49-F238E27FC236}">
                    <a16:creationId xmlns:a16="http://schemas.microsoft.com/office/drawing/2014/main" id="{F194F122-9439-FDC2-E80D-568F0FAA9336}"/>
                  </a:ext>
                </a:extLst>
              </p:cNvPr>
              <p:cNvSpPr txBox="1"/>
              <p:nvPr/>
            </p:nvSpPr>
            <p:spPr>
              <a:xfrm>
                <a:off x="0" y="-47625"/>
                <a:ext cx="458420"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2" name="Group 72">
              <a:extLst>
                <a:ext uri="{FF2B5EF4-FFF2-40B4-BE49-F238E27FC236}">
                  <a16:creationId xmlns:a16="http://schemas.microsoft.com/office/drawing/2014/main" id="{48AAF67B-0B68-2F8B-CDCC-A38F31472ACF}"/>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F00E5051-2B45-DB2A-BB50-71B5784DC918}"/>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TextBox 74">
                <a:extLst>
                  <a:ext uri="{FF2B5EF4-FFF2-40B4-BE49-F238E27FC236}">
                    <a16:creationId xmlns:a16="http://schemas.microsoft.com/office/drawing/2014/main" id="{CBD55E41-7F43-432A-A5A1-1E1B69217E6B}"/>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5" name="Group 75">
              <a:extLst>
                <a:ext uri="{FF2B5EF4-FFF2-40B4-BE49-F238E27FC236}">
                  <a16:creationId xmlns:a16="http://schemas.microsoft.com/office/drawing/2014/main" id="{77A8330A-ECF8-9242-B890-D8F38B7644F1}"/>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E65A7561-52BD-223F-067E-C824F2782F5F}"/>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7" name="TextBox 77">
                <a:extLst>
                  <a:ext uri="{FF2B5EF4-FFF2-40B4-BE49-F238E27FC236}">
                    <a16:creationId xmlns:a16="http://schemas.microsoft.com/office/drawing/2014/main" id="{3E2BC0A6-8BED-7DD5-7FBB-BE2F21E640AB}"/>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8" name="Group 78">
              <a:extLst>
                <a:ext uri="{FF2B5EF4-FFF2-40B4-BE49-F238E27FC236}">
                  <a16:creationId xmlns:a16="http://schemas.microsoft.com/office/drawing/2014/main" id="{0AAE9EDD-84D7-BE12-AFE0-71EF5E38B665}"/>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0DC9026B-5AEF-F78B-592E-B91CE4AF0EA2}"/>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Box 80">
                <a:extLst>
                  <a:ext uri="{FF2B5EF4-FFF2-40B4-BE49-F238E27FC236}">
                    <a16:creationId xmlns:a16="http://schemas.microsoft.com/office/drawing/2014/main" id="{A758EFB2-6FFF-698A-DD29-14312948479C}"/>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1" name="Group 81">
              <a:extLst>
                <a:ext uri="{FF2B5EF4-FFF2-40B4-BE49-F238E27FC236}">
                  <a16:creationId xmlns:a16="http://schemas.microsoft.com/office/drawing/2014/main" id="{4E5A29FA-7381-CA79-4969-DA6216EC27FC}"/>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CE8A677F-0022-680F-0093-E54801D4B58B}"/>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3" name="TextBox 83">
                <a:extLst>
                  <a:ext uri="{FF2B5EF4-FFF2-40B4-BE49-F238E27FC236}">
                    <a16:creationId xmlns:a16="http://schemas.microsoft.com/office/drawing/2014/main" id="{B432F709-453C-FCD7-6781-5EEA65C06FED}"/>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84" name="Freeform 84">
            <a:extLst>
              <a:ext uri="{FF2B5EF4-FFF2-40B4-BE49-F238E27FC236}">
                <a16:creationId xmlns:a16="http://schemas.microsoft.com/office/drawing/2014/main" id="{6ACAC69C-99B3-F771-793D-8E7670FC55E9}"/>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9DADEAD5-4C01-4BA4-5F52-701F9D4CEA7E}"/>
              </a:ext>
            </a:extLst>
          </p:cNvPr>
          <p:cNvSpPr txBox="1"/>
          <p:nvPr/>
        </p:nvSpPr>
        <p:spPr>
          <a:xfrm>
            <a:off x="1837665" y="1028700"/>
            <a:ext cx="15370090" cy="8214172"/>
          </a:xfrm>
          <a:prstGeom prst="rect">
            <a:avLst/>
          </a:prstGeom>
          <a:noFill/>
        </p:spPr>
        <p:txBody>
          <a:bodyPr wrap="square">
            <a:spAutoFit/>
          </a:bodyPr>
          <a:lstStyle/>
          <a:p>
            <a:pPr algn="just">
              <a:lnSpc>
                <a:spcPct val="150000"/>
              </a:lnSpc>
              <a:spcBef>
                <a:spcPts val="600"/>
              </a:spcBef>
              <a:spcAft>
                <a:spcPts val="600"/>
              </a:spcAft>
            </a:pPr>
            <a:r>
              <a:rPr lang="vi-VN" sz="4200" b="1">
                <a:latin typeface="American Typewriter" panose="02090604020004020304" pitchFamily="18" charset="77"/>
              </a:rPr>
              <a:t>4. Bạn tôi là một người </a:t>
            </a:r>
            <a:r>
              <a:rPr lang="vi-VN" sz="4200" b="1">
                <a:solidFill>
                  <a:schemeClr val="accent6"/>
                </a:solidFill>
                <a:latin typeface="American Typewriter" panose="02090604020004020304" pitchFamily="18" charset="77"/>
              </a:rPr>
              <a:t>hài hước</a:t>
            </a:r>
            <a:r>
              <a:rPr lang="vi-VN" sz="4200" b="1">
                <a:latin typeface="American Typewriter" panose="02090604020004020304" pitchFamily="18" charset="77"/>
              </a:rPr>
              <a:t>, và anh ấy kể chuyện rất </a:t>
            </a:r>
            <a:r>
              <a:rPr lang="vi-VN" sz="4200" b="1">
                <a:solidFill>
                  <a:schemeClr val="accent6"/>
                </a:solidFill>
                <a:latin typeface="American Typewriter" panose="02090604020004020304" pitchFamily="18" charset="77"/>
              </a:rPr>
              <a:t>hài hước</a:t>
            </a:r>
            <a:r>
              <a:rPr lang="vi-VN" sz="4200" b="1">
                <a:latin typeface="American Typewriter" panose="02090604020004020304" pitchFamily="18" charset="77"/>
              </a:rPr>
              <a:t>.</a:t>
            </a:r>
          </a:p>
          <a:p>
            <a:pPr algn="just">
              <a:lnSpc>
                <a:spcPct val="150000"/>
              </a:lnSpc>
              <a:spcBef>
                <a:spcPts val="600"/>
              </a:spcBef>
              <a:spcAft>
                <a:spcPts val="600"/>
              </a:spcAft>
            </a:pPr>
            <a:r>
              <a:rPr lang="vi-VN" sz="4200" b="1">
                <a:latin typeface="American Typewriter" panose="02090604020004020304" pitchFamily="18" charset="77"/>
              </a:rPr>
              <a:t>→ My friend is a </a:t>
            </a:r>
            <a:r>
              <a:rPr lang="vi-VN" sz="4200" b="1">
                <a:solidFill>
                  <a:schemeClr val="accent6"/>
                </a:solidFill>
                <a:latin typeface="American Typewriter" panose="02090604020004020304" pitchFamily="18" charset="77"/>
              </a:rPr>
              <a:t>humorous</a:t>
            </a:r>
            <a:r>
              <a:rPr lang="vi-VN" sz="4200" b="1">
                <a:latin typeface="American Typewriter" panose="02090604020004020304" pitchFamily="18" charset="77"/>
              </a:rPr>
              <a:t> person, and he tells stories very </a:t>
            </a:r>
            <a:r>
              <a:rPr lang="vi-VN" sz="4200" b="1">
                <a:solidFill>
                  <a:schemeClr val="accent6"/>
                </a:solidFill>
                <a:latin typeface="American Typewriter" panose="02090604020004020304" pitchFamily="18" charset="77"/>
              </a:rPr>
              <a:t>humorously</a:t>
            </a:r>
            <a:r>
              <a:rPr lang="vi-VN" sz="4200" b="1">
                <a:latin typeface="American Typewriter" panose="02090604020004020304" pitchFamily="18" charset="77"/>
              </a:rPr>
              <a:t>.</a:t>
            </a:r>
          </a:p>
          <a:p>
            <a:pPr algn="just">
              <a:lnSpc>
                <a:spcPct val="150000"/>
              </a:lnSpc>
              <a:spcBef>
                <a:spcPts val="600"/>
              </a:spcBef>
              <a:spcAft>
                <a:spcPts val="600"/>
              </a:spcAft>
            </a:pPr>
            <a:r>
              <a:rPr lang="vi-VN" sz="4200" b="1">
                <a:latin typeface="American Typewriter" panose="02090604020004020304" pitchFamily="18" charset="77"/>
              </a:rPr>
              <a:t>5. Tôi là một người </a:t>
            </a:r>
            <a:r>
              <a:rPr lang="vi-VN" sz="4200" b="1">
                <a:solidFill>
                  <a:schemeClr val="accent6"/>
                </a:solidFill>
                <a:latin typeface="American Typewriter" panose="02090604020004020304" pitchFamily="18" charset="77"/>
              </a:rPr>
              <a:t>kiên nhẫn</a:t>
            </a:r>
            <a:r>
              <a:rPr lang="vi-VN" sz="4200" b="1">
                <a:latin typeface="American Typewriter" panose="02090604020004020304" pitchFamily="18" charset="77"/>
              </a:rPr>
              <a:t>, nên tôi luôn đối xử với học sinh một cách </a:t>
            </a:r>
            <a:r>
              <a:rPr lang="vi-VN" sz="4200" b="1">
                <a:solidFill>
                  <a:schemeClr val="accent6"/>
                </a:solidFill>
                <a:latin typeface="American Typewriter" panose="02090604020004020304" pitchFamily="18" charset="77"/>
              </a:rPr>
              <a:t>kiên nhẫn</a:t>
            </a:r>
            <a:r>
              <a:rPr lang="vi-VN" sz="4200" b="1">
                <a:latin typeface="American Typewriter" panose="02090604020004020304" pitchFamily="18" charset="77"/>
              </a:rPr>
              <a:t>.</a:t>
            </a:r>
          </a:p>
          <a:p>
            <a:pPr algn="just">
              <a:lnSpc>
                <a:spcPct val="150000"/>
              </a:lnSpc>
              <a:spcBef>
                <a:spcPts val="600"/>
              </a:spcBef>
              <a:spcAft>
                <a:spcPts val="600"/>
              </a:spcAft>
            </a:pPr>
            <a:r>
              <a:rPr lang="vi-VN" sz="4200" b="1">
                <a:latin typeface="American Typewriter" panose="02090604020004020304" pitchFamily="18" charset="77"/>
              </a:rPr>
              <a:t>→ I am a </a:t>
            </a:r>
            <a:r>
              <a:rPr lang="vi-VN" sz="4200" b="1">
                <a:solidFill>
                  <a:schemeClr val="accent6"/>
                </a:solidFill>
                <a:latin typeface="American Typewriter" panose="02090604020004020304" pitchFamily="18" charset="77"/>
              </a:rPr>
              <a:t>patient</a:t>
            </a:r>
            <a:r>
              <a:rPr lang="vi-VN" sz="4200" b="1">
                <a:latin typeface="American Typewriter" panose="02090604020004020304" pitchFamily="18" charset="77"/>
              </a:rPr>
              <a:t> person, so I always treat my students </a:t>
            </a:r>
            <a:r>
              <a:rPr lang="vi-VN" sz="4200" b="1">
                <a:solidFill>
                  <a:schemeClr val="accent6"/>
                </a:solidFill>
                <a:latin typeface="American Typewriter" panose="02090604020004020304" pitchFamily="18" charset="77"/>
              </a:rPr>
              <a:t>patiently</a:t>
            </a:r>
            <a:r>
              <a:rPr lang="vi-VN" sz="4200" b="1">
                <a:latin typeface="American Typewriter" panose="02090604020004020304" pitchFamily="18" charset="77"/>
              </a:rPr>
              <a:t>.</a:t>
            </a:r>
            <a:endParaRPr lang="en-US" sz="4200" b="1">
              <a:latin typeface="American Typewriter" panose="02090604020004020304" pitchFamily="18" charset="77"/>
            </a:endParaRPr>
          </a:p>
        </p:txBody>
      </p:sp>
    </p:spTree>
    <p:extLst>
      <p:ext uri="{BB962C8B-B14F-4D97-AF65-F5344CB8AC3E}">
        <p14:creationId xmlns:p14="http://schemas.microsoft.com/office/powerpoint/2010/main" val="1757713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A586C-D068-8D30-673C-70D9E9776F1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826536C-2DAD-1D93-B739-66DEAC0663EA}"/>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06B49020-2007-BD1A-DB8D-38CD60CE06DB}"/>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F93BF293-FD24-6E84-1369-2958477A863B}"/>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 name="Group 5">
            <a:extLst>
              <a:ext uri="{FF2B5EF4-FFF2-40B4-BE49-F238E27FC236}">
                <a16:creationId xmlns:a16="http://schemas.microsoft.com/office/drawing/2014/main" id="{A238BCC7-1444-12D8-D632-3E767695D84F}"/>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F897D8AF-669C-45C0-6850-42EC5E7CE37C}"/>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6FE60E67-D3B3-6CDB-D4D8-4B48979BCA17}"/>
                </a:ext>
              </a:extLst>
            </p:cNvPr>
            <p:cNvSpPr txBox="1"/>
            <p:nvPr/>
          </p:nvSpPr>
          <p:spPr>
            <a:xfrm>
              <a:off x="0" y="-47625"/>
              <a:ext cx="5454346" cy="2751565"/>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7BD9DF43-65B4-D3C2-968A-BFC2782BAA0D}"/>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053FB6CC-FF86-78BE-F7D4-527194396F18}"/>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5B1D68A4-8EC2-5BA3-93B2-BD6363B71616}"/>
                </a:ext>
              </a:extLst>
            </p:cNvPr>
            <p:cNvSpPr txBox="1"/>
            <p:nvPr/>
          </p:nvSpPr>
          <p:spPr>
            <a:xfrm>
              <a:off x="0" y="-47625"/>
              <a:ext cx="5429786" cy="2704410"/>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9089BDFD-DAFE-1060-F577-3AC19943FAC1}"/>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C92B9E28-B454-18E7-34C3-698FE5AC20A3}"/>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7FAED5BA-0424-08AD-F88F-77458C0CED3F}"/>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7EE417F7-F095-790D-2FBF-DB1DE090B2BC}"/>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B99335FB-D70C-5F28-704A-53DBF1B0CBD2}"/>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4DFDC1E0-0FAF-2F24-6D48-F1BF0D63BB0C}"/>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6CF54445-53DB-F02A-4BDE-02D076F95927}"/>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EF6D946E-1EEE-45DE-EB2F-0F22CB4ACA86}"/>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FCB8BC3D-E837-E52F-BE94-DD41297C9A5D}"/>
                </a:ext>
              </a:extLst>
            </p:cNvPr>
            <p:cNvSpPr txBox="1"/>
            <p:nvPr/>
          </p:nvSpPr>
          <p:spPr>
            <a:xfrm>
              <a:off x="0" y="-47625"/>
              <a:ext cx="3961731" cy="2448417"/>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4" name="Freeform 34">
            <a:extLst>
              <a:ext uri="{FF2B5EF4-FFF2-40B4-BE49-F238E27FC236}">
                <a16:creationId xmlns:a16="http://schemas.microsoft.com/office/drawing/2014/main" id="{3E7DA84E-B6A6-9F3B-E965-B8DB87AF456D}"/>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5" name="Group 35">
            <a:extLst>
              <a:ext uri="{FF2B5EF4-FFF2-40B4-BE49-F238E27FC236}">
                <a16:creationId xmlns:a16="http://schemas.microsoft.com/office/drawing/2014/main" id="{B76A1686-D74C-0A14-1759-ADF26551E232}"/>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F6F13D64-F50E-AA40-B716-0603A40D5560}"/>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E6DB5B1C-0109-F3E9-27E2-E8F572205B8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Box 38">
                <a:extLst>
                  <a:ext uri="{FF2B5EF4-FFF2-40B4-BE49-F238E27FC236}">
                    <a16:creationId xmlns:a16="http://schemas.microsoft.com/office/drawing/2014/main" id="{CD7A79CC-D238-82AC-EDE1-1F65C1DD317C}"/>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9" name="Group 39">
              <a:extLst>
                <a:ext uri="{FF2B5EF4-FFF2-40B4-BE49-F238E27FC236}">
                  <a16:creationId xmlns:a16="http://schemas.microsoft.com/office/drawing/2014/main" id="{C3D11BFD-EE38-400E-5637-3AE3253C9B18}"/>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193CCEBA-E84B-D91B-EEC0-83BDAA00326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Box 41">
                <a:extLst>
                  <a:ext uri="{FF2B5EF4-FFF2-40B4-BE49-F238E27FC236}">
                    <a16:creationId xmlns:a16="http://schemas.microsoft.com/office/drawing/2014/main" id="{494D6D87-30AA-38E1-C4A1-FD864BFE6C07}"/>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2" name="Group 42">
              <a:extLst>
                <a:ext uri="{FF2B5EF4-FFF2-40B4-BE49-F238E27FC236}">
                  <a16:creationId xmlns:a16="http://schemas.microsoft.com/office/drawing/2014/main" id="{D54BB5FE-2AB9-293B-7411-1FEDA0175D18}"/>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D85A4F49-5B08-E5D8-A443-618B5B7F407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Box 44">
                <a:extLst>
                  <a:ext uri="{FF2B5EF4-FFF2-40B4-BE49-F238E27FC236}">
                    <a16:creationId xmlns:a16="http://schemas.microsoft.com/office/drawing/2014/main" id="{2A87F88F-3A5E-B991-2A81-C0C9CA6D2E64}"/>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5" name="Group 45">
              <a:extLst>
                <a:ext uri="{FF2B5EF4-FFF2-40B4-BE49-F238E27FC236}">
                  <a16:creationId xmlns:a16="http://schemas.microsoft.com/office/drawing/2014/main" id="{EC783C9B-7CAE-6006-B91E-8342CC7AEE08}"/>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7C26C5E7-D473-8602-0860-7E0AA726849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Box 47">
                <a:extLst>
                  <a:ext uri="{FF2B5EF4-FFF2-40B4-BE49-F238E27FC236}">
                    <a16:creationId xmlns:a16="http://schemas.microsoft.com/office/drawing/2014/main" id="{571EB443-C8CD-F259-BBEC-51678C6FF190}"/>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8" name="Group 48">
              <a:extLst>
                <a:ext uri="{FF2B5EF4-FFF2-40B4-BE49-F238E27FC236}">
                  <a16:creationId xmlns:a16="http://schemas.microsoft.com/office/drawing/2014/main" id="{65FA975C-5B50-80A3-C18B-8F46E49F438F}"/>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C07BA75D-2647-D674-807A-BFE6C9A2C27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Box 50">
                <a:extLst>
                  <a:ext uri="{FF2B5EF4-FFF2-40B4-BE49-F238E27FC236}">
                    <a16:creationId xmlns:a16="http://schemas.microsoft.com/office/drawing/2014/main" id="{B61ED65B-C18E-AFE1-EECA-05D772F8957B}"/>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51" name="Freeform 51">
            <a:extLst>
              <a:ext uri="{FF2B5EF4-FFF2-40B4-BE49-F238E27FC236}">
                <a16:creationId xmlns:a16="http://schemas.microsoft.com/office/drawing/2014/main" id="{CBC7830C-B547-40C3-12F1-6436220CF2BC}"/>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2" name="Group 52">
            <a:extLst>
              <a:ext uri="{FF2B5EF4-FFF2-40B4-BE49-F238E27FC236}">
                <a16:creationId xmlns:a16="http://schemas.microsoft.com/office/drawing/2014/main" id="{EEB33898-1DB3-0D7B-FB5F-3E324D5E1BF8}"/>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2B5A28D6-D009-16DC-48CB-E8CFF9397769}"/>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55BF63B9-8472-29D0-A042-E463B0108D6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10E45B2A-AF9C-1573-310F-2F075A71DAEB}"/>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85518533-AB52-A906-F380-EC19B992AC3B}"/>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513F6164-08B2-D382-570C-D5F391A81BA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E05D1F63-7294-F278-9437-C2A4F2725FAB}"/>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7A5D60DD-A716-A662-CCD4-F56CBB747276}"/>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E179A26B-C8C9-62B7-F092-A5EBC619A70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8E086F44-157D-E514-75ED-C382284A5E68}"/>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1DDF09A7-89EE-976A-FBD9-43F52BB7D1C9}"/>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3B4C7041-8E96-FBE3-2092-B1F6DD95796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4B185596-7E7D-EAAC-296A-53144786C579}"/>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5" name="Group 65">
              <a:extLst>
                <a:ext uri="{FF2B5EF4-FFF2-40B4-BE49-F238E27FC236}">
                  <a16:creationId xmlns:a16="http://schemas.microsoft.com/office/drawing/2014/main" id="{AC204534-166B-A160-6FD5-102D1AD1F6A0}"/>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5F1D64FD-8CED-C484-E340-D9BDED03783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Box 67">
                <a:extLst>
                  <a:ext uri="{FF2B5EF4-FFF2-40B4-BE49-F238E27FC236}">
                    <a16:creationId xmlns:a16="http://schemas.microsoft.com/office/drawing/2014/main" id="{CCF02BCE-97F1-1C01-E10E-3FA8A6951F6A}"/>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68" name="Group 68">
            <a:extLst>
              <a:ext uri="{FF2B5EF4-FFF2-40B4-BE49-F238E27FC236}">
                <a16:creationId xmlns:a16="http://schemas.microsoft.com/office/drawing/2014/main" id="{8FD6109F-105D-B393-092F-C54AC02E3E3E}"/>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103DB0B3-8C3B-EDAC-D7FD-E6C5BA32B8D5}"/>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DB40DB06-2943-25D4-BE92-790302FBBE17}"/>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Box 71">
                <a:extLst>
                  <a:ext uri="{FF2B5EF4-FFF2-40B4-BE49-F238E27FC236}">
                    <a16:creationId xmlns:a16="http://schemas.microsoft.com/office/drawing/2014/main" id="{416B2E9C-8F37-F224-5AF2-626C8379118D}"/>
                  </a:ext>
                </a:extLst>
              </p:cNvPr>
              <p:cNvSpPr txBox="1"/>
              <p:nvPr/>
            </p:nvSpPr>
            <p:spPr>
              <a:xfrm>
                <a:off x="0" y="-47625"/>
                <a:ext cx="458420"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2" name="Group 72">
              <a:extLst>
                <a:ext uri="{FF2B5EF4-FFF2-40B4-BE49-F238E27FC236}">
                  <a16:creationId xmlns:a16="http://schemas.microsoft.com/office/drawing/2014/main" id="{EA23D71A-CF14-D8AF-BB34-07832480C790}"/>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15D9F34F-126F-DDC3-8FEA-6BE3BB4EB7A0}"/>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TextBox 74">
                <a:extLst>
                  <a:ext uri="{FF2B5EF4-FFF2-40B4-BE49-F238E27FC236}">
                    <a16:creationId xmlns:a16="http://schemas.microsoft.com/office/drawing/2014/main" id="{93421E42-4F23-AD01-3F3D-4F3387CDEA66}"/>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5" name="Group 75">
              <a:extLst>
                <a:ext uri="{FF2B5EF4-FFF2-40B4-BE49-F238E27FC236}">
                  <a16:creationId xmlns:a16="http://schemas.microsoft.com/office/drawing/2014/main" id="{A138C3AC-A5C8-B9DD-50D2-E57829B26A6D}"/>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2C74A51D-3AE9-C6C2-CC59-FEA2A5057337}"/>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7" name="TextBox 77">
                <a:extLst>
                  <a:ext uri="{FF2B5EF4-FFF2-40B4-BE49-F238E27FC236}">
                    <a16:creationId xmlns:a16="http://schemas.microsoft.com/office/drawing/2014/main" id="{6A79CF1C-3225-CB6D-636A-8E6696065C18}"/>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8" name="Group 78">
              <a:extLst>
                <a:ext uri="{FF2B5EF4-FFF2-40B4-BE49-F238E27FC236}">
                  <a16:creationId xmlns:a16="http://schemas.microsoft.com/office/drawing/2014/main" id="{EFCF08C2-6006-1F1D-1B40-E956626D80B1}"/>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2A7DDD43-8DF0-A9ED-A6C0-3E0D285DEB89}"/>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Box 80">
                <a:extLst>
                  <a:ext uri="{FF2B5EF4-FFF2-40B4-BE49-F238E27FC236}">
                    <a16:creationId xmlns:a16="http://schemas.microsoft.com/office/drawing/2014/main" id="{1B516017-3DAF-AB4A-4EB7-B34674749915}"/>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1" name="Group 81">
              <a:extLst>
                <a:ext uri="{FF2B5EF4-FFF2-40B4-BE49-F238E27FC236}">
                  <a16:creationId xmlns:a16="http://schemas.microsoft.com/office/drawing/2014/main" id="{81300AE3-DBE9-661E-5A71-5BC54AF28DC9}"/>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C0DB8A4D-F840-F97C-A052-56205EFCE7B7}"/>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3" name="TextBox 83">
                <a:extLst>
                  <a:ext uri="{FF2B5EF4-FFF2-40B4-BE49-F238E27FC236}">
                    <a16:creationId xmlns:a16="http://schemas.microsoft.com/office/drawing/2014/main" id="{86F3B5F2-C856-EC0C-FC0F-24DB45D35EA7}"/>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84" name="Freeform 84">
            <a:extLst>
              <a:ext uri="{FF2B5EF4-FFF2-40B4-BE49-F238E27FC236}">
                <a16:creationId xmlns:a16="http://schemas.microsoft.com/office/drawing/2014/main" id="{77458B49-6EB8-1EA9-275F-8BA34DEB3C61}"/>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229FFD20-054E-6A87-E458-C50E88DB108A}"/>
              </a:ext>
            </a:extLst>
          </p:cNvPr>
          <p:cNvSpPr txBox="1"/>
          <p:nvPr/>
        </p:nvSpPr>
        <p:spPr>
          <a:xfrm>
            <a:off x="1848695" y="857115"/>
            <a:ext cx="15370090" cy="7999049"/>
          </a:xfrm>
          <a:prstGeom prst="rect">
            <a:avLst/>
          </a:prstGeom>
          <a:noFill/>
        </p:spPr>
        <p:txBody>
          <a:bodyPr wrap="square">
            <a:spAutoFit/>
          </a:bodyPr>
          <a:lstStyle/>
          <a:p>
            <a:pPr algn="just">
              <a:lnSpc>
                <a:spcPct val="150000"/>
              </a:lnSpc>
              <a:spcBef>
                <a:spcPts val="600"/>
              </a:spcBef>
              <a:spcAft>
                <a:spcPts val="600"/>
              </a:spcAft>
              <a:defRPr/>
            </a:pPr>
            <a:r>
              <a:rPr lang="en-US" sz="4000" b="1">
                <a:solidFill>
                  <a:srgbClr val="00B050"/>
                </a:solidFill>
                <a:latin typeface="American Typewriter" panose="02090604020004020304" pitchFamily="18" charset="77"/>
              </a:rPr>
              <a:t>Exercise 2: Áp dụng các kiến thức đã đọc, chuyển các câu sau đây sang Tiếng Anh</a:t>
            </a:r>
            <a:r>
              <a:rPr kumimoji="0" lang="en-US" sz="4000" b="1" i="0" u="none" strike="noStrike" kern="1200" cap="none" spc="0" normalizeH="0" baseline="0" noProof="0">
                <a:ln>
                  <a:noFill/>
                </a:ln>
                <a:solidFill>
                  <a:srgbClr val="00B050"/>
                </a:solidFill>
                <a:effectLst/>
                <a:uLnTx/>
                <a:uFillTx/>
                <a:latin typeface="American Typewriter" panose="02090604020004020304" pitchFamily="18" charset="77"/>
              </a:rPr>
              <a:t>. </a:t>
            </a:r>
            <a:endParaRPr kumimoji="0" lang="en-US" sz="4000" b="0" i="0" u="none" strike="noStrike" kern="1200" cap="none" spc="0" normalizeH="0" baseline="0" noProof="0">
              <a:ln>
                <a:noFill/>
              </a:ln>
              <a:solidFill>
                <a:srgbClr val="00B050"/>
              </a:solidFill>
              <a:effectLst/>
              <a:uLnTx/>
              <a:uFillTx/>
              <a:latin typeface="American Typewriter" panose="02090604020004020304" pitchFamily="18" charset="77"/>
            </a:endParaRPr>
          </a:p>
          <a:p>
            <a:pPr algn="just">
              <a:lnSpc>
                <a:spcPct val="150000"/>
              </a:lnSpc>
              <a:spcBef>
                <a:spcPts val="600"/>
              </a:spcBef>
              <a:spcAft>
                <a:spcPts val="600"/>
              </a:spcAft>
            </a:pPr>
            <a:r>
              <a:rPr lang="vi-VN" sz="4000" b="1">
                <a:latin typeface="American Typewriter" panose="02090604020004020304" pitchFamily="18" charset="77"/>
              </a:rPr>
              <a:t>1. Chúng ta </a:t>
            </a:r>
            <a:r>
              <a:rPr lang="vi-VN" sz="4000" b="1">
                <a:highlight>
                  <a:srgbClr val="FFFF00"/>
                </a:highlight>
                <a:latin typeface="American Typewriter" panose="02090604020004020304" pitchFamily="18" charset="77"/>
              </a:rPr>
              <a:t>nên</a:t>
            </a:r>
            <a:r>
              <a:rPr lang="vi-VN" sz="4000" b="1">
                <a:latin typeface="American Typewriter" panose="02090604020004020304" pitchFamily="18" charset="77"/>
              </a:rPr>
              <a:t> </a:t>
            </a:r>
            <a:r>
              <a:rPr lang="vi-VN" sz="4000" b="1" u="sng">
                <a:latin typeface="American Typewriter" panose="02090604020004020304" pitchFamily="18" charset="77"/>
              </a:rPr>
              <a:t>đọc sách </a:t>
            </a:r>
            <a:r>
              <a:rPr lang="vi-VN" sz="4000" b="1">
                <a:latin typeface="American Typewriter" panose="02090604020004020304" pitchFamily="18" charset="77"/>
              </a:rPr>
              <a:t>ở </a:t>
            </a:r>
            <a:r>
              <a:rPr lang="vi-VN" sz="4000" b="1" u="sng">
                <a:latin typeface="American Typewriter" panose="02090604020004020304" pitchFamily="18" charset="77"/>
              </a:rPr>
              <a:t>những nơi yên tĩnh </a:t>
            </a:r>
            <a:r>
              <a:rPr lang="vi-VN" sz="4000" b="1">
                <a:latin typeface="American Typewriter" panose="02090604020004020304" pitchFamily="18" charset="77"/>
              </a:rPr>
              <a:t>để tập trung tốt hơn.</a:t>
            </a:r>
          </a:p>
          <a:p>
            <a:pPr algn="just">
              <a:lnSpc>
                <a:spcPct val="150000"/>
              </a:lnSpc>
              <a:spcBef>
                <a:spcPts val="600"/>
              </a:spcBef>
              <a:spcAft>
                <a:spcPts val="600"/>
              </a:spcAft>
            </a:pPr>
            <a:r>
              <a:rPr lang="vi-VN" sz="4000" b="1" i="1">
                <a:solidFill>
                  <a:srgbClr val="FF0000"/>
                </a:solidFill>
                <a:latin typeface="American Typewriter" panose="02090604020004020304" pitchFamily="18" charset="77"/>
              </a:rPr>
              <a:t>→ We should </a:t>
            </a:r>
            <a:r>
              <a:rPr lang="vi-VN" sz="4000" b="1" i="1" u="sng">
                <a:solidFill>
                  <a:srgbClr val="FF0000"/>
                </a:solidFill>
                <a:latin typeface="American Typewriter" panose="02090604020004020304" pitchFamily="18" charset="77"/>
              </a:rPr>
              <a:t>read books</a:t>
            </a:r>
            <a:r>
              <a:rPr lang="vi-VN" sz="4000" b="1" i="1">
                <a:solidFill>
                  <a:srgbClr val="FF0000"/>
                </a:solidFill>
                <a:latin typeface="American Typewriter" panose="02090604020004020304" pitchFamily="18" charset="77"/>
              </a:rPr>
              <a:t> in </a:t>
            </a:r>
            <a:r>
              <a:rPr lang="vi-VN" sz="4000" b="1" i="1" u="sng">
                <a:solidFill>
                  <a:srgbClr val="FF0000"/>
                </a:solidFill>
                <a:latin typeface="American Typewriter" panose="02090604020004020304" pitchFamily="18" charset="77"/>
              </a:rPr>
              <a:t>quiet places </a:t>
            </a:r>
            <a:r>
              <a:rPr lang="vi-VN" sz="4000" b="1" i="1">
                <a:solidFill>
                  <a:srgbClr val="FF0000"/>
                </a:solidFill>
                <a:latin typeface="American Typewriter" panose="02090604020004020304" pitchFamily="18" charset="77"/>
              </a:rPr>
              <a:t>to </a:t>
            </a:r>
            <a:r>
              <a:rPr lang="vi-VN" sz="4000" b="1" i="1" u="sng">
                <a:solidFill>
                  <a:srgbClr val="FF0000"/>
                </a:solidFill>
                <a:latin typeface="American Typewriter" panose="02090604020004020304" pitchFamily="18" charset="77"/>
              </a:rPr>
              <a:t>focus/ concentrate</a:t>
            </a:r>
            <a:r>
              <a:rPr lang="vi-VN" sz="4000" b="1" i="1">
                <a:solidFill>
                  <a:srgbClr val="FF0000"/>
                </a:solidFill>
                <a:latin typeface="American Typewriter" panose="02090604020004020304" pitchFamily="18" charset="77"/>
              </a:rPr>
              <a:t> better.</a:t>
            </a:r>
          </a:p>
          <a:p>
            <a:pPr algn="just">
              <a:lnSpc>
                <a:spcPct val="150000"/>
              </a:lnSpc>
              <a:spcBef>
                <a:spcPts val="600"/>
              </a:spcBef>
              <a:spcAft>
                <a:spcPts val="600"/>
              </a:spcAft>
            </a:pPr>
            <a:r>
              <a:rPr lang="vi-VN" sz="4000" b="1">
                <a:latin typeface="American Typewriter" panose="02090604020004020304" pitchFamily="18" charset="77"/>
              </a:rPr>
              <a:t>2. Tôi đã sống ở thành phố Cần Thơ </a:t>
            </a:r>
            <a:r>
              <a:rPr lang="vi-VN" sz="4000" b="1">
                <a:highlight>
                  <a:srgbClr val="FFFF00"/>
                </a:highlight>
                <a:latin typeface="American Typewriter" panose="02090604020004020304" pitchFamily="18" charset="77"/>
              </a:rPr>
              <a:t>từ năm 2020</a:t>
            </a:r>
            <a:r>
              <a:rPr lang="vi-VN" sz="4000" b="1">
                <a:latin typeface="American Typewriter" panose="02090604020004020304" pitchFamily="18" charset="77"/>
              </a:rPr>
              <a:t>.</a:t>
            </a:r>
          </a:p>
          <a:p>
            <a:pPr algn="just">
              <a:lnSpc>
                <a:spcPct val="150000"/>
              </a:lnSpc>
              <a:spcBef>
                <a:spcPts val="600"/>
              </a:spcBef>
              <a:spcAft>
                <a:spcPts val="600"/>
              </a:spcAft>
            </a:pPr>
            <a:r>
              <a:rPr lang="vi-VN" sz="4000" b="1" i="1">
                <a:solidFill>
                  <a:srgbClr val="FF0000"/>
                </a:solidFill>
                <a:latin typeface="American Typewriter" panose="02090604020004020304" pitchFamily="18" charset="77"/>
              </a:rPr>
              <a:t>→ I </a:t>
            </a:r>
            <a:r>
              <a:rPr lang="vi-VN" sz="4000" b="1" i="1" u="sng">
                <a:solidFill>
                  <a:srgbClr val="FF0000"/>
                </a:solidFill>
                <a:latin typeface="American Typewriter" panose="02090604020004020304" pitchFamily="18" charset="77"/>
              </a:rPr>
              <a:t>have lived </a:t>
            </a:r>
            <a:r>
              <a:rPr lang="vi-VN" sz="4000" b="1" i="1">
                <a:solidFill>
                  <a:srgbClr val="FF0000"/>
                </a:solidFill>
                <a:latin typeface="American Typewriter" panose="02090604020004020304" pitchFamily="18" charset="77"/>
              </a:rPr>
              <a:t>in Can Tho City </a:t>
            </a:r>
            <a:r>
              <a:rPr lang="vi-VN" sz="4000" b="1" i="1" u="sng">
                <a:solidFill>
                  <a:srgbClr val="FF0000"/>
                </a:solidFill>
                <a:latin typeface="American Typewriter" panose="02090604020004020304" pitchFamily="18" charset="77"/>
              </a:rPr>
              <a:t>since 2020</a:t>
            </a:r>
            <a:r>
              <a:rPr lang="vi-VN" sz="4000" b="1" i="1">
                <a:solidFill>
                  <a:srgbClr val="FF0000"/>
                </a:solidFill>
                <a:latin typeface="American Typewriter" panose="02090604020004020304" pitchFamily="18" charset="77"/>
              </a:rPr>
              <a:t>.</a:t>
            </a:r>
          </a:p>
        </p:txBody>
      </p:sp>
      <mc:AlternateContent xmlns:mc="http://schemas.openxmlformats.org/markup-compatibility/2006" xmlns:p14="http://schemas.microsoft.com/office/powerpoint/2010/main">
        <mc:Choice Requires="p14">
          <p:contentPart p14:bwMode="auto" r:id="rId6">
            <p14:nvContentPartPr>
              <p14:cNvPr id="20" name="Ink 19">
                <a:extLst>
                  <a:ext uri="{FF2B5EF4-FFF2-40B4-BE49-F238E27FC236}">
                    <a16:creationId xmlns:a16="http://schemas.microsoft.com/office/drawing/2014/main" id="{1CDF9B2C-E029-89F8-597B-2B687A74B265}"/>
                  </a:ext>
                </a:extLst>
              </p14:cNvPr>
              <p14:cNvContentPartPr/>
              <p14:nvPr/>
            </p14:nvContentPartPr>
            <p14:xfrm>
              <a:off x="14521680" y="3788280"/>
              <a:ext cx="360" cy="360"/>
            </p14:xfrm>
          </p:contentPart>
        </mc:Choice>
        <mc:Fallback xmlns="">
          <p:pic>
            <p:nvPicPr>
              <p:cNvPr id="20" name="Ink 19">
                <a:extLst>
                  <a:ext uri="{FF2B5EF4-FFF2-40B4-BE49-F238E27FC236}">
                    <a16:creationId xmlns:a16="http://schemas.microsoft.com/office/drawing/2014/main" id="{1CDF9B2C-E029-89F8-597B-2B687A74B265}"/>
                  </a:ext>
                </a:extLst>
              </p:cNvPr>
              <p:cNvPicPr/>
              <p:nvPr/>
            </p:nvPicPr>
            <p:blipFill>
              <a:blip r:embed="rId8"/>
              <a:stretch>
                <a:fillRect/>
              </a:stretch>
            </p:blipFill>
            <p:spPr>
              <a:xfrm>
                <a:off x="14512320" y="3778920"/>
                <a:ext cx="19080" cy="19080"/>
              </a:xfrm>
              <a:prstGeom prst="rect">
                <a:avLst/>
              </a:prstGeom>
            </p:spPr>
          </p:pic>
        </mc:Fallback>
      </mc:AlternateContent>
    </p:spTree>
    <p:extLst>
      <p:ext uri="{BB962C8B-B14F-4D97-AF65-F5344CB8AC3E}">
        <p14:creationId xmlns:p14="http://schemas.microsoft.com/office/powerpoint/2010/main" val="3924523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1" end="1"/>
                                            </p:txEl>
                                          </p:spTgt>
                                        </p:tgtEl>
                                        <p:attrNameLst>
                                          <p:attrName>style.visibility</p:attrName>
                                        </p:attrNameLst>
                                      </p:cBhvr>
                                      <p:to>
                                        <p:strVal val="visible"/>
                                      </p:to>
                                    </p:set>
                                    <p:anim calcmode="lin" valueType="num">
                                      <p:cBhvr additive="base">
                                        <p:cTn id="7"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2" end="2"/>
                                            </p:txEl>
                                          </p:spTgt>
                                        </p:tgtEl>
                                        <p:attrNameLst>
                                          <p:attrName>style.visibility</p:attrName>
                                        </p:attrNameLst>
                                      </p:cBhvr>
                                      <p:to>
                                        <p:strVal val="visible"/>
                                      </p:to>
                                    </p:set>
                                    <p:anim calcmode="lin" valueType="num">
                                      <p:cBhvr additive="base">
                                        <p:cTn id="13"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3" end="3"/>
                                            </p:txEl>
                                          </p:spTgt>
                                        </p:tgtEl>
                                        <p:attrNameLst>
                                          <p:attrName>style.visibility</p:attrName>
                                        </p:attrNameLst>
                                      </p:cBhvr>
                                      <p:to>
                                        <p:strVal val="visible"/>
                                      </p:to>
                                    </p:set>
                                    <p:anim calcmode="lin" valueType="num">
                                      <p:cBhvr additive="base">
                                        <p:cTn id="19"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4" end="4"/>
                                            </p:txEl>
                                          </p:spTgt>
                                        </p:tgtEl>
                                        <p:attrNameLst>
                                          <p:attrName>style.visibility</p:attrName>
                                        </p:attrNameLst>
                                      </p:cBhvr>
                                      <p:to>
                                        <p:strVal val="visible"/>
                                      </p:to>
                                    </p:set>
                                    <p:anim calcmode="lin" valueType="num">
                                      <p:cBhvr additive="base">
                                        <p:cTn id="25" dur="500" fill="hold"/>
                                        <p:tgtEl>
                                          <p:spTgt spid="98">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67985-18E7-CA98-5D61-17198B81D8D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A196989-0FE5-1A5E-8EB7-6C36EC3F39C2}"/>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13CE1C4B-8D6F-86B4-6EE1-662A9700F0C9}"/>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BC4A5B7F-6F74-6BD7-E9C9-60C7807F4AF1}"/>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 name="Group 5">
            <a:extLst>
              <a:ext uri="{FF2B5EF4-FFF2-40B4-BE49-F238E27FC236}">
                <a16:creationId xmlns:a16="http://schemas.microsoft.com/office/drawing/2014/main" id="{5003388F-0D6F-BE6B-ECA8-ACFB087AA46C}"/>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E1F2AF15-AC09-F036-EC04-2C98FD3EBD53}"/>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E10C5B42-23B8-98F3-CB04-F82A5EEC1537}"/>
                </a:ext>
              </a:extLst>
            </p:cNvPr>
            <p:cNvSpPr txBox="1"/>
            <p:nvPr/>
          </p:nvSpPr>
          <p:spPr>
            <a:xfrm>
              <a:off x="0" y="-47625"/>
              <a:ext cx="5454346" cy="2751565"/>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F5C2A844-0D76-B782-9A5A-74AE8CA31183}"/>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890D2D27-F948-2823-6396-A3AB9995A084}"/>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8D966291-655E-37ED-37D7-CFBBFD0E2294}"/>
                </a:ext>
              </a:extLst>
            </p:cNvPr>
            <p:cNvSpPr txBox="1"/>
            <p:nvPr/>
          </p:nvSpPr>
          <p:spPr>
            <a:xfrm>
              <a:off x="0" y="-47625"/>
              <a:ext cx="5429786" cy="2704410"/>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30D6A33C-3390-9407-C3F7-C74A75E9344F}"/>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F44DE253-E936-FE90-79D5-5C5D343DCBD4}"/>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7C770FB3-ED20-6A8F-80A2-740266906D7A}"/>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E491AA9B-6CCF-2856-6B2B-DC58D2883BBA}"/>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11E6E3A8-A557-9A6C-D1D4-76CB4281153C}"/>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CE84325E-1E1C-6B19-FFFB-10F903CE9C10}"/>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F0296CB9-819B-1E28-68D2-A59DEF0FB4A1}"/>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4D3D87D7-5645-6F07-3650-8D68E2D13E3D}"/>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4D6EB902-DD8C-54A1-A175-CD2783FE5A9F}"/>
                </a:ext>
              </a:extLst>
            </p:cNvPr>
            <p:cNvSpPr txBox="1"/>
            <p:nvPr/>
          </p:nvSpPr>
          <p:spPr>
            <a:xfrm>
              <a:off x="0" y="-47625"/>
              <a:ext cx="3961731" cy="2448417"/>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4" name="Freeform 34">
            <a:extLst>
              <a:ext uri="{FF2B5EF4-FFF2-40B4-BE49-F238E27FC236}">
                <a16:creationId xmlns:a16="http://schemas.microsoft.com/office/drawing/2014/main" id="{36BF2B16-E7E9-991D-363E-24E6BB3F970A}"/>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5" name="Group 35">
            <a:extLst>
              <a:ext uri="{FF2B5EF4-FFF2-40B4-BE49-F238E27FC236}">
                <a16:creationId xmlns:a16="http://schemas.microsoft.com/office/drawing/2014/main" id="{31A0464E-C5CF-CA82-3D91-F29D5A0A1E93}"/>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0BE10309-81EC-FBCE-7F9E-71B7116D7A82}"/>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0960730C-068F-890B-8AEF-654DA7D947E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Box 38">
                <a:extLst>
                  <a:ext uri="{FF2B5EF4-FFF2-40B4-BE49-F238E27FC236}">
                    <a16:creationId xmlns:a16="http://schemas.microsoft.com/office/drawing/2014/main" id="{9FFCB1D0-A284-3A29-8A68-9F750074CDAF}"/>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9" name="Group 39">
              <a:extLst>
                <a:ext uri="{FF2B5EF4-FFF2-40B4-BE49-F238E27FC236}">
                  <a16:creationId xmlns:a16="http://schemas.microsoft.com/office/drawing/2014/main" id="{A87AB1C0-0AC4-D5ED-F39F-467370733D96}"/>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BB574E0B-6E0C-2ADD-6B85-7C93AA16642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Box 41">
                <a:extLst>
                  <a:ext uri="{FF2B5EF4-FFF2-40B4-BE49-F238E27FC236}">
                    <a16:creationId xmlns:a16="http://schemas.microsoft.com/office/drawing/2014/main" id="{D3252576-56DA-CF86-49C8-F6ED02086ABB}"/>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2" name="Group 42">
              <a:extLst>
                <a:ext uri="{FF2B5EF4-FFF2-40B4-BE49-F238E27FC236}">
                  <a16:creationId xmlns:a16="http://schemas.microsoft.com/office/drawing/2014/main" id="{FF9F6D2E-80E1-4123-5F94-B9D2DE6222A9}"/>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B6924490-DCF6-B646-2992-EDE77E9CAB2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Box 44">
                <a:extLst>
                  <a:ext uri="{FF2B5EF4-FFF2-40B4-BE49-F238E27FC236}">
                    <a16:creationId xmlns:a16="http://schemas.microsoft.com/office/drawing/2014/main" id="{B9CE0E0F-28EC-9375-0B1A-02EFB7FF9C52}"/>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5" name="Group 45">
              <a:extLst>
                <a:ext uri="{FF2B5EF4-FFF2-40B4-BE49-F238E27FC236}">
                  <a16:creationId xmlns:a16="http://schemas.microsoft.com/office/drawing/2014/main" id="{063867A9-B8DC-02CC-03A1-C407925C306D}"/>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C1F777FD-6C97-EF36-FF06-9B726BCC2E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Box 47">
                <a:extLst>
                  <a:ext uri="{FF2B5EF4-FFF2-40B4-BE49-F238E27FC236}">
                    <a16:creationId xmlns:a16="http://schemas.microsoft.com/office/drawing/2014/main" id="{9C7F83C3-204F-164B-B5B3-07F3A8E92737}"/>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8" name="Group 48">
              <a:extLst>
                <a:ext uri="{FF2B5EF4-FFF2-40B4-BE49-F238E27FC236}">
                  <a16:creationId xmlns:a16="http://schemas.microsoft.com/office/drawing/2014/main" id="{9FB91E32-5D25-30C1-02F7-62CF60DD8437}"/>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0225DE81-6590-7BE7-05A7-F7043DCC86C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Box 50">
                <a:extLst>
                  <a:ext uri="{FF2B5EF4-FFF2-40B4-BE49-F238E27FC236}">
                    <a16:creationId xmlns:a16="http://schemas.microsoft.com/office/drawing/2014/main" id="{BB137471-7657-D7F9-E649-DC55870420FC}"/>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51" name="Freeform 51">
            <a:extLst>
              <a:ext uri="{FF2B5EF4-FFF2-40B4-BE49-F238E27FC236}">
                <a16:creationId xmlns:a16="http://schemas.microsoft.com/office/drawing/2014/main" id="{D2A658EA-E25D-1B48-1FC4-FCC88EAE8893}"/>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2" name="Group 52">
            <a:extLst>
              <a:ext uri="{FF2B5EF4-FFF2-40B4-BE49-F238E27FC236}">
                <a16:creationId xmlns:a16="http://schemas.microsoft.com/office/drawing/2014/main" id="{C7173765-59B8-E366-8103-B527C10ADD92}"/>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71E07877-53E4-EFD8-6FF4-09A97912BAC6}"/>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D5A26DDF-8DBD-7A4F-EAD6-EB6939E7079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B63B20DD-CDF8-8B0E-C8C3-6E753E35D9D6}"/>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2CA45CC8-6E5D-DD87-9177-25F36C371959}"/>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20DF7431-5D66-533D-36AC-AA49D4F8D2D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035907A4-7572-A04E-BCDE-D1414856747C}"/>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F7E7EB3C-C9BC-0485-1304-85DD946550CF}"/>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CEAF501D-CE48-A792-02AD-8831DF8EF49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3049A598-F1DF-771C-0294-A8CC80909054}"/>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243D18E7-741A-810C-A4A1-D632AF93640F}"/>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BAF96D66-AFC8-B112-DEE0-6FE74399F7D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B04FA511-10C5-8C5E-051F-7B3B7495430B}"/>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5" name="Group 65">
              <a:extLst>
                <a:ext uri="{FF2B5EF4-FFF2-40B4-BE49-F238E27FC236}">
                  <a16:creationId xmlns:a16="http://schemas.microsoft.com/office/drawing/2014/main" id="{6066CA41-7548-F23B-753E-AC3A4ADFFD0D}"/>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C766495C-6CAB-BFE8-F942-9D965718C58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Box 67">
                <a:extLst>
                  <a:ext uri="{FF2B5EF4-FFF2-40B4-BE49-F238E27FC236}">
                    <a16:creationId xmlns:a16="http://schemas.microsoft.com/office/drawing/2014/main" id="{DB57F208-E8B3-B905-6D13-48951C212C66}"/>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68" name="Group 68">
            <a:extLst>
              <a:ext uri="{FF2B5EF4-FFF2-40B4-BE49-F238E27FC236}">
                <a16:creationId xmlns:a16="http://schemas.microsoft.com/office/drawing/2014/main" id="{8B19928E-7585-CE2C-ECF6-041B6BEA3B46}"/>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B2866EC6-D9BE-6947-5E50-AA93886BAA9F}"/>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B9AFFAFE-99E4-BFF7-2F7B-915C0DC363FC}"/>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Box 71">
                <a:extLst>
                  <a:ext uri="{FF2B5EF4-FFF2-40B4-BE49-F238E27FC236}">
                    <a16:creationId xmlns:a16="http://schemas.microsoft.com/office/drawing/2014/main" id="{6ACC20D7-1238-6C83-43EE-328F9C85BEF3}"/>
                  </a:ext>
                </a:extLst>
              </p:cNvPr>
              <p:cNvSpPr txBox="1"/>
              <p:nvPr/>
            </p:nvSpPr>
            <p:spPr>
              <a:xfrm>
                <a:off x="0" y="-47625"/>
                <a:ext cx="458420"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2" name="Group 72">
              <a:extLst>
                <a:ext uri="{FF2B5EF4-FFF2-40B4-BE49-F238E27FC236}">
                  <a16:creationId xmlns:a16="http://schemas.microsoft.com/office/drawing/2014/main" id="{1AD4F75B-526C-C930-05A9-76F99014DD28}"/>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7E40DC0C-3010-1607-8572-2F1D4C7DA842}"/>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TextBox 74">
                <a:extLst>
                  <a:ext uri="{FF2B5EF4-FFF2-40B4-BE49-F238E27FC236}">
                    <a16:creationId xmlns:a16="http://schemas.microsoft.com/office/drawing/2014/main" id="{16E3C5E3-F07B-5EA3-1145-1EA128975EEE}"/>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5" name="Group 75">
              <a:extLst>
                <a:ext uri="{FF2B5EF4-FFF2-40B4-BE49-F238E27FC236}">
                  <a16:creationId xmlns:a16="http://schemas.microsoft.com/office/drawing/2014/main" id="{69EA7172-001C-591E-FC3C-C8E971C57FA6}"/>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2691A7E4-CAA9-44D8-5319-BA739DBA66FB}"/>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7" name="TextBox 77">
                <a:extLst>
                  <a:ext uri="{FF2B5EF4-FFF2-40B4-BE49-F238E27FC236}">
                    <a16:creationId xmlns:a16="http://schemas.microsoft.com/office/drawing/2014/main" id="{4FB7499D-BEE7-AC95-0628-7C5250EEE0BA}"/>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8" name="Group 78">
              <a:extLst>
                <a:ext uri="{FF2B5EF4-FFF2-40B4-BE49-F238E27FC236}">
                  <a16:creationId xmlns:a16="http://schemas.microsoft.com/office/drawing/2014/main" id="{695428E1-070C-2903-13FE-F059FEEB795B}"/>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F9DAB004-5EEE-5AE3-1FF9-120B3405E388}"/>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Box 80">
                <a:extLst>
                  <a:ext uri="{FF2B5EF4-FFF2-40B4-BE49-F238E27FC236}">
                    <a16:creationId xmlns:a16="http://schemas.microsoft.com/office/drawing/2014/main" id="{EAFDE898-0EAD-4B1E-8AFC-101AB193F9AA}"/>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1" name="Group 81">
              <a:extLst>
                <a:ext uri="{FF2B5EF4-FFF2-40B4-BE49-F238E27FC236}">
                  <a16:creationId xmlns:a16="http://schemas.microsoft.com/office/drawing/2014/main" id="{9E3049BC-A6BD-7D23-0CAC-DA7DDAC35A08}"/>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075FCBC6-8D0F-AA68-A9A8-D6D3FC142951}"/>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3" name="TextBox 83">
                <a:extLst>
                  <a:ext uri="{FF2B5EF4-FFF2-40B4-BE49-F238E27FC236}">
                    <a16:creationId xmlns:a16="http://schemas.microsoft.com/office/drawing/2014/main" id="{9766B5B2-E344-15CA-716A-6EF35F55A776}"/>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84" name="Freeform 84">
            <a:extLst>
              <a:ext uri="{FF2B5EF4-FFF2-40B4-BE49-F238E27FC236}">
                <a16:creationId xmlns:a16="http://schemas.microsoft.com/office/drawing/2014/main" id="{4870C2EF-CDF8-CA86-5367-1163F14CA2B5}"/>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193B67EB-BB8F-3661-B018-66F099A7CFE0}"/>
              </a:ext>
            </a:extLst>
          </p:cNvPr>
          <p:cNvSpPr txBox="1"/>
          <p:nvPr/>
        </p:nvSpPr>
        <p:spPr>
          <a:xfrm>
            <a:off x="1848695" y="1143329"/>
            <a:ext cx="15370090" cy="7849393"/>
          </a:xfrm>
          <a:prstGeom prst="rect">
            <a:avLst/>
          </a:prstGeom>
          <a:noFill/>
        </p:spPr>
        <p:txBody>
          <a:bodyPr wrap="square">
            <a:spAutoFit/>
          </a:bodyPr>
          <a:lstStyle/>
          <a:p>
            <a:pPr algn="just">
              <a:lnSpc>
                <a:spcPct val="150000"/>
              </a:lnSpc>
              <a:spcBef>
                <a:spcPts val="600"/>
              </a:spcBef>
              <a:spcAft>
                <a:spcPts val="600"/>
              </a:spcAft>
            </a:pPr>
            <a:r>
              <a:rPr lang="vi-VN" sz="4000" b="1">
                <a:latin typeface="American Typewriter" panose="02090604020004020304" pitchFamily="18" charset="77"/>
              </a:rPr>
              <a:t>3. Vào kỳ nghỉ Tết, người Việt Nam </a:t>
            </a:r>
            <a:r>
              <a:rPr lang="vi-VN" sz="4000" b="1">
                <a:highlight>
                  <a:srgbClr val="FFFF00"/>
                </a:highlight>
                <a:latin typeface="American Typewriter" panose="02090604020004020304" pitchFamily="18" charset="77"/>
              </a:rPr>
              <a:t>thường</a:t>
            </a:r>
            <a:r>
              <a:rPr lang="vi-VN" sz="4000" b="1">
                <a:latin typeface="American Typewriter" panose="02090604020004020304" pitchFamily="18" charset="77"/>
              </a:rPr>
              <a:t> </a:t>
            </a:r>
            <a:r>
              <a:rPr lang="vi-VN" sz="4000" b="1" u="sng">
                <a:latin typeface="American Typewriter" panose="02090604020004020304" pitchFamily="18" charset="77"/>
              </a:rPr>
              <a:t>đi chùa</a:t>
            </a:r>
            <a:r>
              <a:rPr lang="vi-VN" sz="4000" b="1">
                <a:latin typeface="American Typewriter" panose="02090604020004020304" pitchFamily="18" charset="77"/>
              </a:rPr>
              <a:t> và </a:t>
            </a:r>
            <a:r>
              <a:rPr lang="vi-VN" sz="4000" b="1" u="sng">
                <a:latin typeface="American Typewriter" panose="02090604020004020304" pitchFamily="18" charset="77"/>
              </a:rPr>
              <a:t>đi thăm họ hàng</a:t>
            </a:r>
            <a:r>
              <a:rPr lang="vi-VN" sz="4000" b="1">
                <a:latin typeface="American Typewriter" panose="02090604020004020304" pitchFamily="18" charset="77"/>
              </a:rPr>
              <a:t>.</a:t>
            </a:r>
          </a:p>
          <a:p>
            <a:pPr algn="just">
              <a:lnSpc>
                <a:spcPct val="150000"/>
              </a:lnSpc>
              <a:spcBef>
                <a:spcPts val="600"/>
              </a:spcBef>
              <a:spcAft>
                <a:spcPts val="600"/>
              </a:spcAft>
            </a:pPr>
            <a:r>
              <a:rPr lang="vi-VN" sz="4000" b="1" i="1">
                <a:solidFill>
                  <a:srgbClr val="FF0000"/>
                </a:solidFill>
                <a:latin typeface="American Typewriter" panose="02090604020004020304" pitchFamily="18" charset="77"/>
              </a:rPr>
              <a:t>→ During/On the Tet holiday, Vietnamese people usually </a:t>
            </a:r>
            <a:r>
              <a:rPr lang="vi-VN" sz="4000" b="1" i="1" u="sng">
                <a:solidFill>
                  <a:srgbClr val="FF0000"/>
                </a:solidFill>
                <a:latin typeface="American Typewriter" panose="02090604020004020304" pitchFamily="18" charset="77"/>
              </a:rPr>
              <a:t>go to the pagoda </a:t>
            </a:r>
            <a:r>
              <a:rPr lang="vi-VN" sz="4000" b="1" i="1">
                <a:solidFill>
                  <a:srgbClr val="FF0000"/>
                </a:solidFill>
                <a:latin typeface="American Typewriter" panose="02090604020004020304" pitchFamily="18" charset="77"/>
              </a:rPr>
              <a:t>and </a:t>
            </a:r>
            <a:r>
              <a:rPr lang="vi-VN" sz="4000" b="1" i="1" u="sng">
                <a:solidFill>
                  <a:srgbClr val="FF0000"/>
                </a:solidFill>
                <a:latin typeface="American Typewriter" panose="02090604020004020304" pitchFamily="18" charset="77"/>
              </a:rPr>
              <a:t>visit their relatives</a:t>
            </a:r>
            <a:r>
              <a:rPr lang="vi-VN" sz="4000" b="1" i="1">
                <a:solidFill>
                  <a:srgbClr val="FF0000"/>
                </a:solidFill>
                <a:latin typeface="American Typewriter" panose="02090604020004020304" pitchFamily="18" charset="77"/>
              </a:rPr>
              <a:t>.</a:t>
            </a:r>
          </a:p>
          <a:p>
            <a:pPr algn="just">
              <a:lnSpc>
                <a:spcPct val="150000"/>
              </a:lnSpc>
              <a:spcBef>
                <a:spcPts val="600"/>
              </a:spcBef>
              <a:spcAft>
                <a:spcPts val="600"/>
              </a:spcAft>
            </a:pPr>
            <a:r>
              <a:rPr lang="vi-VN" sz="4000" b="1">
                <a:latin typeface="American Typewriter" panose="02090604020004020304" pitchFamily="18" charset="77"/>
              </a:rPr>
              <a:t>4. Trường của tôi rất </a:t>
            </a:r>
            <a:r>
              <a:rPr lang="vi-VN" sz="4000" b="1" u="sng">
                <a:latin typeface="American Typewriter" panose="02090604020004020304" pitchFamily="18" charset="77"/>
              </a:rPr>
              <a:t>rộng lớn </a:t>
            </a:r>
            <a:r>
              <a:rPr lang="vi-VN" sz="4000" b="1">
                <a:latin typeface="American Typewriter" panose="02090604020004020304" pitchFamily="18" charset="77"/>
              </a:rPr>
              <a:t>và đẹp với </a:t>
            </a:r>
            <a:r>
              <a:rPr lang="vi-VN" sz="4000" b="1" u="sng">
                <a:latin typeface="American Typewriter" panose="02090604020004020304" pitchFamily="18" charset="77"/>
              </a:rPr>
              <a:t>nhiều cây</a:t>
            </a:r>
            <a:r>
              <a:rPr lang="vi-VN" sz="4000" b="1">
                <a:latin typeface="American Typewriter" panose="02090604020004020304" pitchFamily="18" charset="77"/>
              </a:rPr>
              <a:t> và </a:t>
            </a:r>
            <a:r>
              <a:rPr lang="vi-VN" sz="4000" b="1" u="sng">
                <a:latin typeface="American Typewriter" panose="02090604020004020304" pitchFamily="18" charset="77"/>
              </a:rPr>
              <a:t>hoa đầy màu sắc</a:t>
            </a:r>
            <a:r>
              <a:rPr lang="vi-VN" sz="4000" b="1">
                <a:latin typeface="American Typewriter" panose="02090604020004020304" pitchFamily="18" charset="77"/>
              </a:rPr>
              <a:t>.</a:t>
            </a:r>
          </a:p>
          <a:p>
            <a:pPr algn="just">
              <a:lnSpc>
                <a:spcPct val="150000"/>
              </a:lnSpc>
              <a:spcBef>
                <a:spcPts val="600"/>
              </a:spcBef>
              <a:spcAft>
                <a:spcPts val="600"/>
              </a:spcAft>
            </a:pPr>
            <a:r>
              <a:rPr lang="vi-VN" sz="4000" b="1" i="1">
                <a:solidFill>
                  <a:srgbClr val="FF0000"/>
                </a:solidFill>
                <a:latin typeface="American Typewriter" panose="02090604020004020304" pitchFamily="18" charset="77"/>
              </a:rPr>
              <a:t>→ My school is very </a:t>
            </a:r>
            <a:r>
              <a:rPr lang="vi-VN" sz="4000" b="1" i="1" u="sng">
                <a:solidFill>
                  <a:srgbClr val="FF0000"/>
                </a:solidFill>
                <a:latin typeface="American Typewriter" panose="02090604020004020304" pitchFamily="18" charset="77"/>
              </a:rPr>
              <a:t>spacious/large</a:t>
            </a:r>
            <a:r>
              <a:rPr lang="vi-VN" sz="4000" b="1" i="1">
                <a:solidFill>
                  <a:srgbClr val="FF0000"/>
                </a:solidFill>
                <a:latin typeface="American Typewriter" panose="02090604020004020304" pitchFamily="18" charset="77"/>
              </a:rPr>
              <a:t> and </a:t>
            </a:r>
            <a:r>
              <a:rPr lang="vi-VN" sz="4000" b="1" i="1" u="sng">
                <a:solidFill>
                  <a:srgbClr val="FF0000"/>
                </a:solidFill>
                <a:latin typeface="American Typewriter" panose="02090604020004020304" pitchFamily="18" charset="77"/>
              </a:rPr>
              <a:t>beautiful</a:t>
            </a:r>
            <a:r>
              <a:rPr lang="vi-VN" sz="4000" b="1" i="1">
                <a:solidFill>
                  <a:srgbClr val="FF0000"/>
                </a:solidFill>
                <a:latin typeface="American Typewriter" panose="02090604020004020304" pitchFamily="18" charset="77"/>
              </a:rPr>
              <a:t> with </a:t>
            </a:r>
            <a:r>
              <a:rPr lang="vi-VN" sz="4000" b="1" i="1" u="sng">
                <a:solidFill>
                  <a:srgbClr val="FF0000"/>
                </a:solidFill>
                <a:latin typeface="American Typewriter" panose="02090604020004020304" pitchFamily="18" charset="77"/>
              </a:rPr>
              <a:t>many trees and colorful flowers</a:t>
            </a:r>
            <a:r>
              <a:rPr lang="vi-VN" sz="4000" b="1" i="1">
                <a:solidFill>
                  <a:srgbClr val="FF0000"/>
                </a:solidFill>
                <a:latin typeface="American Typewriter" panose="02090604020004020304" pitchFamily="18" charset="77"/>
              </a:rPr>
              <a:t>.</a:t>
            </a:r>
          </a:p>
        </p:txBody>
      </p:sp>
      <mc:AlternateContent xmlns:mc="http://schemas.openxmlformats.org/markup-compatibility/2006" xmlns:p14="http://schemas.microsoft.com/office/powerpoint/2010/main">
        <mc:Choice Requires="p14">
          <p:contentPart p14:bwMode="auto" r:id="rId6">
            <p14:nvContentPartPr>
              <p14:cNvPr id="20" name="Ink 19">
                <a:extLst>
                  <a:ext uri="{FF2B5EF4-FFF2-40B4-BE49-F238E27FC236}">
                    <a16:creationId xmlns:a16="http://schemas.microsoft.com/office/drawing/2014/main" id="{7313C313-C7DE-3974-E74F-7C21B4F9B511}"/>
                  </a:ext>
                </a:extLst>
              </p14:cNvPr>
              <p14:cNvContentPartPr/>
              <p14:nvPr/>
            </p14:nvContentPartPr>
            <p14:xfrm>
              <a:off x="14521680" y="3788280"/>
              <a:ext cx="360" cy="360"/>
            </p14:xfrm>
          </p:contentPart>
        </mc:Choice>
        <mc:Fallback xmlns="">
          <p:pic>
            <p:nvPicPr>
              <p:cNvPr id="20" name="Ink 19">
                <a:extLst>
                  <a:ext uri="{FF2B5EF4-FFF2-40B4-BE49-F238E27FC236}">
                    <a16:creationId xmlns:a16="http://schemas.microsoft.com/office/drawing/2014/main" id="{7313C313-C7DE-3974-E74F-7C21B4F9B511}"/>
                  </a:ext>
                </a:extLst>
              </p:cNvPr>
              <p:cNvPicPr/>
              <p:nvPr/>
            </p:nvPicPr>
            <p:blipFill>
              <a:blip r:embed="rId8"/>
              <a:stretch>
                <a:fillRect/>
              </a:stretch>
            </p:blipFill>
            <p:spPr>
              <a:xfrm>
                <a:off x="14512320" y="3778920"/>
                <a:ext cx="19080" cy="19080"/>
              </a:xfrm>
              <a:prstGeom prst="rect">
                <a:avLst/>
              </a:prstGeom>
            </p:spPr>
          </p:pic>
        </mc:Fallback>
      </mc:AlternateContent>
    </p:spTree>
    <p:extLst>
      <p:ext uri="{BB962C8B-B14F-4D97-AF65-F5344CB8AC3E}">
        <p14:creationId xmlns:p14="http://schemas.microsoft.com/office/powerpoint/2010/main" val="297835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A6FC2-65D8-104D-FEE6-4922348AB7F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134F283-CECB-D162-1EC8-66EC0844ED63}"/>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6DBAB475-D0D8-B32E-EDBD-FF021CA2D1C8}"/>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8A64FE2C-F0CE-EE90-9702-084E6FD56BAB}"/>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 name="Group 5">
            <a:extLst>
              <a:ext uri="{FF2B5EF4-FFF2-40B4-BE49-F238E27FC236}">
                <a16:creationId xmlns:a16="http://schemas.microsoft.com/office/drawing/2014/main" id="{EB4E06A8-8859-B9AE-DCD2-F4ACD1F8D586}"/>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47D8C4FA-41FA-5970-C63D-97A532F2714B}"/>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E8ADC9BA-6357-0126-D3F4-391D4D5FF02A}"/>
                </a:ext>
              </a:extLst>
            </p:cNvPr>
            <p:cNvSpPr txBox="1"/>
            <p:nvPr/>
          </p:nvSpPr>
          <p:spPr>
            <a:xfrm>
              <a:off x="0" y="-47625"/>
              <a:ext cx="5454346" cy="2751565"/>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807DD556-DE16-25D5-042C-7ACCC8819585}"/>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0F387580-4AD4-5EA7-301C-AC6A17DF953D}"/>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82E74D1A-8320-C782-23A5-1633D384866F}"/>
                </a:ext>
              </a:extLst>
            </p:cNvPr>
            <p:cNvSpPr txBox="1"/>
            <p:nvPr/>
          </p:nvSpPr>
          <p:spPr>
            <a:xfrm>
              <a:off x="0" y="-47625"/>
              <a:ext cx="5429786" cy="2704410"/>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AB53D1E8-B3E2-D8F1-1DD2-9B47A327A965}"/>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6EC76713-CCD1-1A55-0855-243EC6B9DD97}"/>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7447D7C2-D76C-5730-29FE-D5DD93123CB6}"/>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41BAC618-423E-DD85-9519-23C48372C1B9}"/>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9E188396-8B7D-100C-A3E1-6332477630D6}"/>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4F687BCE-84F8-865C-906A-C6E93E899F19}"/>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4B80D2D3-44A1-DD1E-A559-12C7B5C054EE}"/>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5BDA60E2-BBDD-B9B9-DB99-DC8A57A70625}"/>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D08F6BFA-033C-FB2C-0863-3405980A8B73}"/>
                </a:ext>
              </a:extLst>
            </p:cNvPr>
            <p:cNvSpPr txBox="1"/>
            <p:nvPr/>
          </p:nvSpPr>
          <p:spPr>
            <a:xfrm>
              <a:off x="0" y="-47625"/>
              <a:ext cx="3961731" cy="2448417"/>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4" name="Freeform 34">
            <a:extLst>
              <a:ext uri="{FF2B5EF4-FFF2-40B4-BE49-F238E27FC236}">
                <a16:creationId xmlns:a16="http://schemas.microsoft.com/office/drawing/2014/main" id="{DA33FF90-AD23-F035-E86B-5416B0560D00}"/>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5" name="Group 35">
            <a:extLst>
              <a:ext uri="{FF2B5EF4-FFF2-40B4-BE49-F238E27FC236}">
                <a16:creationId xmlns:a16="http://schemas.microsoft.com/office/drawing/2014/main" id="{97B2B61E-5F75-4AD1-E477-19DB677AEA17}"/>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C7D33AA8-5179-6AC7-623B-787E384F16AC}"/>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AC809EE7-C498-4D71-B99C-E2D78B52129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Box 38">
                <a:extLst>
                  <a:ext uri="{FF2B5EF4-FFF2-40B4-BE49-F238E27FC236}">
                    <a16:creationId xmlns:a16="http://schemas.microsoft.com/office/drawing/2014/main" id="{070D8391-16D7-2058-58A2-E1EE101BFE49}"/>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9" name="Group 39">
              <a:extLst>
                <a:ext uri="{FF2B5EF4-FFF2-40B4-BE49-F238E27FC236}">
                  <a16:creationId xmlns:a16="http://schemas.microsoft.com/office/drawing/2014/main" id="{40339DC5-B329-3C67-F042-589A03E27C1F}"/>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1AF75A37-AF9E-BC58-1E7D-E3244AF6EF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Box 41">
                <a:extLst>
                  <a:ext uri="{FF2B5EF4-FFF2-40B4-BE49-F238E27FC236}">
                    <a16:creationId xmlns:a16="http://schemas.microsoft.com/office/drawing/2014/main" id="{6568DC0E-9FA5-E7B2-159B-9A3E43B73831}"/>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2" name="Group 42">
              <a:extLst>
                <a:ext uri="{FF2B5EF4-FFF2-40B4-BE49-F238E27FC236}">
                  <a16:creationId xmlns:a16="http://schemas.microsoft.com/office/drawing/2014/main" id="{A8B849D7-4844-F28D-18A3-964F425E4FF5}"/>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8A078275-82BE-B879-4EA3-FC30E35F557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Box 44">
                <a:extLst>
                  <a:ext uri="{FF2B5EF4-FFF2-40B4-BE49-F238E27FC236}">
                    <a16:creationId xmlns:a16="http://schemas.microsoft.com/office/drawing/2014/main" id="{794D1E54-B758-1B63-B9D9-03F7D9241D1E}"/>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5" name="Group 45">
              <a:extLst>
                <a:ext uri="{FF2B5EF4-FFF2-40B4-BE49-F238E27FC236}">
                  <a16:creationId xmlns:a16="http://schemas.microsoft.com/office/drawing/2014/main" id="{48403B12-F358-0437-25DB-6519E860530B}"/>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71253A8E-FCDF-4CEB-497C-F32B01AE441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Box 47">
                <a:extLst>
                  <a:ext uri="{FF2B5EF4-FFF2-40B4-BE49-F238E27FC236}">
                    <a16:creationId xmlns:a16="http://schemas.microsoft.com/office/drawing/2014/main" id="{0B76227F-881C-8955-F4ED-B85F10471AF4}"/>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8" name="Group 48">
              <a:extLst>
                <a:ext uri="{FF2B5EF4-FFF2-40B4-BE49-F238E27FC236}">
                  <a16:creationId xmlns:a16="http://schemas.microsoft.com/office/drawing/2014/main" id="{5517F640-677C-557F-8C60-F44C75491BDD}"/>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835424E8-0D63-5189-0137-718BD8F8D4E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Box 50">
                <a:extLst>
                  <a:ext uri="{FF2B5EF4-FFF2-40B4-BE49-F238E27FC236}">
                    <a16:creationId xmlns:a16="http://schemas.microsoft.com/office/drawing/2014/main" id="{70A57F1A-C92C-035C-7AC2-DA7311D756E3}"/>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51" name="Freeform 51">
            <a:extLst>
              <a:ext uri="{FF2B5EF4-FFF2-40B4-BE49-F238E27FC236}">
                <a16:creationId xmlns:a16="http://schemas.microsoft.com/office/drawing/2014/main" id="{654FEE29-84A3-B3D0-D7CA-6C33534748D4}"/>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2" name="Group 52">
            <a:extLst>
              <a:ext uri="{FF2B5EF4-FFF2-40B4-BE49-F238E27FC236}">
                <a16:creationId xmlns:a16="http://schemas.microsoft.com/office/drawing/2014/main" id="{AE08B79E-981A-F0BB-43F6-1CAB6BA24357}"/>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5B3BDA10-4907-C8BD-3FBD-10FC274F2D6A}"/>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10C6035D-B520-A0E5-ADB3-45585E72AC2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CE156671-B42D-44CD-3A96-FAEEDD72A380}"/>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E82EA3CB-6695-D7A3-09DD-36C81FD63657}"/>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D3D7FB5F-5675-6513-5994-07D209B92B1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3D35C88F-2F61-CDA2-7B6D-2C96A1A775B2}"/>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A86F6A03-0EF4-28BF-1FF5-F4CBD32A151B}"/>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56F5EF73-CD01-316A-5D12-790A57AC6C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6C11E3FA-611F-B2E1-D2C0-4FAE1296C3D4}"/>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C0F2D799-BB28-087E-E831-D47F309FA7D3}"/>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5B7652FE-17E2-2959-DBB4-84FD1343D77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F6E9A20D-E5EF-259E-6AC3-8A0955CAA098}"/>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5" name="Group 65">
              <a:extLst>
                <a:ext uri="{FF2B5EF4-FFF2-40B4-BE49-F238E27FC236}">
                  <a16:creationId xmlns:a16="http://schemas.microsoft.com/office/drawing/2014/main" id="{F7B728C3-F3ED-F942-13C0-4EF354272046}"/>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8BFB1D15-F4CA-7F34-6227-68FF90BD5B5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Box 67">
                <a:extLst>
                  <a:ext uri="{FF2B5EF4-FFF2-40B4-BE49-F238E27FC236}">
                    <a16:creationId xmlns:a16="http://schemas.microsoft.com/office/drawing/2014/main" id="{32D2DCD5-5B08-A940-B94E-808F6CA1796E}"/>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68" name="Group 68">
            <a:extLst>
              <a:ext uri="{FF2B5EF4-FFF2-40B4-BE49-F238E27FC236}">
                <a16:creationId xmlns:a16="http://schemas.microsoft.com/office/drawing/2014/main" id="{5EA4296B-BD01-9F49-505B-C7322F657512}"/>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2FB602F9-98DB-8C94-23F6-3B3D26A8B482}"/>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B03895E4-2622-507B-CD9B-A660A3EA17BD}"/>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Box 71">
                <a:extLst>
                  <a:ext uri="{FF2B5EF4-FFF2-40B4-BE49-F238E27FC236}">
                    <a16:creationId xmlns:a16="http://schemas.microsoft.com/office/drawing/2014/main" id="{55C81FAB-F900-4313-8BA8-04D996534457}"/>
                  </a:ext>
                </a:extLst>
              </p:cNvPr>
              <p:cNvSpPr txBox="1"/>
              <p:nvPr/>
            </p:nvSpPr>
            <p:spPr>
              <a:xfrm>
                <a:off x="0" y="-47625"/>
                <a:ext cx="458420"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2" name="Group 72">
              <a:extLst>
                <a:ext uri="{FF2B5EF4-FFF2-40B4-BE49-F238E27FC236}">
                  <a16:creationId xmlns:a16="http://schemas.microsoft.com/office/drawing/2014/main" id="{D78F23AE-9820-7C9B-2BFB-210CC08DD205}"/>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F9A301AE-9FE9-008B-5512-EC8F06C5BC11}"/>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TextBox 74">
                <a:extLst>
                  <a:ext uri="{FF2B5EF4-FFF2-40B4-BE49-F238E27FC236}">
                    <a16:creationId xmlns:a16="http://schemas.microsoft.com/office/drawing/2014/main" id="{7BF8991C-4939-D2BB-D987-4125F218CB77}"/>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5" name="Group 75">
              <a:extLst>
                <a:ext uri="{FF2B5EF4-FFF2-40B4-BE49-F238E27FC236}">
                  <a16:creationId xmlns:a16="http://schemas.microsoft.com/office/drawing/2014/main" id="{D1EF991E-91DF-D072-780C-58B63DCC567B}"/>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F1794657-64E0-2083-213F-ACA4615474DF}"/>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7" name="TextBox 77">
                <a:extLst>
                  <a:ext uri="{FF2B5EF4-FFF2-40B4-BE49-F238E27FC236}">
                    <a16:creationId xmlns:a16="http://schemas.microsoft.com/office/drawing/2014/main" id="{94E1AD7B-B4A8-14FE-70EC-4E18B5C067AF}"/>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8" name="Group 78">
              <a:extLst>
                <a:ext uri="{FF2B5EF4-FFF2-40B4-BE49-F238E27FC236}">
                  <a16:creationId xmlns:a16="http://schemas.microsoft.com/office/drawing/2014/main" id="{EF23D32C-326A-F4B2-8902-7287F61727A0}"/>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D1CE0FCF-FA10-CF37-0121-E9A695C578AB}"/>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Box 80">
                <a:extLst>
                  <a:ext uri="{FF2B5EF4-FFF2-40B4-BE49-F238E27FC236}">
                    <a16:creationId xmlns:a16="http://schemas.microsoft.com/office/drawing/2014/main" id="{6FC11320-12BE-5BC8-2C70-AD93AEEF70E0}"/>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1" name="Group 81">
              <a:extLst>
                <a:ext uri="{FF2B5EF4-FFF2-40B4-BE49-F238E27FC236}">
                  <a16:creationId xmlns:a16="http://schemas.microsoft.com/office/drawing/2014/main" id="{B3F36ACD-4901-D51E-9F38-53447D495A99}"/>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859C07CD-6DE3-FAC8-95AB-07A29462824D}"/>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3" name="TextBox 83">
                <a:extLst>
                  <a:ext uri="{FF2B5EF4-FFF2-40B4-BE49-F238E27FC236}">
                    <a16:creationId xmlns:a16="http://schemas.microsoft.com/office/drawing/2014/main" id="{1E47FF9E-92C4-A25D-46B7-67320F394EBC}"/>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84" name="Freeform 84">
            <a:extLst>
              <a:ext uri="{FF2B5EF4-FFF2-40B4-BE49-F238E27FC236}">
                <a16:creationId xmlns:a16="http://schemas.microsoft.com/office/drawing/2014/main" id="{973466F3-AE22-445D-C5A5-A44286ED6C88}"/>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97C9EF53-DF7A-E2BF-35E8-E72183FD3064}"/>
              </a:ext>
            </a:extLst>
          </p:cNvPr>
          <p:cNvSpPr txBox="1"/>
          <p:nvPr/>
        </p:nvSpPr>
        <p:spPr>
          <a:xfrm>
            <a:off x="1848695" y="1748037"/>
            <a:ext cx="15370090" cy="6205417"/>
          </a:xfrm>
          <a:prstGeom prst="rect">
            <a:avLst/>
          </a:prstGeom>
          <a:noFill/>
        </p:spPr>
        <p:txBody>
          <a:bodyPr wrap="square">
            <a:spAutoFit/>
          </a:bodyPr>
          <a:lstStyle/>
          <a:p>
            <a:pPr algn="just">
              <a:lnSpc>
                <a:spcPct val="150000"/>
              </a:lnSpc>
              <a:spcBef>
                <a:spcPts val="600"/>
              </a:spcBef>
              <a:spcAft>
                <a:spcPts val="600"/>
              </a:spcAft>
            </a:pPr>
            <a:r>
              <a:rPr lang="vi-VN" sz="5000" b="1">
                <a:latin typeface="American Typewriter" panose="02090604020004020304" pitchFamily="18" charset="77"/>
              </a:rPr>
              <a:t>5. Tôi cực kỳ thích đi dạo vào thời gian rảnh.</a:t>
            </a:r>
          </a:p>
          <a:p>
            <a:pPr algn="just">
              <a:lnSpc>
                <a:spcPct val="150000"/>
              </a:lnSpc>
              <a:spcBef>
                <a:spcPts val="600"/>
              </a:spcBef>
              <a:spcAft>
                <a:spcPts val="600"/>
              </a:spcAft>
            </a:pPr>
            <a:r>
              <a:rPr lang="vi-VN" sz="5000" b="1" i="1">
                <a:solidFill>
                  <a:srgbClr val="FF0000"/>
                </a:solidFill>
                <a:latin typeface="American Typewriter" panose="02090604020004020304" pitchFamily="18" charset="77"/>
              </a:rPr>
              <a:t>→ I extremely </a:t>
            </a:r>
            <a:r>
              <a:rPr lang="vi-VN" sz="5000" b="1" i="1" u="sng">
                <a:solidFill>
                  <a:srgbClr val="FF0000"/>
                </a:solidFill>
                <a:latin typeface="American Typewriter" panose="02090604020004020304" pitchFamily="18" charset="77"/>
              </a:rPr>
              <a:t>like/ love/ enjoy/ going for a walk/taking a walk </a:t>
            </a:r>
            <a:r>
              <a:rPr lang="vi-VN" sz="5000" b="1" i="1">
                <a:solidFill>
                  <a:srgbClr val="FF0000"/>
                </a:solidFill>
                <a:latin typeface="American Typewriter" panose="02090604020004020304" pitchFamily="18" charset="77"/>
              </a:rPr>
              <a:t>in my free time.</a:t>
            </a:r>
          </a:p>
          <a:p>
            <a:pPr algn="just">
              <a:lnSpc>
                <a:spcPct val="150000"/>
              </a:lnSpc>
              <a:spcBef>
                <a:spcPts val="600"/>
              </a:spcBef>
              <a:spcAft>
                <a:spcPts val="600"/>
              </a:spcAft>
            </a:pPr>
            <a:r>
              <a:rPr lang="vi-VN" sz="5000" b="1">
                <a:latin typeface="American Typewriter" panose="02090604020004020304" pitchFamily="18" charset="77"/>
              </a:rPr>
              <a:t>6. Tôi đã học tiếng Anh </a:t>
            </a:r>
            <a:r>
              <a:rPr lang="vi-VN" sz="5000" b="1">
                <a:highlight>
                  <a:srgbClr val="FFFF00"/>
                </a:highlight>
                <a:latin typeface="American Typewriter" panose="02090604020004020304" pitchFamily="18" charset="77"/>
              </a:rPr>
              <a:t>trong 10 năm</a:t>
            </a:r>
            <a:r>
              <a:rPr lang="vi-VN" sz="5000" b="1">
                <a:latin typeface="American Typewriter" panose="02090604020004020304" pitchFamily="18" charset="77"/>
              </a:rPr>
              <a:t>.</a:t>
            </a:r>
          </a:p>
          <a:p>
            <a:pPr algn="just">
              <a:lnSpc>
                <a:spcPct val="150000"/>
              </a:lnSpc>
              <a:spcBef>
                <a:spcPts val="600"/>
              </a:spcBef>
              <a:spcAft>
                <a:spcPts val="600"/>
              </a:spcAft>
            </a:pPr>
            <a:r>
              <a:rPr lang="vi-VN" sz="5000" b="1" i="1">
                <a:solidFill>
                  <a:srgbClr val="FF0000"/>
                </a:solidFill>
                <a:latin typeface="American Typewriter" panose="02090604020004020304" pitchFamily="18" charset="77"/>
              </a:rPr>
              <a:t>→ I </a:t>
            </a:r>
            <a:r>
              <a:rPr lang="vi-VN" sz="5000" b="1" i="1" u="sng">
                <a:solidFill>
                  <a:srgbClr val="FF0000"/>
                </a:solidFill>
                <a:latin typeface="American Typewriter" panose="02090604020004020304" pitchFamily="18" charset="77"/>
              </a:rPr>
              <a:t>have studied/learned </a:t>
            </a:r>
            <a:r>
              <a:rPr lang="vi-VN" sz="5000" b="1" i="1">
                <a:solidFill>
                  <a:srgbClr val="FF0000"/>
                </a:solidFill>
                <a:latin typeface="American Typewriter" panose="02090604020004020304" pitchFamily="18" charset="77"/>
              </a:rPr>
              <a:t>English </a:t>
            </a:r>
            <a:r>
              <a:rPr lang="vi-VN" sz="5000" b="1" i="1" u="sng">
                <a:solidFill>
                  <a:srgbClr val="FF0000"/>
                </a:solidFill>
                <a:latin typeface="American Typewriter" panose="02090604020004020304" pitchFamily="18" charset="77"/>
              </a:rPr>
              <a:t>for 10 years</a:t>
            </a:r>
            <a:r>
              <a:rPr lang="vi-VN" sz="5000" b="1" i="1">
                <a:solidFill>
                  <a:srgbClr val="FF0000"/>
                </a:solidFill>
                <a:latin typeface="American Typewriter" panose="02090604020004020304" pitchFamily="18" charset="77"/>
              </a:rPr>
              <a:t>.</a:t>
            </a:r>
          </a:p>
        </p:txBody>
      </p:sp>
      <mc:AlternateContent xmlns:mc="http://schemas.openxmlformats.org/markup-compatibility/2006" xmlns:p14="http://schemas.microsoft.com/office/powerpoint/2010/main">
        <mc:Choice Requires="p14">
          <p:contentPart p14:bwMode="auto" r:id="rId6">
            <p14:nvContentPartPr>
              <p14:cNvPr id="20" name="Ink 19">
                <a:extLst>
                  <a:ext uri="{FF2B5EF4-FFF2-40B4-BE49-F238E27FC236}">
                    <a16:creationId xmlns:a16="http://schemas.microsoft.com/office/drawing/2014/main" id="{D774C779-7FC4-75DE-813A-0241A559BAE6}"/>
                  </a:ext>
                </a:extLst>
              </p14:cNvPr>
              <p14:cNvContentPartPr/>
              <p14:nvPr/>
            </p14:nvContentPartPr>
            <p14:xfrm>
              <a:off x="14521680" y="3788280"/>
              <a:ext cx="360" cy="360"/>
            </p14:xfrm>
          </p:contentPart>
        </mc:Choice>
        <mc:Fallback xmlns="">
          <p:pic>
            <p:nvPicPr>
              <p:cNvPr id="20" name="Ink 19">
                <a:extLst>
                  <a:ext uri="{FF2B5EF4-FFF2-40B4-BE49-F238E27FC236}">
                    <a16:creationId xmlns:a16="http://schemas.microsoft.com/office/drawing/2014/main" id="{D774C779-7FC4-75DE-813A-0241A559BAE6}"/>
                  </a:ext>
                </a:extLst>
              </p:cNvPr>
              <p:cNvPicPr/>
              <p:nvPr/>
            </p:nvPicPr>
            <p:blipFill>
              <a:blip r:embed="rId8"/>
              <a:stretch>
                <a:fillRect/>
              </a:stretch>
            </p:blipFill>
            <p:spPr>
              <a:xfrm>
                <a:off x="14512320" y="3778920"/>
                <a:ext cx="19080" cy="19080"/>
              </a:xfrm>
              <a:prstGeom prst="rect">
                <a:avLst/>
              </a:prstGeom>
            </p:spPr>
          </p:pic>
        </mc:Fallback>
      </mc:AlternateContent>
    </p:spTree>
    <p:extLst>
      <p:ext uri="{BB962C8B-B14F-4D97-AF65-F5344CB8AC3E}">
        <p14:creationId xmlns:p14="http://schemas.microsoft.com/office/powerpoint/2010/main" val="1741718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DC321-5CD4-EC2F-5140-3F6E1C76394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84A9FB8-AB6D-8F26-7072-5A603A18FFE3}"/>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FCE78938-3B3C-D563-1BBA-94EEC762BE7F}"/>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899DD3C1-E3C6-CF20-556A-5AD3B1602A91}"/>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 name="Group 5">
            <a:extLst>
              <a:ext uri="{FF2B5EF4-FFF2-40B4-BE49-F238E27FC236}">
                <a16:creationId xmlns:a16="http://schemas.microsoft.com/office/drawing/2014/main" id="{F4FB3714-4FB1-7715-2F86-6CBBDC28A2B3}"/>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29DCD88B-0EC5-5031-161F-B3E5FBC54ECA}"/>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682B8870-3EF9-3794-5000-8B1D51EC7554}"/>
                </a:ext>
              </a:extLst>
            </p:cNvPr>
            <p:cNvSpPr txBox="1"/>
            <p:nvPr/>
          </p:nvSpPr>
          <p:spPr>
            <a:xfrm>
              <a:off x="0" y="-47625"/>
              <a:ext cx="5454346" cy="2751565"/>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0D7B8A01-7941-A65A-EFB4-CEF94175F909}"/>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587CE826-A216-EC86-6712-4F14873981F2}"/>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9233081F-5BB3-CEB0-89F5-03F80CECB8A6}"/>
                </a:ext>
              </a:extLst>
            </p:cNvPr>
            <p:cNvSpPr txBox="1"/>
            <p:nvPr/>
          </p:nvSpPr>
          <p:spPr>
            <a:xfrm>
              <a:off x="0" y="-47625"/>
              <a:ext cx="5429786" cy="2704410"/>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69DD1B8F-552B-ABE8-7DF3-4DFB10C3E4B5}"/>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97DAAEDB-DAC1-C8FF-8B06-4534D863C5EC}"/>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8E7C2571-6B0F-B193-E9C2-93BAC4E8BEB0}"/>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31D4CDDE-EF34-20BD-FE56-9D72A3BFBE9F}"/>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A2CFB448-60F5-0A6E-C7FA-0394E60F5982}"/>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D203A1B0-B18B-3466-2148-6758DF3F4390}"/>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2FC5BE48-A343-CF66-9163-D559A2422166}"/>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810A37A1-4E09-3ACB-11B9-4F509A3B677F}"/>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144F8254-1705-6EE3-70B1-7A8ADF14CB47}"/>
                </a:ext>
              </a:extLst>
            </p:cNvPr>
            <p:cNvSpPr txBox="1"/>
            <p:nvPr/>
          </p:nvSpPr>
          <p:spPr>
            <a:xfrm>
              <a:off x="0" y="-47625"/>
              <a:ext cx="3961731" cy="2448417"/>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4" name="Freeform 34">
            <a:extLst>
              <a:ext uri="{FF2B5EF4-FFF2-40B4-BE49-F238E27FC236}">
                <a16:creationId xmlns:a16="http://schemas.microsoft.com/office/drawing/2014/main" id="{324C9D74-3E48-01D5-C704-CCCF20BBF3A5}"/>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5" name="Group 35">
            <a:extLst>
              <a:ext uri="{FF2B5EF4-FFF2-40B4-BE49-F238E27FC236}">
                <a16:creationId xmlns:a16="http://schemas.microsoft.com/office/drawing/2014/main" id="{43095997-37DC-E147-BB18-107774C9AAE5}"/>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40E40182-7AFE-BA1C-E024-3AF51264254F}"/>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75A8A6D2-255E-3521-B5C5-366BF4CA7B8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Box 38">
                <a:extLst>
                  <a:ext uri="{FF2B5EF4-FFF2-40B4-BE49-F238E27FC236}">
                    <a16:creationId xmlns:a16="http://schemas.microsoft.com/office/drawing/2014/main" id="{B02AE137-863B-CBAF-A5AC-73BAFEABC16E}"/>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9" name="Group 39">
              <a:extLst>
                <a:ext uri="{FF2B5EF4-FFF2-40B4-BE49-F238E27FC236}">
                  <a16:creationId xmlns:a16="http://schemas.microsoft.com/office/drawing/2014/main" id="{895B4457-9276-DABA-F495-47776226A741}"/>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886CCC92-86C9-3ABD-E4BD-E3B86513FE7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Box 41">
                <a:extLst>
                  <a:ext uri="{FF2B5EF4-FFF2-40B4-BE49-F238E27FC236}">
                    <a16:creationId xmlns:a16="http://schemas.microsoft.com/office/drawing/2014/main" id="{4D1B252E-5133-C94B-4EF3-5B46E2C23DC6}"/>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2" name="Group 42">
              <a:extLst>
                <a:ext uri="{FF2B5EF4-FFF2-40B4-BE49-F238E27FC236}">
                  <a16:creationId xmlns:a16="http://schemas.microsoft.com/office/drawing/2014/main" id="{F812156F-7FF8-EE31-9763-BCBB36BF4B6F}"/>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56330580-8AA8-F748-D924-1DE4D32F8CB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Box 44">
                <a:extLst>
                  <a:ext uri="{FF2B5EF4-FFF2-40B4-BE49-F238E27FC236}">
                    <a16:creationId xmlns:a16="http://schemas.microsoft.com/office/drawing/2014/main" id="{AB650AA2-4C4E-3E9B-BED7-A6F17A2CDF2A}"/>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5" name="Group 45">
              <a:extLst>
                <a:ext uri="{FF2B5EF4-FFF2-40B4-BE49-F238E27FC236}">
                  <a16:creationId xmlns:a16="http://schemas.microsoft.com/office/drawing/2014/main" id="{B0825A4B-7CA2-E103-CB88-9B5A157FABF2}"/>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B7DD56C6-1BAC-C03B-09E9-84A3A238151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Box 47">
                <a:extLst>
                  <a:ext uri="{FF2B5EF4-FFF2-40B4-BE49-F238E27FC236}">
                    <a16:creationId xmlns:a16="http://schemas.microsoft.com/office/drawing/2014/main" id="{F4C5C737-DAC0-80DF-0B9E-89076D3B4BA7}"/>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8" name="Group 48">
              <a:extLst>
                <a:ext uri="{FF2B5EF4-FFF2-40B4-BE49-F238E27FC236}">
                  <a16:creationId xmlns:a16="http://schemas.microsoft.com/office/drawing/2014/main" id="{F17E6186-92FB-DBBC-01E8-2A65D7727819}"/>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BC1D19C5-DE75-472C-3274-7C246141411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Box 50">
                <a:extLst>
                  <a:ext uri="{FF2B5EF4-FFF2-40B4-BE49-F238E27FC236}">
                    <a16:creationId xmlns:a16="http://schemas.microsoft.com/office/drawing/2014/main" id="{2C8B4FD3-B3B8-6FDE-E41A-F00BCF112AE3}"/>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51" name="Freeform 51">
            <a:extLst>
              <a:ext uri="{FF2B5EF4-FFF2-40B4-BE49-F238E27FC236}">
                <a16:creationId xmlns:a16="http://schemas.microsoft.com/office/drawing/2014/main" id="{1A46601D-641A-7545-DEDA-D2E23E3DA5AB}"/>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2" name="Group 52">
            <a:extLst>
              <a:ext uri="{FF2B5EF4-FFF2-40B4-BE49-F238E27FC236}">
                <a16:creationId xmlns:a16="http://schemas.microsoft.com/office/drawing/2014/main" id="{32AF319A-5CC2-816E-F477-7C0F49D71FE8}"/>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589FA474-2544-8F68-62B7-137E389CAD3F}"/>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3D275369-6C3B-18CA-41B7-771EAC48720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C1F9548A-E301-31C7-2BFB-381A5FF2709C}"/>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89ED95A7-4699-72E1-0B48-560038736B66}"/>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89A5F55D-5966-FDBA-3035-252F57608B9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D5588E6C-6398-0DAF-6EE9-FA61AFC795EF}"/>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36519F3B-514D-0D65-F10A-9E7DC5443FA7}"/>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FC97A3DB-F5E9-25DE-7B1D-15CD74480ED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4C91FBF1-5D7B-5D69-E4BA-2CB1323F93BF}"/>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369334D3-3CC7-967E-12F8-3CBCFDB04160}"/>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E7895458-F0AE-6D4C-B56E-2AE62F74EBA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B600705A-8102-4F61-2434-9602D787EA47}"/>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5" name="Group 65">
              <a:extLst>
                <a:ext uri="{FF2B5EF4-FFF2-40B4-BE49-F238E27FC236}">
                  <a16:creationId xmlns:a16="http://schemas.microsoft.com/office/drawing/2014/main" id="{4C13426E-D0DF-76E8-8655-141A4472B5B6}"/>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230484BC-FFEE-63B4-2A82-8DBBAEE37DE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Box 67">
                <a:extLst>
                  <a:ext uri="{FF2B5EF4-FFF2-40B4-BE49-F238E27FC236}">
                    <a16:creationId xmlns:a16="http://schemas.microsoft.com/office/drawing/2014/main" id="{F308328D-04C3-0789-D195-AB1982F78DA9}"/>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68" name="Group 68">
            <a:extLst>
              <a:ext uri="{FF2B5EF4-FFF2-40B4-BE49-F238E27FC236}">
                <a16:creationId xmlns:a16="http://schemas.microsoft.com/office/drawing/2014/main" id="{58419486-E72E-8492-BFB6-20B70161EAB2}"/>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9FDE96AB-FDB0-0BA2-311B-CB2AA83C5E01}"/>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4B71E6B2-D526-8575-0B53-CFB637CC55EB}"/>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Box 71">
                <a:extLst>
                  <a:ext uri="{FF2B5EF4-FFF2-40B4-BE49-F238E27FC236}">
                    <a16:creationId xmlns:a16="http://schemas.microsoft.com/office/drawing/2014/main" id="{804E7D5A-78A7-EE25-2EEB-25271CA95A2C}"/>
                  </a:ext>
                </a:extLst>
              </p:cNvPr>
              <p:cNvSpPr txBox="1"/>
              <p:nvPr/>
            </p:nvSpPr>
            <p:spPr>
              <a:xfrm>
                <a:off x="0" y="-47625"/>
                <a:ext cx="458420"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2" name="Group 72">
              <a:extLst>
                <a:ext uri="{FF2B5EF4-FFF2-40B4-BE49-F238E27FC236}">
                  <a16:creationId xmlns:a16="http://schemas.microsoft.com/office/drawing/2014/main" id="{E6605171-8CE1-DC08-2DF9-A0CE4785B681}"/>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824BEA05-6803-82D9-7007-11D9DCE98025}"/>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TextBox 74">
                <a:extLst>
                  <a:ext uri="{FF2B5EF4-FFF2-40B4-BE49-F238E27FC236}">
                    <a16:creationId xmlns:a16="http://schemas.microsoft.com/office/drawing/2014/main" id="{5EA63AE5-4840-E97A-0D3D-084BFB1A3B5E}"/>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5" name="Group 75">
              <a:extLst>
                <a:ext uri="{FF2B5EF4-FFF2-40B4-BE49-F238E27FC236}">
                  <a16:creationId xmlns:a16="http://schemas.microsoft.com/office/drawing/2014/main" id="{73B87378-0437-45AA-3929-61DA7D020A20}"/>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BF2B3A3A-1912-9105-1C05-1C2C1ED2465F}"/>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7" name="TextBox 77">
                <a:extLst>
                  <a:ext uri="{FF2B5EF4-FFF2-40B4-BE49-F238E27FC236}">
                    <a16:creationId xmlns:a16="http://schemas.microsoft.com/office/drawing/2014/main" id="{F31D382E-C12D-0A33-1F26-7968DD1C515B}"/>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8" name="Group 78">
              <a:extLst>
                <a:ext uri="{FF2B5EF4-FFF2-40B4-BE49-F238E27FC236}">
                  <a16:creationId xmlns:a16="http://schemas.microsoft.com/office/drawing/2014/main" id="{A3F8E0FF-4371-B90D-CB54-A1E6D15F5071}"/>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073B9393-3D11-7CA9-ED1B-6C1B8D24D362}"/>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Box 80">
                <a:extLst>
                  <a:ext uri="{FF2B5EF4-FFF2-40B4-BE49-F238E27FC236}">
                    <a16:creationId xmlns:a16="http://schemas.microsoft.com/office/drawing/2014/main" id="{ECD6CA30-EB52-02A4-F109-7C3A405D7AF0}"/>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1" name="Group 81">
              <a:extLst>
                <a:ext uri="{FF2B5EF4-FFF2-40B4-BE49-F238E27FC236}">
                  <a16:creationId xmlns:a16="http://schemas.microsoft.com/office/drawing/2014/main" id="{AF687CEC-1F91-0F9E-4075-FF542F5464B6}"/>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6BB43264-C184-C14D-7A28-C388D83D0547}"/>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3" name="TextBox 83">
                <a:extLst>
                  <a:ext uri="{FF2B5EF4-FFF2-40B4-BE49-F238E27FC236}">
                    <a16:creationId xmlns:a16="http://schemas.microsoft.com/office/drawing/2014/main" id="{5CC942C9-C1FF-1409-472A-5E37DF052D00}"/>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84" name="Freeform 84">
            <a:extLst>
              <a:ext uri="{FF2B5EF4-FFF2-40B4-BE49-F238E27FC236}">
                <a16:creationId xmlns:a16="http://schemas.microsoft.com/office/drawing/2014/main" id="{599E6266-25F5-ABAF-A077-9C7478E09E44}"/>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580B00D9-7841-DD95-B8AE-FE3C856E1F2C}"/>
              </a:ext>
            </a:extLst>
          </p:cNvPr>
          <p:cNvSpPr txBox="1"/>
          <p:nvPr/>
        </p:nvSpPr>
        <p:spPr>
          <a:xfrm>
            <a:off x="1900229" y="1777488"/>
            <a:ext cx="15370090" cy="6679008"/>
          </a:xfrm>
          <a:prstGeom prst="rect">
            <a:avLst/>
          </a:prstGeom>
          <a:noFill/>
        </p:spPr>
        <p:txBody>
          <a:bodyPr wrap="square">
            <a:spAutoFit/>
          </a:bodyPr>
          <a:lstStyle/>
          <a:p>
            <a:pPr algn="just">
              <a:lnSpc>
                <a:spcPct val="150000"/>
              </a:lnSpc>
              <a:spcBef>
                <a:spcPts val="600"/>
              </a:spcBef>
              <a:spcAft>
                <a:spcPts val="600"/>
              </a:spcAft>
            </a:pPr>
            <a:r>
              <a:rPr lang="vi-VN" sz="4500" b="1">
                <a:latin typeface="American Typewriter" panose="02090604020004020304" pitchFamily="18" charset="77"/>
              </a:rPr>
              <a:t>7. Lớp tôi </a:t>
            </a:r>
            <a:r>
              <a:rPr lang="vi-VN" sz="4500" b="1">
                <a:highlight>
                  <a:srgbClr val="FFFF00"/>
                </a:highlight>
                <a:latin typeface="American Typewriter" panose="02090604020004020304" pitchFamily="18" charset="77"/>
              </a:rPr>
              <a:t>sẽ</a:t>
            </a:r>
            <a:r>
              <a:rPr lang="vi-VN" sz="4500" b="1">
                <a:latin typeface="American Typewriter" panose="02090604020004020304" pitchFamily="18" charset="77"/>
              </a:rPr>
              <a:t> tổ chức một buổi tiệc chia tay với giáo viên của chúng tôi vào tuần sau.</a:t>
            </a:r>
          </a:p>
          <a:p>
            <a:pPr algn="just">
              <a:lnSpc>
                <a:spcPct val="150000"/>
              </a:lnSpc>
              <a:spcBef>
                <a:spcPts val="600"/>
              </a:spcBef>
              <a:spcAft>
                <a:spcPts val="600"/>
              </a:spcAft>
            </a:pPr>
            <a:r>
              <a:rPr lang="vi-VN" sz="4500" b="1" i="1">
                <a:solidFill>
                  <a:srgbClr val="FF0000"/>
                </a:solidFill>
                <a:latin typeface="American Typewriter" panose="02090604020004020304" pitchFamily="18" charset="77"/>
              </a:rPr>
              <a:t>→ My class will </a:t>
            </a:r>
            <a:r>
              <a:rPr lang="vi-VN" sz="4500" b="1" i="1" u="sng">
                <a:solidFill>
                  <a:srgbClr val="FF0000"/>
                </a:solidFill>
                <a:latin typeface="American Typewriter" panose="02090604020004020304" pitchFamily="18" charset="77"/>
              </a:rPr>
              <a:t>hold/ organize/ celebrate a farewell party </a:t>
            </a:r>
            <a:r>
              <a:rPr lang="vi-VN" sz="4500" b="1" i="1">
                <a:solidFill>
                  <a:srgbClr val="FF0000"/>
                </a:solidFill>
                <a:latin typeface="American Typewriter" panose="02090604020004020304" pitchFamily="18" charset="77"/>
              </a:rPr>
              <a:t>for /with our teacher </a:t>
            </a:r>
            <a:r>
              <a:rPr lang="vi-VN" sz="4500" b="1" i="1" u="sng">
                <a:solidFill>
                  <a:srgbClr val="FF0000"/>
                </a:solidFill>
                <a:latin typeface="American Typewriter" panose="02090604020004020304" pitchFamily="18" charset="77"/>
              </a:rPr>
              <a:t>next week</a:t>
            </a:r>
            <a:r>
              <a:rPr lang="vi-VN" sz="4500" b="1" i="1">
                <a:solidFill>
                  <a:srgbClr val="FF0000"/>
                </a:solidFill>
                <a:latin typeface="American Typewriter" panose="02090604020004020304" pitchFamily="18" charset="77"/>
              </a:rPr>
              <a:t>.</a:t>
            </a:r>
          </a:p>
          <a:p>
            <a:pPr algn="just">
              <a:lnSpc>
                <a:spcPct val="150000"/>
              </a:lnSpc>
              <a:spcBef>
                <a:spcPts val="600"/>
              </a:spcBef>
              <a:spcAft>
                <a:spcPts val="600"/>
              </a:spcAft>
            </a:pPr>
            <a:r>
              <a:rPr lang="vi-VN" sz="4500" b="1">
                <a:latin typeface="American Typewriter" panose="02090604020004020304" pitchFamily="18" charset="77"/>
              </a:rPr>
              <a:t>8. Giáo viên của tôi </a:t>
            </a:r>
            <a:r>
              <a:rPr lang="vi-VN" sz="4500" b="1">
                <a:highlight>
                  <a:srgbClr val="FFFF00"/>
                </a:highlight>
                <a:latin typeface="American Typewriter" panose="02090604020004020304" pitchFamily="18" charset="77"/>
              </a:rPr>
              <a:t>luôn</a:t>
            </a:r>
            <a:r>
              <a:rPr lang="vi-VN" sz="4500" b="1">
                <a:latin typeface="American Typewriter" panose="02090604020004020304" pitchFamily="18" charset="77"/>
              </a:rPr>
              <a:t> đưa ra nhận xét hữu ích.</a:t>
            </a:r>
          </a:p>
          <a:p>
            <a:pPr algn="just">
              <a:lnSpc>
                <a:spcPct val="150000"/>
              </a:lnSpc>
              <a:spcBef>
                <a:spcPts val="600"/>
              </a:spcBef>
              <a:spcAft>
                <a:spcPts val="600"/>
              </a:spcAft>
            </a:pPr>
            <a:r>
              <a:rPr lang="vi-VN" sz="4500" b="1" i="1">
                <a:solidFill>
                  <a:srgbClr val="FF0000"/>
                </a:solidFill>
                <a:latin typeface="American Typewriter" panose="02090604020004020304" pitchFamily="18" charset="77"/>
              </a:rPr>
              <a:t>→ My teacher always </a:t>
            </a:r>
            <a:r>
              <a:rPr lang="vi-VN" sz="4500" b="1" i="1" u="sng">
                <a:solidFill>
                  <a:srgbClr val="FF0000"/>
                </a:solidFill>
                <a:latin typeface="American Typewriter" panose="02090604020004020304" pitchFamily="18" charset="77"/>
              </a:rPr>
              <a:t>gives helpful/useful feedback</a:t>
            </a:r>
            <a:r>
              <a:rPr lang="vi-VN" sz="4500" b="1" i="1">
                <a:solidFill>
                  <a:srgbClr val="FF0000"/>
                </a:solidFill>
                <a:latin typeface="American Typewriter" panose="02090604020004020304" pitchFamily="18" charset="77"/>
              </a:rPr>
              <a:t>.</a:t>
            </a:r>
          </a:p>
        </p:txBody>
      </p:sp>
      <mc:AlternateContent xmlns:mc="http://schemas.openxmlformats.org/markup-compatibility/2006" xmlns:p14="http://schemas.microsoft.com/office/powerpoint/2010/main">
        <mc:Choice Requires="p14">
          <p:contentPart p14:bwMode="auto" r:id="rId6">
            <p14:nvContentPartPr>
              <p14:cNvPr id="20" name="Ink 19">
                <a:extLst>
                  <a:ext uri="{FF2B5EF4-FFF2-40B4-BE49-F238E27FC236}">
                    <a16:creationId xmlns:a16="http://schemas.microsoft.com/office/drawing/2014/main" id="{A54C9082-03B6-B62D-75B4-081AE84577C0}"/>
                  </a:ext>
                </a:extLst>
              </p14:cNvPr>
              <p14:cNvContentPartPr/>
              <p14:nvPr/>
            </p14:nvContentPartPr>
            <p14:xfrm>
              <a:off x="14521680" y="3788280"/>
              <a:ext cx="360" cy="360"/>
            </p14:xfrm>
          </p:contentPart>
        </mc:Choice>
        <mc:Fallback xmlns="">
          <p:pic>
            <p:nvPicPr>
              <p:cNvPr id="20" name="Ink 19">
                <a:extLst>
                  <a:ext uri="{FF2B5EF4-FFF2-40B4-BE49-F238E27FC236}">
                    <a16:creationId xmlns:a16="http://schemas.microsoft.com/office/drawing/2014/main" id="{A54C9082-03B6-B62D-75B4-081AE84577C0}"/>
                  </a:ext>
                </a:extLst>
              </p:cNvPr>
              <p:cNvPicPr/>
              <p:nvPr/>
            </p:nvPicPr>
            <p:blipFill>
              <a:blip r:embed="rId8"/>
              <a:stretch>
                <a:fillRect/>
              </a:stretch>
            </p:blipFill>
            <p:spPr>
              <a:xfrm>
                <a:off x="14512320" y="3778920"/>
                <a:ext cx="19080" cy="19080"/>
              </a:xfrm>
              <a:prstGeom prst="rect">
                <a:avLst/>
              </a:prstGeom>
            </p:spPr>
          </p:pic>
        </mc:Fallback>
      </mc:AlternateContent>
    </p:spTree>
    <p:extLst>
      <p:ext uri="{BB962C8B-B14F-4D97-AF65-F5344CB8AC3E}">
        <p14:creationId xmlns:p14="http://schemas.microsoft.com/office/powerpoint/2010/main" val="1393046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CBA45-6955-234D-E8E5-313D425980B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0ECE62A-5114-CE95-FCC5-C748F152EC55}"/>
              </a:ext>
            </a:extLst>
          </p:cNvPr>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89882" t="-2909" r="-91052" b="-2375"/>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a:extLst>
              <a:ext uri="{FF2B5EF4-FFF2-40B4-BE49-F238E27FC236}">
                <a16:creationId xmlns:a16="http://schemas.microsoft.com/office/drawing/2014/main" id="{A7F57136-5137-4827-1E6F-225DB51E75D1}"/>
              </a:ext>
            </a:extLst>
          </p:cNvPr>
          <p:cNvSpPr/>
          <p:nvPr/>
        </p:nvSpPr>
        <p:spPr>
          <a:xfrm rot="7883">
            <a:off x="-635214" y="617934"/>
            <a:ext cx="2926696" cy="9507175"/>
          </a:xfrm>
          <a:custGeom>
            <a:avLst/>
            <a:gdLst/>
            <a:ahLst/>
            <a:cxnLst/>
            <a:rect l="l" t="t" r="r" b="b"/>
            <a:pathLst>
              <a:path w="2926696" h="9507175">
                <a:moveTo>
                  <a:pt x="0" y="0"/>
                </a:moveTo>
                <a:lnTo>
                  <a:pt x="2926696" y="0"/>
                </a:lnTo>
                <a:lnTo>
                  <a:pt x="2926696" y="9507175"/>
                </a:lnTo>
                <a:lnTo>
                  <a:pt x="0" y="9507175"/>
                </a:lnTo>
                <a:lnTo>
                  <a:pt x="0" y="0"/>
                </a:lnTo>
                <a:close/>
              </a:path>
            </a:pathLst>
          </a:custGeom>
          <a:blipFill>
            <a:blip r:embed="rId3"/>
            <a:stretch>
              <a:fillRect l="-503782" t="-13882" r="-31004" b="-109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a:extLst>
              <a:ext uri="{FF2B5EF4-FFF2-40B4-BE49-F238E27FC236}">
                <a16:creationId xmlns:a16="http://schemas.microsoft.com/office/drawing/2014/main" id="{D068BBAE-6721-42C9-10B6-2F135F5308BD}"/>
              </a:ext>
            </a:extLst>
          </p:cNvPr>
          <p:cNvSpPr/>
          <p:nvPr/>
        </p:nvSpPr>
        <p:spPr>
          <a:xfrm rot="7883">
            <a:off x="2294198" y="614006"/>
            <a:ext cx="15758676" cy="9496389"/>
          </a:xfrm>
          <a:custGeom>
            <a:avLst/>
            <a:gdLst/>
            <a:ahLst/>
            <a:cxnLst/>
            <a:rect l="l" t="t" r="r" b="b"/>
            <a:pathLst>
              <a:path w="15758676" h="9496389">
                <a:moveTo>
                  <a:pt x="0" y="0"/>
                </a:moveTo>
                <a:lnTo>
                  <a:pt x="15758676" y="0"/>
                </a:lnTo>
                <a:lnTo>
                  <a:pt x="15758676" y="9496389"/>
                </a:lnTo>
                <a:lnTo>
                  <a:pt x="0" y="9496389"/>
                </a:lnTo>
                <a:lnTo>
                  <a:pt x="0" y="0"/>
                </a:lnTo>
                <a:close/>
              </a:path>
            </a:pathLst>
          </a:custGeom>
          <a:blipFill>
            <a:blip r:embed="rId3"/>
            <a:stretch>
              <a:fillRect l="-3625" t="-213" b="-959"/>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 name="Group 5">
            <a:extLst>
              <a:ext uri="{FF2B5EF4-FFF2-40B4-BE49-F238E27FC236}">
                <a16:creationId xmlns:a16="http://schemas.microsoft.com/office/drawing/2014/main" id="{688FE55D-1116-D8B5-0FE9-F076C75726F1}"/>
              </a:ext>
            </a:extLst>
          </p:cNvPr>
          <p:cNvGrpSpPr/>
          <p:nvPr/>
        </p:nvGrpSpPr>
        <p:grpSpPr>
          <a:xfrm rot="-4655">
            <a:off x="-1354844" y="292332"/>
            <a:ext cx="18902914" cy="9535992"/>
            <a:chOff x="0" y="-47625"/>
            <a:chExt cx="5454346" cy="2751565"/>
          </a:xfrm>
        </p:grpSpPr>
        <p:sp>
          <p:nvSpPr>
            <p:cNvPr id="6" name="Freeform 6">
              <a:extLst>
                <a:ext uri="{FF2B5EF4-FFF2-40B4-BE49-F238E27FC236}">
                  <a16:creationId xmlns:a16="http://schemas.microsoft.com/office/drawing/2014/main" id="{281AE4B9-4CA1-CA19-9315-797BF90B05EB}"/>
                </a:ext>
              </a:extLst>
            </p:cNvPr>
            <p:cNvSpPr/>
            <p:nvPr/>
          </p:nvSpPr>
          <p:spPr>
            <a:xfrm>
              <a:off x="0" y="0"/>
              <a:ext cx="5454346" cy="2703940"/>
            </a:xfrm>
            <a:custGeom>
              <a:avLst/>
              <a:gdLst/>
              <a:ahLst/>
              <a:cxnLst/>
              <a:rect l="l" t="t" r="r" b="b"/>
              <a:pathLst>
                <a:path w="5454346" h="2703940">
                  <a:moveTo>
                    <a:pt x="19659" y="0"/>
                  </a:moveTo>
                  <a:lnTo>
                    <a:pt x="5434687" y="0"/>
                  </a:lnTo>
                  <a:cubicBezTo>
                    <a:pt x="5445544" y="0"/>
                    <a:pt x="5454346" y="8802"/>
                    <a:pt x="5454346" y="19659"/>
                  </a:cubicBezTo>
                  <a:lnTo>
                    <a:pt x="5454346" y="2684281"/>
                  </a:lnTo>
                  <a:cubicBezTo>
                    <a:pt x="5454346" y="2689495"/>
                    <a:pt x="5452275" y="2694495"/>
                    <a:pt x="5448588" y="2698182"/>
                  </a:cubicBezTo>
                  <a:cubicBezTo>
                    <a:pt x="5444901" y="2701869"/>
                    <a:pt x="5439901" y="2703940"/>
                    <a:pt x="5434687" y="2703940"/>
                  </a:cubicBezTo>
                  <a:lnTo>
                    <a:pt x="19659" y="2703940"/>
                  </a:lnTo>
                  <a:cubicBezTo>
                    <a:pt x="8802" y="2703940"/>
                    <a:pt x="0" y="2695139"/>
                    <a:pt x="0" y="2684281"/>
                  </a:cubicBezTo>
                  <a:lnTo>
                    <a:pt x="0" y="19659"/>
                  </a:lnTo>
                  <a:cubicBezTo>
                    <a:pt x="0" y="8802"/>
                    <a:pt x="8802" y="0"/>
                    <a:pt x="19659" y="0"/>
                  </a:cubicBezTo>
                  <a:close/>
                </a:path>
              </a:pathLst>
            </a:custGeom>
            <a:solidFill>
              <a:srgbClr val="7F9CCD"/>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a:extLst>
                <a:ext uri="{FF2B5EF4-FFF2-40B4-BE49-F238E27FC236}">
                  <a16:creationId xmlns:a16="http://schemas.microsoft.com/office/drawing/2014/main" id="{8462B1B4-E025-8B08-62B1-37719DA30C6D}"/>
                </a:ext>
              </a:extLst>
            </p:cNvPr>
            <p:cNvSpPr txBox="1"/>
            <p:nvPr/>
          </p:nvSpPr>
          <p:spPr>
            <a:xfrm>
              <a:off x="0" y="-47625"/>
              <a:ext cx="5454346" cy="2751565"/>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 name="Group 8">
            <a:extLst>
              <a:ext uri="{FF2B5EF4-FFF2-40B4-BE49-F238E27FC236}">
                <a16:creationId xmlns:a16="http://schemas.microsoft.com/office/drawing/2014/main" id="{57F5C3C7-1973-C604-21E1-5C6D79ACD8A0}"/>
              </a:ext>
            </a:extLst>
          </p:cNvPr>
          <p:cNvGrpSpPr/>
          <p:nvPr/>
        </p:nvGrpSpPr>
        <p:grpSpPr>
          <a:xfrm>
            <a:off x="-1193800" y="425195"/>
            <a:ext cx="19394428" cy="9372569"/>
            <a:chOff x="-28217" y="-47625"/>
            <a:chExt cx="5458003" cy="2704410"/>
          </a:xfrm>
        </p:grpSpPr>
        <p:sp>
          <p:nvSpPr>
            <p:cNvPr id="9" name="Freeform 9">
              <a:extLst>
                <a:ext uri="{FF2B5EF4-FFF2-40B4-BE49-F238E27FC236}">
                  <a16:creationId xmlns:a16="http://schemas.microsoft.com/office/drawing/2014/main" id="{A560503B-92AB-31D2-42E1-A52A863BB38F}"/>
                </a:ext>
              </a:extLst>
            </p:cNvPr>
            <p:cNvSpPr/>
            <p:nvPr/>
          </p:nvSpPr>
          <p:spPr>
            <a:xfrm>
              <a:off x="-28217" y="-47501"/>
              <a:ext cx="5429786" cy="2656785"/>
            </a:xfrm>
            <a:custGeom>
              <a:avLst/>
              <a:gdLst/>
              <a:ahLst/>
              <a:cxnLst/>
              <a:rect l="l" t="t" r="r" b="b"/>
              <a:pathLst>
                <a:path w="5429786" h="2656785">
                  <a:moveTo>
                    <a:pt x="19748" y="0"/>
                  </a:moveTo>
                  <a:lnTo>
                    <a:pt x="5410038" y="0"/>
                  </a:lnTo>
                  <a:cubicBezTo>
                    <a:pt x="5420944" y="0"/>
                    <a:pt x="5429786" y="8841"/>
                    <a:pt x="5429786" y="19748"/>
                  </a:cubicBezTo>
                  <a:lnTo>
                    <a:pt x="5429786" y="2637037"/>
                  </a:lnTo>
                  <a:cubicBezTo>
                    <a:pt x="5429786" y="2642275"/>
                    <a:pt x="5427705" y="2647298"/>
                    <a:pt x="5424001" y="2651001"/>
                  </a:cubicBezTo>
                  <a:cubicBezTo>
                    <a:pt x="5420298" y="2654705"/>
                    <a:pt x="5415275" y="2656785"/>
                    <a:pt x="5410038" y="2656785"/>
                  </a:cubicBezTo>
                  <a:lnTo>
                    <a:pt x="19748" y="2656785"/>
                  </a:lnTo>
                  <a:cubicBezTo>
                    <a:pt x="8841" y="2656785"/>
                    <a:pt x="0" y="2647944"/>
                    <a:pt x="0" y="2637037"/>
                  </a:cubicBezTo>
                  <a:lnTo>
                    <a:pt x="0" y="19748"/>
                  </a:lnTo>
                  <a:cubicBezTo>
                    <a:pt x="0" y="8841"/>
                    <a:pt x="8841" y="0"/>
                    <a:pt x="19748" y="0"/>
                  </a:cubicBezTo>
                  <a:close/>
                </a:path>
              </a:pathLst>
            </a:custGeom>
            <a:solidFill>
              <a:srgbClr val="2C5C89"/>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a:extLst>
                <a:ext uri="{FF2B5EF4-FFF2-40B4-BE49-F238E27FC236}">
                  <a16:creationId xmlns:a16="http://schemas.microsoft.com/office/drawing/2014/main" id="{92F9C71F-C308-B5E0-9808-E7D9787D60E7}"/>
                </a:ext>
              </a:extLst>
            </p:cNvPr>
            <p:cNvSpPr txBox="1"/>
            <p:nvPr/>
          </p:nvSpPr>
          <p:spPr>
            <a:xfrm>
              <a:off x="0" y="-47625"/>
              <a:ext cx="5429786" cy="2704410"/>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 name="Group 11">
            <a:extLst>
              <a:ext uri="{FF2B5EF4-FFF2-40B4-BE49-F238E27FC236}">
                <a16:creationId xmlns:a16="http://schemas.microsoft.com/office/drawing/2014/main" id="{558365B9-8000-E061-9B08-9510AA833551}"/>
              </a:ext>
            </a:extLst>
          </p:cNvPr>
          <p:cNvGrpSpPr/>
          <p:nvPr/>
        </p:nvGrpSpPr>
        <p:grpSpPr>
          <a:xfrm rot="-4655">
            <a:off x="16612334" y="3146261"/>
            <a:ext cx="1654976" cy="1084661"/>
            <a:chOff x="0" y="0"/>
            <a:chExt cx="361392" cy="312974"/>
          </a:xfrm>
        </p:grpSpPr>
        <p:sp>
          <p:nvSpPr>
            <p:cNvPr id="12" name="Freeform 12">
              <a:extLst>
                <a:ext uri="{FF2B5EF4-FFF2-40B4-BE49-F238E27FC236}">
                  <a16:creationId xmlns:a16="http://schemas.microsoft.com/office/drawing/2014/main" id="{DA2C6F25-E891-6CF0-B90D-C503E9F82BF0}"/>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FEDE5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Box 13">
              <a:extLst>
                <a:ext uri="{FF2B5EF4-FFF2-40B4-BE49-F238E27FC236}">
                  <a16:creationId xmlns:a16="http://schemas.microsoft.com/office/drawing/2014/main" id="{C9BA8A33-9C1B-A0FA-5C8F-31C32DB0B8B9}"/>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4" name="Group 14">
            <a:extLst>
              <a:ext uri="{FF2B5EF4-FFF2-40B4-BE49-F238E27FC236}">
                <a16:creationId xmlns:a16="http://schemas.microsoft.com/office/drawing/2014/main" id="{690BEF15-4CF2-6819-9714-FF5FD4A21510}"/>
              </a:ext>
            </a:extLst>
          </p:cNvPr>
          <p:cNvGrpSpPr/>
          <p:nvPr/>
        </p:nvGrpSpPr>
        <p:grpSpPr>
          <a:xfrm rot="-4655">
            <a:off x="16612334" y="1809800"/>
            <a:ext cx="1655230" cy="1084661"/>
            <a:chOff x="0" y="0"/>
            <a:chExt cx="361392" cy="312974"/>
          </a:xfrm>
        </p:grpSpPr>
        <p:sp>
          <p:nvSpPr>
            <p:cNvPr id="15" name="Freeform 15">
              <a:extLst>
                <a:ext uri="{FF2B5EF4-FFF2-40B4-BE49-F238E27FC236}">
                  <a16:creationId xmlns:a16="http://schemas.microsoft.com/office/drawing/2014/main" id="{DFF25DDA-35D4-1458-546F-C63FDC30FCBF}"/>
                </a:ext>
              </a:extLst>
            </p:cNvPr>
            <p:cNvSpPr/>
            <p:nvPr/>
          </p:nvSpPr>
          <p:spPr>
            <a:xfrm>
              <a:off x="0" y="0"/>
              <a:ext cx="361392" cy="312974"/>
            </a:xfrm>
            <a:custGeom>
              <a:avLst/>
              <a:gdLst/>
              <a:ahLst/>
              <a:cxnLst/>
              <a:rect l="l" t="t" r="r" b="b"/>
              <a:pathLst>
                <a:path w="361392" h="312974">
                  <a:moveTo>
                    <a:pt x="129809" y="0"/>
                  </a:moveTo>
                  <a:lnTo>
                    <a:pt x="231584" y="0"/>
                  </a:lnTo>
                  <a:cubicBezTo>
                    <a:pt x="303275" y="0"/>
                    <a:pt x="361392" y="58117"/>
                    <a:pt x="361392" y="129809"/>
                  </a:cubicBezTo>
                  <a:lnTo>
                    <a:pt x="361392" y="183165"/>
                  </a:lnTo>
                  <a:cubicBezTo>
                    <a:pt x="361392" y="254856"/>
                    <a:pt x="303275" y="312974"/>
                    <a:pt x="231584" y="312974"/>
                  </a:cubicBezTo>
                  <a:lnTo>
                    <a:pt x="129809" y="312974"/>
                  </a:lnTo>
                  <a:cubicBezTo>
                    <a:pt x="58117" y="312974"/>
                    <a:pt x="0" y="254856"/>
                    <a:pt x="0" y="183165"/>
                  </a:cubicBezTo>
                  <a:lnTo>
                    <a:pt x="0" y="129809"/>
                  </a:lnTo>
                  <a:cubicBezTo>
                    <a:pt x="0" y="58117"/>
                    <a:pt x="58117" y="0"/>
                    <a:pt x="129809" y="0"/>
                  </a:cubicBezTo>
                  <a:close/>
                </a:path>
              </a:pathLst>
            </a:custGeom>
            <a:solidFill>
              <a:srgbClr val="74CD9C"/>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Box 16">
              <a:extLst>
                <a:ext uri="{FF2B5EF4-FFF2-40B4-BE49-F238E27FC236}">
                  <a16:creationId xmlns:a16="http://schemas.microsoft.com/office/drawing/2014/main" id="{72CAE6DC-CD48-8C1D-03B3-5D125F728CA4}"/>
                </a:ext>
              </a:extLst>
            </p:cNvPr>
            <p:cNvSpPr txBox="1"/>
            <p:nvPr/>
          </p:nvSpPr>
          <p:spPr>
            <a:xfrm>
              <a:off x="0" y="-47625"/>
              <a:ext cx="361392" cy="360599"/>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7" name="Group 17">
            <a:extLst>
              <a:ext uri="{FF2B5EF4-FFF2-40B4-BE49-F238E27FC236}">
                <a16:creationId xmlns:a16="http://schemas.microsoft.com/office/drawing/2014/main" id="{2552D6D4-A37A-C0E2-E9D8-9498602EBB83}"/>
              </a:ext>
            </a:extLst>
          </p:cNvPr>
          <p:cNvGrpSpPr/>
          <p:nvPr/>
        </p:nvGrpSpPr>
        <p:grpSpPr>
          <a:xfrm rot="-4655">
            <a:off x="1459077" y="-255135"/>
            <a:ext cx="16147690" cy="9528913"/>
            <a:chOff x="-382724" y="-47625"/>
            <a:chExt cx="4345598" cy="2749523"/>
          </a:xfrm>
        </p:grpSpPr>
        <p:sp>
          <p:nvSpPr>
            <p:cNvPr id="18" name="Freeform 18">
              <a:extLst>
                <a:ext uri="{FF2B5EF4-FFF2-40B4-BE49-F238E27FC236}">
                  <a16:creationId xmlns:a16="http://schemas.microsoft.com/office/drawing/2014/main" id="{4915AD2E-2C25-A87B-8FF8-8C5DEAD6E85D}"/>
                </a:ext>
              </a:extLst>
            </p:cNvPr>
            <p:cNvSpPr/>
            <p:nvPr/>
          </p:nvSpPr>
          <p:spPr>
            <a:xfrm>
              <a:off x="-382724" y="301106"/>
              <a:ext cx="4345598" cy="2400792"/>
            </a:xfrm>
            <a:custGeom>
              <a:avLst/>
              <a:gdLst/>
              <a:ahLst/>
              <a:cxnLst/>
              <a:rect l="l" t="t" r="r" b="b"/>
              <a:pathLst>
                <a:path w="3961731" h="2400792">
                  <a:moveTo>
                    <a:pt x="12405" y="0"/>
                  </a:moveTo>
                  <a:lnTo>
                    <a:pt x="3949326" y="0"/>
                  </a:lnTo>
                  <a:cubicBezTo>
                    <a:pt x="3952616" y="0"/>
                    <a:pt x="3955771" y="1307"/>
                    <a:pt x="3958098" y="3633"/>
                  </a:cubicBezTo>
                  <a:cubicBezTo>
                    <a:pt x="3960424" y="5960"/>
                    <a:pt x="3961731" y="9115"/>
                    <a:pt x="3961731" y="12405"/>
                  </a:cubicBezTo>
                  <a:lnTo>
                    <a:pt x="3961731" y="2388387"/>
                  </a:lnTo>
                  <a:cubicBezTo>
                    <a:pt x="3961731" y="2391676"/>
                    <a:pt x="3960424" y="2394832"/>
                    <a:pt x="3958098" y="2397158"/>
                  </a:cubicBezTo>
                  <a:cubicBezTo>
                    <a:pt x="3955771" y="2399485"/>
                    <a:pt x="3952616" y="2400792"/>
                    <a:pt x="3949326" y="2400792"/>
                  </a:cubicBezTo>
                  <a:lnTo>
                    <a:pt x="12405" y="2400792"/>
                  </a:lnTo>
                  <a:cubicBezTo>
                    <a:pt x="9115" y="2400792"/>
                    <a:pt x="5960" y="2399485"/>
                    <a:pt x="3633" y="2397158"/>
                  </a:cubicBezTo>
                  <a:cubicBezTo>
                    <a:pt x="1307" y="2394832"/>
                    <a:pt x="0" y="2391676"/>
                    <a:pt x="0" y="2388387"/>
                  </a:cubicBezTo>
                  <a:lnTo>
                    <a:pt x="0" y="12405"/>
                  </a:lnTo>
                  <a:cubicBezTo>
                    <a:pt x="0" y="9115"/>
                    <a:pt x="1307" y="5960"/>
                    <a:pt x="3633" y="3633"/>
                  </a:cubicBezTo>
                  <a:cubicBezTo>
                    <a:pt x="5960" y="1307"/>
                    <a:pt x="9115" y="0"/>
                    <a:pt x="12405" y="0"/>
                  </a:cubicBezTo>
                  <a:close/>
                </a:path>
              </a:pathLst>
            </a:custGeom>
            <a:solidFill>
              <a:srgbClr val="FCFBF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Box 19">
              <a:extLst>
                <a:ext uri="{FF2B5EF4-FFF2-40B4-BE49-F238E27FC236}">
                  <a16:creationId xmlns:a16="http://schemas.microsoft.com/office/drawing/2014/main" id="{CE54F2AC-9329-76DC-8D15-CA28DB9CC43B}"/>
                </a:ext>
              </a:extLst>
            </p:cNvPr>
            <p:cNvSpPr txBox="1"/>
            <p:nvPr/>
          </p:nvSpPr>
          <p:spPr>
            <a:xfrm>
              <a:off x="0" y="-47625"/>
              <a:ext cx="3961731" cy="2448417"/>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4" name="Freeform 34">
            <a:extLst>
              <a:ext uri="{FF2B5EF4-FFF2-40B4-BE49-F238E27FC236}">
                <a16:creationId xmlns:a16="http://schemas.microsoft.com/office/drawing/2014/main" id="{21FDE3E0-4573-FD4C-4D6C-2C5C64784D29}"/>
              </a:ext>
            </a:extLst>
          </p:cNvPr>
          <p:cNvSpPr/>
          <p:nvPr/>
        </p:nvSpPr>
        <p:spPr>
          <a:xfrm rot="5400000">
            <a:off x="-3350160" y="4524114"/>
            <a:ext cx="8337958" cy="1238772"/>
          </a:xfrm>
          <a:custGeom>
            <a:avLst/>
            <a:gdLst/>
            <a:ahLst/>
            <a:cxnLst/>
            <a:rect l="l" t="t" r="r" b="b"/>
            <a:pathLst>
              <a:path w="8337958" h="1238772">
                <a:moveTo>
                  <a:pt x="0" y="0"/>
                </a:moveTo>
                <a:lnTo>
                  <a:pt x="8337958" y="0"/>
                </a:lnTo>
                <a:lnTo>
                  <a:pt x="8337958" y="1238772"/>
                </a:lnTo>
                <a:lnTo>
                  <a:pt x="0" y="1238772"/>
                </a:lnTo>
                <a:lnTo>
                  <a:pt x="0" y="0"/>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5" name="Group 35">
            <a:extLst>
              <a:ext uri="{FF2B5EF4-FFF2-40B4-BE49-F238E27FC236}">
                <a16:creationId xmlns:a16="http://schemas.microsoft.com/office/drawing/2014/main" id="{332D62A1-C594-B974-6EE0-DBEA7DAC1D19}"/>
              </a:ext>
            </a:extLst>
          </p:cNvPr>
          <p:cNvGrpSpPr/>
          <p:nvPr/>
        </p:nvGrpSpPr>
        <p:grpSpPr>
          <a:xfrm>
            <a:off x="539390" y="1514432"/>
            <a:ext cx="558859" cy="7203980"/>
            <a:chOff x="0" y="0"/>
            <a:chExt cx="745145" cy="9605307"/>
          </a:xfrm>
        </p:grpSpPr>
        <p:grpSp>
          <p:nvGrpSpPr>
            <p:cNvPr id="36" name="Group 36">
              <a:extLst>
                <a:ext uri="{FF2B5EF4-FFF2-40B4-BE49-F238E27FC236}">
                  <a16:creationId xmlns:a16="http://schemas.microsoft.com/office/drawing/2014/main" id="{3B377669-EF92-3F7E-41C8-060ECA56077E}"/>
                </a:ext>
              </a:extLst>
            </p:cNvPr>
            <p:cNvGrpSpPr/>
            <p:nvPr/>
          </p:nvGrpSpPr>
          <p:grpSpPr>
            <a:xfrm>
              <a:off x="0" y="0"/>
              <a:ext cx="745145" cy="745145"/>
              <a:chOff x="0" y="0"/>
              <a:chExt cx="812800" cy="812800"/>
            </a:xfrm>
          </p:grpSpPr>
          <p:sp>
            <p:nvSpPr>
              <p:cNvPr id="37" name="Freeform 37">
                <a:extLst>
                  <a:ext uri="{FF2B5EF4-FFF2-40B4-BE49-F238E27FC236}">
                    <a16:creationId xmlns:a16="http://schemas.microsoft.com/office/drawing/2014/main" id="{6AD89B5D-47A8-37AD-335C-B50D6B2E780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Box 38">
                <a:extLst>
                  <a:ext uri="{FF2B5EF4-FFF2-40B4-BE49-F238E27FC236}">
                    <a16:creationId xmlns:a16="http://schemas.microsoft.com/office/drawing/2014/main" id="{05FBF336-54B7-8EBA-B8E1-5283FE414F96}"/>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9" name="Group 39">
              <a:extLst>
                <a:ext uri="{FF2B5EF4-FFF2-40B4-BE49-F238E27FC236}">
                  <a16:creationId xmlns:a16="http://schemas.microsoft.com/office/drawing/2014/main" id="{28522EAE-D528-D297-9645-628ED2728188}"/>
                </a:ext>
              </a:extLst>
            </p:cNvPr>
            <p:cNvGrpSpPr/>
            <p:nvPr/>
          </p:nvGrpSpPr>
          <p:grpSpPr>
            <a:xfrm>
              <a:off x="0" y="2215041"/>
              <a:ext cx="745145" cy="745145"/>
              <a:chOff x="0" y="0"/>
              <a:chExt cx="812800" cy="812800"/>
            </a:xfrm>
          </p:grpSpPr>
          <p:sp>
            <p:nvSpPr>
              <p:cNvPr id="40" name="Freeform 40">
                <a:extLst>
                  <a:ext uri="{FF2B5EF4-FFF2-40B4-BE49-F238E27FC236}">
                    <a16:creationId xmlns:a16="http://schemas.microsoft.com/office/drawing/2014/main" id="{33D35BCC-E7A1-45DD-3DCD-A752D4BB0C6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Box 41">
                <a:extLst>
                  <a:ext uri="{FF2B5EF4-FFF2-40B4-BE49-F238E27FC236}">
                    <a16:creationId xmlns:a16="http://schemas.microsoft.com/office/drawing/2014/main" id="{9D1089C3-0582-3D26-A876-6553C193E8DB}"/>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2" name="Group 42">
              <a:extLst>
                <a:ext uri="{FF2B5EF4-FFF2-40B4-BE49-F238E27FC236}">
                  <a16:creationId xmlns:a16="http://schemas.microsoft.com/office/drawing/2014/main" id="{9D67267A-7E3E-02F4-605C-9002115BBC22}"/>
                </a:ext>
              </a:extLst>
            </p:cNvPr>
            <p:cNvGrpSpPr/>
            <p:nvPr/>
          </p:nvGrpSpPr>
          <p:grpSpPr>
            <a:xfrm>
              <a:off x="0" y="4430081"/>
              <a:ext cx="745145" cy="745145"/>
              <a:chOff x="0" y="0"/>
              <a:chExt cx="812800" cy="812800"/>
            </a:xfrm>
          </p:grpSpPr>
          <p:sp>
            <p:nvSpPr>
              <p:cNvPr id="43" name="Freeform 43">
                <a:extLst>
                  <a:ext uri="{FF2B5EF4-FFF2-40B4-BE49-F238E27FC236}">
                    <a16:creationId xmlns:a16="http://schemas.microsoft.com/office/drawing/2014/main" id="{B5C3A06F-ECAD-C6DE-95A2-A4DBEA8969C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Box 44">
                <a:extLst>
                  <a:ext uri="{FF2B5EF4-FFF2-40B4-BE49-F238E27FC236}">
                    <a16:creationId xmlns:a16="http://schemas.microsoft.com/office/drawing/2014/main" id="{364CBC7C-21A5-22AF-5EC0-797183AAB4AB}"/>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5" name="Group 45">
              <a:extLst>
                <a:ext uri="{FF2B5EF4-FFF2-40B4-BE49-F238E27FC236}">
                  <a16:creationId xmlns:a16="http://schemas.microsoft.com/office/drawing/2014/main" id="{0235BE92-AA42-1859-0060-FC521AC4B5E4}"/>
                </a:ext>
              </a:extLst>
            </p:cNvPr>
            <p:cNvGrpSpPr/>
            <p:nvPr/>
          </p:nvGrpSpPr>
          <p:grpSpPr>
            <a:xfrm>
              <a:off x="0" y="6645122"/>
              <a:ext cx="745145" cy="745145"/>
              <a:chOff x="0" y="0"/>
              <a:chExt cx="812800" cy="812800"/>
            </a:xfrm>
          </p:grpSpPr>
          <p:sp>
            <p:nvSpPr>
              <p:cNvPr id="46" name="Freeform 46">
                <a:extLst>
                  <a:ext uri="{FF2B5EF4-FFF2-40B4-BE49-F238E27FC236}">
                    <a16:creationId xmlns:a16="http://schemas.microsoft.com/office/drawing/2014/main" id="{FC98F4FB-3ADA-41CB-4D76-C3414D97AC0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Box 47">
                <a:extLst>
                  <a:ext uri="{FF2B5EF4-FFF2-40B4-BE49-F238E27FC236}">
                    <a16:creationId xmlns:a16="http://schemas.microsoft.com/office/drawing/2014/main" id="{282AC491-C76E-3D03-7819-D60922CBA88F}"/>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8" name="Group 48">
              <a:extLst>
                <a:ext uri="{FF2B5EF4-FFF2-40B4-BE49-F238E27FC236}">
                  <a16:creationId xmlns:a16="http://schemas.microsoft.com/office/drawing/2014/main" id="{43B6D418-20FD-47B6-77AF-667A9BC9FFBB}"/>
                </a:ext>
              </a:extLst>
            </p:cNvPr>
            <p:cNvGrpSpPr/>
            <p:nvPr/>
          </p:nvGrpSpPr>
          <p:grpSpPr>
            <a:xfrm>
              <a:off x="0" y="8860162"/>
              <a:ext cx="745145" cy="745145"/>
              <a:chOff x="0" y="0"/>
              <a:chExt cx="812800" cy="812800"/>
            </a:xfrm>
          </p:grpSpPr>
          <p:sp>
            <p:nvSpPr>
              <p:cNvPr id="49" name="Freeform 49">
                <a:extLst>
                  <a:ext uri="{FF2B5EF4-FFF2-40B4-BE49-F238E27FC236}">
                    <a16:creationId xmlns:a16="http://schemas.microsoft.com/office/drawing/2014/main" id="{100CC57E-BA68-E98E-EC15-DF4C01EDDD9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Box 50">
                <a:extLst>
                  <a:ext uri="{FF2B5EF4-FFF2-40B4-BE49-F238E27FC236}">
                    <a16:creationId xmlns:a16="http://schemas.microsoft.com/office/drawing/2014/main" id="{A0A582B1-7C6A-E29F-64E0-946EF227581F}"/>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51" name="Freeform 51">
            <a:extLst>
              <a:ext uri="{FF2B5EF4-FFF2-40B4-BE49-F238E27FC236}">
                <a16:creationId xmlns:a16="http://schemas.microsoft.com/office/drawing/2014/main" id="{E2C43E37-AEA5-7A02-9695-4AB7D5A67EBB}"/>
              </a:ext>
            </a:extLst>
          </p:cNvPr>
          <p:cNvSpPr/>
          <p:nvPr/>
        </p:nvSpPr>
        <p:spPr>
          <a:xfrm rot="5400000" flipV="1">
            <a:off x="-4768793" y="4524114"/>
            <a:ext cx="8337958" cy="1238772"/>
          </a:xfrm>
          <a:custGeom>
            <a:avLst/>
            <a:gdLst/>
            <a:ahLst/>
            <a:cxnLst/>
            <a:rect l="l" t="t" r="r" b="b"/>
            <a:pathLst>
              <a:path w="8337958" h="1238772">
                <a:moveTo>
                  <a:pt x="0" y="1238772"/>
                </a:moveTo>
                <a:lnTo>
                  <a:pt x="8337958" y="1238772"/>
                </a:lnTo>
                <a:lnTo>
                  <a:pt x="8337958" y="0"/>
                </a:lnTo>
                <a:lnTo>
                  <a:pt x="0" y="0"/>
                </a:lnTo>
                <a:lnTo>
                  <a:pt x="0" y="1238772"/>
                </a:lnTo>
                <a:close/>
              </a:path>
            </a:pathLst>
          </a:custGeom>
          <a:blipFill>
            <a:blip r:embed="rId4"/>
            <a:stretch>
              <a:fillRect l="-18563" t="-335205" r="-9607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2" name="Group 52">
            <a:extLst>
              <a:ext uri="{FF2B5EF4-FFF2-40B4-BE49-F238E27FC236}">
                <a16:creationId xmlns:a16="http://schemas.microsoft.com/office/drawing/2014/main" id="{85EA1013-7D42-6956-4801-36D990C5712E}"/>
              </a:ext>
            </a:extLst>
          </p:cNvPr>
          <p:cNvGrpSpPr/>
          <p:nvPr/>
        </p:nvGrpSpPr>
        <p:grpSpPr>
          <a:xfrm>
            <a:off x="-913244" y="1514432"/>
            <a:ext cx="558859" cy="7203980"/>
            <a:chOff x="0" y="0"/>
            <a:chExt cx="745145" cy="9605307"/>
          </a:xfrm>
        </p:grpSpPr>
        <p:grpSp>
          <p:nvGrpSpPr>
            <p:cNvPr id="53" name="Group 53">
              <a:extLst>
                <a:ext uri="{FF2B5EF4-FFF2-40B4-BE49-F238E27FC236}">
                  <a16:creationId xmlns:a16="http://schemas.microsoft.com/office/drawing/2014/main" id="{C801DE6C-F3C1-82FB-F159-7EAA4CA33D94}"/>
                </a:ext>
              </a:extLst>
            </p:cNvPr>
            <p:cNvGrpSpPr/>
            <p:nvPr/>
          </p:nvGrpSpPr>
          <p:grpSpPr>
            <a:xfrm>
              <a:off x="0" y="0"/>
              <a:ext cx="745145" cy="745145"/>
              <a:chOff x="0" y="0"/>
              <a:chExt cx="812800" cy="812800"/>
            </a:xfrm>
          </p:grpSpPr>
          <p:sp>
            <p:nvSpPr>
              <p:cNvPr id="54" name="Freeform 54">
                <a:extLst>
                  <a:ext uri="{FF2B5EF4-FFF2-40B4-BE49-F238E27FC236}">
                    <a16:creationId xmlns:a16="http://schemas.microsoft.com/office/drawing/2014/main" id="{56F83435-16BC-FA81-B413-0242F229517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Box 55">
                <a:extLst>
                  <a:ext uri="{FF2B5EF4-FFF2-40B4-BE49-F238E27FC236}">
                    <a16:creationId xmlns:a16="http://schemas.microsoft.com/office/drawing/2014/main" id="{1E55E9B4-435C-9696-6234-43B81E9B69BB}"/>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6">
              <a:extLst>
                <a:ext uri="{FF2B5EF4-FFF2-40B4-BE49-F238E27FC236}">
                  <a16:creationId xmlns:a16="http://schemas.microsoft.com/office/drawing/2014/main" id="{CDF5C510-9F1E-8F3E-E7F3-4FB961487382}"/>
                </a:ext>
              </a:extLst>
            </p:cNvPr>
            <p:cNvGrpSpPr/>
            <p:nvPr/>
          </p:nvGrpSpPr>
          <p:grpSpPr>
            <a:xfrm>
              <a:off x="0" y="2215041"/>
              <a:ext cx="745145" cy="745145"/>
              <a:chOff x="0" y="0"/>
              <a:chExt cx="812800" cy="812800"/>
            </a:xfrm>
          </p:grpSpPr>
          <p:sp>
            <p:nvSpPr>
              <p:cNvPr id="57" name="Freeform 57">
                <a:extLst>
                  <a:ext uri="{FF2B5EF4-FFF2-40B4-BE49-F238E27FC236}">
                    <a16:creationId xmlns:a16="http://schemas.microsoft.com/office/drawing/2014/main" id="{91E42475-DACA-1A97-E0A9-6FBC25184B6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Box 58">
                <a:extLst>
                  <a:ext uri="{FF2B5EF4-FFF2-40B4-BE49-F238E27FC236}">
                    <a16:creationId xmlns:a16="http://schemas.microsoft.com/office/drawing/2014/main" id="{C01A56D4-904F-195E-B4A1-AFD3B0A126F7}"/>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9" name="Group 59">
              <a:extLst>
                <a:ext uri="{FF2B5EF4-FFF2-40B4-BE49-F238E27FC236}">
                  <a16:creationId xmlns:a16="http://schemas.microsoft.com/office/drawing/2014/main" id="{D7E0D9AB-03EF-9D64-1813-1CB557008243}"/>
                </a:ext>
              </a:extLst>
            </p:cNvPr>
            <p:cNvGrpSpPr/>
            <p:nvPr/>
          </p:nvGrpSpPr>
          <p:grpSpPr>
            <a:xfrm>
              <a:off x="0" y="4430081"/>
              <a:ext cx="745145" cy="745145"/>
              <a:chOff x="0" y="0"/>
              <a:chExt cx="812800" cy="812800"/>
            </a:xfrm>
          </p:grpSpPr>
          <p:sp>
            <p:nvSpPr>
              <p:cNvPr id="60" name="Freeform 60">
                <a:extLst>
                  <a:ext uri="{FF2B5EF4-FFF2-40B4-BE49-F238E27FC236}">
                    <a16:creationId xmlns:a16="http://schemas.microsoft.com/office/drawing/2014/main" id="{AF7D0A20-4957-E1BF-54CD-306862B235A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Box 61">
                <a:extLst>
                  <a:ext uri="{FF2B5EF4-FFF2-40B4-BE49-F238E27FC236}">
                    <a16:creationId xmlns:a16="http://schemas.microsoft.com/office/drawing/2014/main" id="{1ADBC970-147D-3324-FD4B-0068370313C8}"/>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2">
              <a:extLst>
                <a:ext uri="{FF2B5EF4-FFF2-40B4-BE49-F238E27FC236}">
                  <a16:creationId xmlns:a16="http://schemas.microsoft.com/office/drawing/2014/main" id="{C6DC4296-28C7-2DB6-0E5A-FB45BDACEFE1}"/>
                </a:ext>
              </a:extLst>
            </p:cNvPr>
            <p:cNvGrpSpPr/>
            <p:nvPr/>
          </p:nvGrpSpPr>
          <p:grpSpPr>
            <a:xfrm>
              <a:off x="0" y="6645122"/>
              <a:ext cx="745145" cy="745145"/>
              <a:chOff x="0" y="0"/>
              <a:chExt cx="812800" cy="812800"/>
            </a:xfrm>
          </p:grpSpPr>
          <p:sp>
            <p:nvSpPr>
              <p:cNvPr id="63" name="Freeform 63">
                <a:extLst>
                  <a:ext uri="{FF2B5EF4-FFF2-40B4-BE49-F238E27FC236}">
                    <a16:creationId xmlns:a16="http://schemas.microsoft.com/office/drawing/2014/main" id="{EEF24678-AED3-EB1B-A1C4-C75BB268550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Box 64">
                <a:extLst>
                  <a:ext uri="{FF2B5EF4-FFF2-40B4-BE49-F238E27FC236}">
                    <a16:creationId xmlns:a16="http://schemas.microsoft.com/office/drawing/2014/main" id="{B737489F-029B-0472-2CFB-620820626396}"/>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5" name="Group 65">
              <a:extLst>
                <a:ext uri="{FF2B5EF4-FFF2-40B4-BE49-F238E27FC236}">
                  <a16:creationId xmlns:a16="http://schemas.microsoft.com/office/drawing/2014/main" id="{CCBC1FB7-1080-D8CC-AFC0-EF85AF8DA3D0}"/>
                </a:ext>
              </a:extLst>
            </p:cNvPr>
            <p:cNvGrpSpPr/>
            <p:nvPr/>
          </p:nvGrpSpPr>
          <p:grpSpPr>
            <a:xfrm>
              <a:off x="0" y="8860162"/>
              <a:ext cx="745145" cy="745145"/>
              <a:chOff x="0" y="0"/>
              <a:chExt cx="812800" cy="812800"/>
            </a:xfrm>
          </p:grpSpPr>
          <p:sp>
            <p:nvSpPr>
              <p:cNvPr id="66" name="Freeform 66">
                <a:extLst>
                  <a:ext uri="{FF2B5EF4-FFF2-40B4-BE49-F238E27FC236}">
                    <a16:creationId xmlns:a16="http://schemas.microsoft.com/office/drawing/2014/main" id="{BDD98D20-1516-D403-74FB-15EA174766B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69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Box 67">
                <a:extLst>
                  <a:ext uri="{FF2B5EF4-FFF2-40B4-BE49-F238E27FC236}">
                    <a16:creationId xmlns:a16="http://schemas.microsoft.com/office/drawing/2014/main" id="{1E314059-D0F8-D8E9-7F72-382A6BB2D43B}"/>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68" name="Group 68">
            <a:extLst>
              <a:ext uri="{FF2B5EF4-FFF2-40B4-BE49-F238E27FC236}">
                <a16:creationId xmlns:a16="http://schemas.microsoft.com/office/drawing/2014/main" id="{5A5FD327-D52C-0C1B-659F-B511AE7BB62E}"/>
              </a:ext>
            </a:extLst>
          </p:cNvPr>
          <p:cNvGrpSpPr/>
          <p:nvPr/>
        </p:nvGrpSpPr>
        <p:grpSpPr>
          <a:xfrm>
            <a:off x="-720578" y="1654173"/>
            <a:ext cx="1594601" cy="6924497"/>
            <a:chOff x="0" y="0"/>
            <a:chExt cx="2126135" cy="9232663"/>
          </a:xfrm>
        </p:grpSpPr>
        <p:grpSp>
          <p:nvGrpSpPr>
            <p:cNvPr id="69" name="Group 69">
              <a:extLst>
                <a:ext uri="{FF2B5EF4-FFF2-40B4-BE49-F238E27FC236}">
                  <a16:creationId xmlns:a16="http://schemas.microsoft.com/office/drawing/2014/main" id="{B2346085-0C86-DCFA-64CF-1E4069116497}"/>
                </a:ext>
              </a:extLst>
            </p:cNvPr>
            <p:cNvGrpSpPr/>
            <p:nvPr/>
          </p:nvGrpSpPr>
          <p:grpSpPr>
            <a:xfrm rot="-4655">
              <a:off x="245" y="1434"/>
              <a:ext cx="2118306" cy="363908"/>
              <a:chOff x="0" y="0"/>
              <a:chExt cx="458420" cy="78753"/>
            </a:xfrm>
          </p:grpSpPr>
          <p:sp>
            <p:nvSpPr>
              <p:cNvPr id="70" name="Freeform 70">
                <a:extLst>
                  <a:ext uri="{FF2B5EF4-FFF2-40B4-BE49-F238E27FC236}">
                    <a16:creationId xmlns:a16="http://schemas.microsoft.com/office/drawing/2014/main" id="{72DB34D2-080B-499F-7FA1-D65409041D0D}"/>
                  </a:ext>
                </a:extLst>
              </p:cNvPr>
              <p:cNvSpPr/>
              <p:nvPr/>
            </p:nvSpPr>
            <p:spPr>
              <a:xfrm>
                <a:off x="0" y="0"/>
                <a:ext cx="458420" cy="78753"/>
              </a:xfrm>
              <a:custGeom>
                <a:avLst/>
                <a:gdLst/>
                <a:ahLst/>
                <a:cxnLst/>
                <a:rect l="l" t="t" r="r" b="b"/>
                <a:pathLst>
                  <a:path w="458420" h="78753">
                    <a:moveTo>
                      <a:pt x="39377" y="0"/>
                    </a:moveTo>
                    <a:lnTo>
                      <a:pt x="419044" y="0"/>
                    </a:lnTo>
                    <a:cubicBezTo>
                      <a:pt x="440791" y="0"/>
                      <a:pt x="458420" y="17629"/>
                      <a:pt x="458420" y="39377"/>
                    </a:cubicBezTo>
                    <a:lnTo>
                      <a:pt x="458420" y="39377"/>
                    </a:lnTo>
                    <a:cubicBezTo>
                      <a:pt x="458420" y="61124"/>
                      <a:pt x="440791" y="78753"/>
                      <a:pt x="419044"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Box 71">
                <a:extLst>
                  <a:ext uri="{FF2B5EF4-FFF2-40B4-BE49-F238E27FC236}">
                    <a16:creationId xmlns:a16="http://schemas.microsoft.com/office/drawing/2014/main" id="{3ECF2FE4-FA3B-4E14-CEB5-C8BA37E6BDAC}"/>
                  </a:ext>
                </a:extLst>
              </p:cNvPr>
              <p:cNvSpPr txBox="1"/>
              <p:nvPr/>
            </p:nvSpPr>
            <p:spPr>
              <a:xfrm>
                <a:off x="0" y="-47625"/>
                <a:ext cx="458420"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2" name="Group 72">
              <a:extLst>
                <a:ext uri="{FF2B5EF4-FFF2-40B4-BE49-F238E27FC236}">
                  <a16:creationId xmlns:a16="http://schemas.microsoft.com/office/drawing/2014/main" id="{66056AE8-998E-661D-1AC1-CC943B182B11}"/>
                </a:ext>
              </a:extLst>
            </p:cNvPr>
            <p:cNvGrpSpPr/>
            <p:nvPr/>
          </p:nvGrpSpPr>
          <p:grpSpPr>
            <a:xfrm rot="-4655">
              <a:off x="6054" y="2217905"/>
              <a:ext cx="2119835" cy="363908"/>
              <a:chOff x="0" y="0"/>
              <a:chExt cx="458751" cy="78753"/>
            </a:xfrm>
          </p:grpSpPr>
          <p:sp>
            <p:nvSpPr>
              <p:cNvPr id="73" name="Freeform 73">
                <a:extLst>
                  <a:ext uri="{FF2B5EF4-FFF2-40B4-BE49-F238E27FC236}">
                    <a16:creationId xmlns:a16="http://schemas.microsoft.com/office/drawing/2014/main" id="{E7832A2F-B755-5A20-A4B1-356FF5C5518A}"/>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TextBox 74">
                <a:extLst>
                  <a:ext uri="{FF2B5EF4-FFF2-40B4-BE49-F238E27FC236}">
                    <a16:creationId xmlns:a16="http://schemas.microsoft.com/office/drawing/2014/main" id="{02FFF8F0-C2AC-318E-88C2-90DD172F327E}"/>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5" name="Group 75">
              <a:extLst>
                <a:ext uri="{FF2B5EF4-FFF2-40B4-BE49-F238E27FC236}">
                  <a16:creationId xmlns:a16="http://schemas.microsoft.com/office/drawing/2014/main" id="{4BB69BC1-99FF-28B4-08EC-AFE4543C7395}"/>
                </a:ext>
              </a:extLst>
            </p:cNvPr>
            <p:cNvGrpSpPr/>
            <p:nvPr/>
          </p:nvGrpSpPr>
          <p:grpSpPr>
            <a:xfrm rot="-4655">
              <a:off x="6054" y="4434376"/>
              <a:ext cx="2119835" cy="363908"/>
              <a:chOff x="0" y="0"/>
              <a:chExt cx="458751" cy="78753"/>
            </a:xfrm>
          </p:grpSpPr>
          <p:sp>
            <p:nvSpPr>
              <p:cNvPr id="76" name="Freeform 76">
                <a:extLst>
                  <a:ext uri="{FF2B5EF4-FFF2-40B4-BE49-F238E27FC236}">
                    <a16:creationId xmlns:a16="http://schemas.microsoft.com/office/drawing/2014/main" id="{03EDCB11-1727-F6DA-5CE9-7CC9988222BE}"/>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7" name="TextBox 77">
                <a:extLst>
                  <a:ext uri="{FF2B5EF4-FFF2-40B4-BE49-F238E27FC236}">
                    <a16:creationId xmlns:a16="http://schemas.microsoft.com/office/drawing/2014/main" id="{7E1EAAA7-AD68-DC48-B708-571FF5963BCB}"/>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78" name="Group 78">
              <a:extLst>
                <a:ext uri="{FF2B5EF4-FFF2-40B4-BE49-F238E27FC236}">
                  <a16:creationId xmlns:a16="http://schemas.microsoft.com/office/drawing/2014/main" id="{4C282B84-C98F-2CE7-4178-D9609F16C529}"/>
                </a:ext>
              </a:extLst>
            </p:cNvPr>
            <p:cNvGrpSpPr/>
            <p:nvPr/>
          </p:nvGrpSpPr>
          <p:grpSpPr>
            <a:xfrm rot="-4655">
              <a:off x="6054" y="6650847"/>
              <a:ext cx="2119835" cy="363908"/>
              <a:chOff x="0" y="0"/>
              <a:chExt cx="458751" cy="78753"/>
            </a:xfrm>
          </p:grpSpPr>
          <p:sp>
            <p:nvSpPr>
              <p:cNvPr id="79" name="Freeform 79">
                <a:extLst>
                  <a:ext uri="{FF2B5EF4-FFF2-40B4-BE49-F238E27FC236}">
                    <a16:creationId xmlns:a16="http://schemas.microsoft.com/office/drawing/2014/main" id="{48DB9921-65FE-67CF-8095-4CECA93F39D6}"/>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Box 80">
                <a:extLst>
                  <a:ext uri="{FF2B5EF4-FFF2-40B4-BE49-F238E27FC236}">
                    <a16:creationId xmlns:a16="http://schemas.microsoft.com/office/drawing/2014/main" id="{5802BA42-611A-9F11-A1BA-A6F322BB760F}"/>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1" name="Group 81">
              <a:extLst>
                <a:ext uri="{FF2B5EF4-FFF2-40B4-BE49-F238E27FC236}">
                  <a16:creationId xmlns:a16="http://schemas.microsoft.com/office/drawing/2014/main" id="{EF321944-4BC4-3451-043B-73EBC0DCACB2}"/>
                </a:ext>
              </a:extLst>
            </p:cNvPr>
            <p:cNvGrpSpPr/>
            <p:nvPr/>
          </p:nvGrpSpPr>
          <p:grpSpPr>
            <a:xfrm rot="-4655">
              <a:off x="245" y="8867319"/>
              <a:ext cx="2119835" cy="363908"/>
              <a:chOff x="0" y="0"/>
              <a:chExt cx="458751" cy="78753"/>
            </a:xfrm>
          </p:grpSpPr>
          <p:sp>
            <p:nvSpPr>
              <p:cNvPr id="82" name="Freeform 82">
                <a:extLst>
                  <a:ext uri="{FF2B5EF4-FFF2-40B4-BE49-F238E27FC236}">
                    <a16:creationId xmlns:a16="http://schemas.microsoft.com/office/drawing/2014/main" id="{3988E9C7-6CD1-6CFB-7746-D8E61DE69F15}"/>
                  </a:ext>
                </a:extLst>
              </p:cNvPr>
              <p:cNvSpPr/>
              <p:nvPr/>
            </p:nvSpPr>
            <p:spPr>
              <a:xfrm>
                <a:off x="0" y="0"/>
                <a:ext cx="458751" cy="78753"/>
              </a:xfrm>
              <a:custGeom>
                <a:avLst/>
                <a:gdLst/>
                <a:ahLst/>
                <a:cxnLst/>
                <a:rect l="l" t="t" r="r" b="b"/>
                <a:pathLst>
                  <a:path w="458751" h="78753">
                    <a:moveTo>
                      <a:pt x="39377" y="0"/>
                    </a:moveTo>
                    <a:lnTo>
                      <a:pt x="419375" y="0"/>
                    </a:lnTo>
                    <a:cubicBezTo>
                      <a:pt x="441122" y="0"/>
                      <a:pt x="458751" y="17629"/>
                      <a:pt x="458751" y="39377"/>
                    </a:cubicBezTo>
                    <a:lnTo>
                      <a:pt x="458751" y="39377"/>
                    </a:lnTo>
                    <a:cubicBezTo>
                      <a:pt x="458751" y="61124"/>
                      <a:pt x="441122" y="78753"/>
                      <a:pt x="419375" y="78753"/>
                    </a:cubicBezTo>
                    <a:lnTo>
                      <a:pt x="39377" y="78753"/>
                    </a:lnTo>
                    <a:cubicBezTo>
                      <a:pt x="17629" y="78753"/>
                      <a:pt x="0" y="61124"/>
                      <a:pt x="0" y="39377"/>
                    </a:cubicBezTo>
                    <a:lnTo>
                      <a:pt x="0" y="39377"/>
                    </a:lnTo>
                    <a:cubicBezTo>
                      <a:pt x="0" y="17629"/>
                      <a:pt x="17629" y="0"/>
                      <a:pt x="39377" y="0"/>
                    </a:cubicBezTo>
                    <a:close/>
                  </a:path>
                </a:pathLst>
              </a:custGeom>
              <a:gradFill rotWithShape="1">
                <a:gsLst>
                  <a:gs pos="0">
                    <a:srgbClr val="E9E8E8">
                      <a:alpha val="100000"/>
                    </a:srgbClr>
                  </a:gs>
                  <a:gs pos="100000">
                    <a:srgbClr val="FFFFFF">
                      <a:alpha val="100000"/>
                    </a:srgbClr>
                  </a:gs>
                </a:gsLst>
                <a:path path="circle">
                  <a:fillToRect l="50000" t="50000" r="50000" b="50000"/>
                </a:path>
              </a:gra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3" name="TextBox 83">
                <a:extLst>
                  <a:ext uri="{FF2B5EF4-FFF2-40B4-BE49-F238E27FC236}">
                    <a16:creationId xmlns:a16="http://schemas.microsoft.com/office/drawing/2014/main" id="{139A24D1-3778-550A-ADBF-C6DA145EA372}"/>
                  </a:ext>
                </a:extLst>
              </p:cNvPr>
              <p:cNvSpPr txBox="1"/>
              <p:nvPr/>
            </p:nvSpPr>
            <p:spPr>
              <a:xfrm>
                <a:off x="0" y="-47625"/>
                <a:ext cx="458751" cy="126378"/>
              </a:xfrm>
              <a:prstGeom prst="rect">
                <a:avLst/>
              </a:prstGeom>
            </p:spPr>
            <p:txBody>
              <a:bodyPr lIns="49849" tIns="49849" rIns="49849" bIns="49849"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84" name="Freeform 84">
            <a:extLst>
              <a:ext uri="{FF2B5EF4-FFF2-40B4-BE49-F238E27FC236}">
                <a16:creationId xmlns:a16="http://schemas.microsoft.com/office/drawing/2014/main" id="{50B60164-10FC-901B-C392-5D9A106340B8}"/>
              </a:ext>
            </a:extLst>
          </p:cNvPr>
          <p:cNvSpPr/>
          <p:nvPr/>
        </p:nvSpPr>
        <p:spPr>
          <a:xfrm rot="6451370">
            <a:off x="15571527" y="8055194"/>
            <a:ext cx="1972426" cy="4109221"/>
          </a:xfrm>
          <a:custGeom>
            <a:avLst/>
            <a:gdLst/>
            <a:ahLst/>
            <a:cxnLst/>
            <a:rect l="l" t="t" r="r" b="b"/>
            <a:pathLst>
              <a:path w="1972426" h="4109221">
                <a:moveTo>
                  <a:pt x="0" y="0"/>
                </a:moveTo>
                <a:lnTo>
                  <a:pt x="1972426" y="0"/>
                </a:lnTo>
                <a:lnTo>
                  <a:pt x="1972426" y="4109221"/>
                </a:lnTo>
                <a:lnTo>
                  <a:pt x="0" y="410922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D814ED82-A8B1-D600-8FD5-7C867299BDD6}"/>
              </a:ext>
            </a:extLst>
          </p:cNvPr>
          <p:cNvSpPr txBox="1"/>
          <p:nvPr/>
        </p:nvSpPr>
        <p:spPr>
          <a:xfrm>
            <a:off x="1900229" y="1777488"/>
            <a:ext cx="15370090" cy="6683817"/>
          </a:xfrm>
          <a:prstGeom prst="rect">
            <a:avLst/>
          </a:prstGeom>
          <a:noFill/>
        </p:spPr>
        <p:txBody>
          <a:bodyPr wrap="square">
            <a:spAutoFit/>
          </a:bodyPr>
          <a:lstStyle/>
          <a:p>
            <a:pPr algn="just">
              <a:lnSpc>
                <a:spcPct val="150000"/>
              </a:lnSpc>
              <a:spcBef>
                <a:spcPts val="600"/>
              </a:spcBef>
              <a:spcAft>
                <a:spcPts val="600"/>
              </a:spcAft>
            </a:pPr>
            <a:r>
              <a:rPr lang="vi-VN" sz="4500" b="1">
                <a:latin typeface="American Typewriter" panose="02090604020004020304" pitchFamily="18" charset="77"/>
              </a:rPr>
              <a:t>9. Tôi </a:t>
            </a:r>
            <a:r>
              <a:rPr lang="vi-VN" sz="4500" b="1">
                <a:highlight>
                  <a:srgbClr val="FFFF00"/>
                </a:highlight>
                <a:latin typeface="American Typewriter" panose="02090604020004020304" pitchFamily="18" charset="77"/>
              </a:rPr>
              <a:t>đã</a:t>
            </a:r>
            <a:r>
              <a:rPr lang="vi-VN" sz="4500" b="1">
                <a:latin typeface="American Typewriter" panose="02090604020004020304" pitchFamily="18" charset="77"/>
              </a:rPr>
              <a:t> hoàn thành tất cả bài tập về nhà vào hôm qua.</a:t>
            </a:r>
          </a:p>
          <a:p>
            <a:pPr algn="just">
              <a:lnSpc>
                <a:spcPct val="150000"/>
              </a:lnSpc>
              <a:spcBef>
                <a:spcPts val="600"/>
              </a:spcBef>
              <a:spcAft>
                <a:spcPts val="600"/>
              </a:spcAft>
            </a:pPr>
            <a:r>
              <a:rPr lang="vi-VN" sz="4500" b="1" i="1">
                <a:solidFill>
                  <a:srgbClr val="FF0000"/>
                </a:solidFill>
                <a:latin typeface="American Typewriter" panose="02090604020004020304" pitchFamily="18" charset="77"/>
              </a:rPr>
              <a:t>→ I </a:t>
            </a:r>
            <a:r>
              <a:rPr lang="vi-VN" sz="4500" b="1" i="1" u="sng">
                <a:solidFill>
                  <a:srgbClr val="FF0000"/>
                </a:solidFill>
                <a:latin typeface="American Typewriter" panose="02090604020004020304" pitchFamily="18" charset="77"/>
              </a:rPr>
              <a:t>finished</a:t>
            </a:r>
            <a:r>
              <a:rPr lang="vi-VN" sz="4500" b="1" i="1">
                <a:solidFill>
                  <a:srgbClr val="FF0000"/>
                </a:solidFill>
                <a:latin typeface="American Typewriter" panose="02090604020004020304" pitchFamily="18" charset="77"/>
              </a:rPr>
              <a:t> all my homework </a:t>
            </a:r>
            <a:r>
              <a:rPr lang="vi-VN" sz="4500" b="1" i="1" u="sng">
                <a:solidFill>
                  <a:srgbClr val="FF0000"/>
                </a:solidFill>
                <a:latin typeface="American Typewriter" panose="02090604020004020304" pitchFamily="18" charset="77"/>
              </a:rPr>
              <a:t>yesterday</a:t>
            </a:r>
            <a:r>
              <a:rPr lang="vi-VN" sz="4500" b="1" i="1">
                <a:solidFill>
                  <a:srgbClr val="FF0000"/>
                </a:solidFill>
                <a:latin typeface="American Typewriter" panose="02090604020004020304" pitchFamily="18" charset="77"/>
              </a:rPr>
              <a:t>.</a:t>
            </a:r>
          </a:p>
          <a:p>
            <a:pPr algn="just">
              <a:lnSpc>
                <a:spcPct val="150000"/>
              </a:lnSpc>
              <a:spcBef>
                <a:spcPts val="600"/>
              </a:spcBef>
              <a:spcAft>
                <a:spcPts val="600"/>
              </a:spcAft>
            </a:pPr>
            <a:r>
              <a:rPr lang="vi-VN" sz="4500" b="1">
                <a:latin typeface="American Typewriter" panose="02090604020004020304" pitchFamily="18" charset="77"/>
              </a:rPr>
              <a:t>10. Tôi </a:t>
            </a:r>
            <a:r>
              <a:rPr lang="vi-VN" sz="4500" b="1">
                <a:highlight>
                  <a:srgbClr val="FFFF00"/>
                </a:highlight>
                <a:latin typeface="American Typewriter" panose="02090604020004020304" pitchFamily="18" charset="77"/>
              </a:rPr>
              <a:t>thường</a:t>
            </a:r>
            <a:r>
              <a:rPr lang="vi-VN" sz="4500" b="1">
                <a:latin typeface="American Typewriter" panose="02090604020004020304" pitchFamily="18" charset="77"/>
              </a:rPr>
              <a:t> trở về quê vào cuối tuần.</a:t>
            </a:r>
          </a:p>
          <a:p>
            <a:pPr algn="just">
              <a:lnSpc>
                <a:spcPct val="150000"/>
              </a:lnSpc>
              <a:spcBef>
                <a:spcPts val="600"/>
              </a:spcBef>
              <a:spcAft>
                <a:spcPts val="600"/>
              </a:spcAft>
            </a:pPr>
            <a:r>
              <a:rPr lang="vi-VN" sz="4500" b="1" i="1">
                <a:solidFill>
                  <a:srgbClr val="FF0000"/>
                </a:solidFill>
                <a:latin typeface="American Typewriter" panose="02090604020004020304" pitchFamily="18" charset="77"/>
              </a:rPr>
              <a:t>→ I usually </a:t>
            </a:r>
            <a:r>
              <a:rPr lang="vi-VN" sz="4500" b="1" i="1" u="sng">
                <a:solidFill>
                  <a:srgbClr val="FF0000"/>
                </a:solidFill>
                <a:latin typeface="American Typewriter" panose="02090604020004020304" pitchFamily="18" charset="77"/>
              </a:rPr>
              <a:t>come back to/ return to my hometown </a:t>
            </a:r>
            <a:r>
              <a:rPr lang="vi-VN" sz="4500" b="1" i="1">
                <a:solidFill>
                  <a:srgbClr val="FF0000"/>
                </a:solidFill>
                <a:latin typeface="American Typewriter" panose="02090604020004020304" pitchFamily="18" charset="77"/>
              </a:rPr>
              <a:t>at the weekend/ at weekends.</a:t>
            </a:r>
          </a:p>
        </p:txBody>
      </p:sp>
      <mc:AlternateContent xmlns:mc="http://schemas.openxmlformats.org/markup-compatibility/2006" xmlns:p14="http://schemas.microsoft.com/office/powerpoint/2010/main">
        <mc:Choice Requires="p14">
          <p:contentPart p14:bwMode="auto" r:id="rId6">
            <p14:nvContentPartPr>
              <p14:cNvPr id="20" name="Ink 19">
                <a:extLst>
                  <a:ext uri="{FF2B5EF4-FFF2-40B4-BE49-F238E27FC236}">
                    <a16:creationId xmlns:a16="http://schemas.microsoft.com/office/drawing/2014/main" id="{ECEF164A-0D26-8B92-75D9-683B5DB4B3C7}"/>
                  </a:ext>
                </a:extLst>
              </p14:cNvPr>
              <p14:cNvContentPartPr/>
              <p14:nvPr/>
            </p14:nvContentPartPr>
            <p14:xfrm>
              <a:off x="14521680" y="3788280"/>
              <a:ext cx="360" cy="360"/>
            </p14:xfrm>
          </p:contentPart>
        </mc:Choice>
        <mc:Fallback xmlns="">
          <p:pic>
            <p:nvPicPr>
              <p:cNvPr id="20" name="Ink 19">
                <a:extLst>
                  <a:ext uri="{FF2B5EF4-FFF2-40B4-BE49-F238E27FC236}">
                    <a16:creationId xmlns:a16="http://schemas.microsoft.com/office/drawing/2014/main" id="{ECEF164A-0D26-8B92-75D9-683B5DB4B3C7}"/>
                  </a:ext>
                </a:extLst>
              </p:cNvPr>
              <p:cNvPicPr/>
              <p:nvPr/>
            </p:nvPicPr>
            <p:blipFill>
              <a:blip r:embed="rId8"/>
              <a:stretch>
                <a:fillRect/>
              </a:stretch>
            </p:blipFill>
            <p:spPr>
              <a:xfrm>
                <a:off x="14512320" y="3778920"/>
                <a:ext cx="19080" cy="19080"/>
              </a:xfrm>
              <a:prstGeom prst="rect">
                <a:avLst/>
              </a:prstGeom>
            </p:spPr>
          </p:pic>
        </mc:Fallback>
      </mc:AlternateContent>
    </p:spTree>
    <p:extLst>
      <p:ext uri="{BB962C8B-B14F-4D97-AF65-F5344CB8AC3E}">
        <p14:creationId xmlns:p14="http://schemas.microsoft.com/office/powerpoint/2010/main" val="3000783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 calcmode="lin" valueType="num">
                                      <p:cBhvr additive="base">
                                        <p:cTn id="7" dur="500" fill="hold"/>
                                        <p:tgtEl>
                                          <p:spTgt spid="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8">
                                            <p:txEl>
                                              <p:pRg st="1" end="1"/>
                                            </p:txEl>
                                          </p:spTgt>
                                        </p:tgtEl>
                                        <p:attrNameLst>
                                          <p:attrName>style.visibility</p:attrName>
                                        </p:attrNameLst>
                                      </p:cBhvr>
                                      <p:to>
                                        <p:strVal val="visible"/>
                                      </p:to>
                                    </p:set>
                                    <p:anim calcmode="lin" valueType="num">
                                      <p:cBhvr additive="base">
                                        <p:cTn id="13" dur="500" fill="hold"/>
                                        <p:tgtEl>
                                          <p:spTgt spid="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8">
                                            <p:txEl>
                                              <p:pRg st="2" end="2"/>
                                            </p:txEl>
                                          </p:spTgt>
                                        </p:tgtEl>
                                        <p:attrNameLst>
                                          <p:attrName>style.visibility</p:attrName>
                                        </p:attrNameLst>
                                      </p:cBhvr>
                                      <p:to>
                                        <p:strVal val="visible"/>
                                      </p:to>
                                    </p:set>
                                    <p:anim calcmode="lin" valueType="num">
                                      <p:cBhvr additive="base">
                                        <p:cTn id="19" dur="500" fill="hold"/>
                                        <p:tgtEl>
                                          <p:spTgt spid="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8">
                                            <p:txEl>
                                              <p:pRg st="3" end="3"/>
                                            </p:txEl>
                                          </p:spTgt>
                                        </p:tgtEl>
                                        <p:attrNameLst>
                                          <p:attrName>style.visibility</p:attrName>
                                        </p:attrNameLst>
                                      </p:cBhvr>
                                      <p:to>
                                        <p:strVal val="visible"/>
                                      </p:to>
                                    </p:set>
                                    <p:anim calcmode="lin" valueType="num">
                                      <p:cBhvr additive="base">
                                        <p:cTn id="25" dur="500" fill="hold"/>
                                        <p:tgtEl>
                                          <p:spTgt spid="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9705C-5248-33A9-0D9F-0B84E43AE02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A8A069A-D472-AE75-7EC4-B147298DB606}"/>
              </a:ext>
            </a:extLst>
          </p:cNvPr>
          <p:cNvSpPr/>
          <p:nvPr/>
        </p:nvSpPr>
        <p:spPr>
          <a:xfrm rot="2001536">
            <a:off x="-1431199" y="6329650"/>
            <a:ext cx="7656600" cy="5857299"/>
          </a:xfrm>
          <a:custGeom>
            <a:avLst/>
            <a:gdLst/>
            <a:ahLst/>
            <a:cxnLst/>
            <a:rect l="l" t="t" r="r" b="b"/>
            <a:pathLst>
              <a:path w="7656600" h="5857299">
                <a:moveTo>
                  <a:pt x="0" y="0"/>
                </a:moveTo>
                <a:lnTo>
                  <a:pt x="7656600" y="0"/>
                </a:lnTo>
                <a:lnTo>
                  <a:pt x="7656600" y="5857300"/>
                </a:lnTo>
                <a:lnTo>
                  <a:pt x="0" y="5857300"/>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Box 3">
            <a:extLst>
              <a:ext uri="{FF2B5EF4-FFF2-40B4-BE49-F238E27FC236}">
                <a16:creationId xmlns:a16="http://schemas.microsoft.com/office/drawing/2014/main" id="{5596ABBC-01E0-B30C-0505-621349FD4A7A}"/>
              </a:ext>
            </a:extLst>
          </p:cNvPr>
          <p:cNvSpPr txBox="1"/>
          <p:nvPr/>
        </p:nvSpPr>
        <p:spPr>
          <a:xfrm>
            <a:off x="1201036" y="3172741"/>
            <a:ext cx="15885927" cy="3077766"/>
          </a:xfrm>
          <a:prstGeom prst="rect">
            <a:avLst/>
          </a:prstGeom>
        </p:spPr>
        <p:txBody>
          <a:bodyPr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0" b="1" i="0" u="none" strike="noStrike" kern="1200" cap="none" spc="0" normalizeH="0" baseline="0" noProof="0">
                <a:ln>
                  <a:noFill/>
                </a:ln>
                <a:solidFill>
                  <a:srgbClr val="8064A2">
                    <a:lumMod val="75000"/>
                  </a:srgbClr>
                </a:solidFill>
                <a:effectLst/>
                <a:uLnTx/>
                <a:uFillTx/>
                <a:latin typeface="American Typewriter" panose="02090604020004020304" pitchFamily="18" charset="77"/>
                <a:ea typeface="Peace Sans"/>
                <a:cs typeface="Peace Sans"/>
                <a:sym typeface="Peace Sans"/>
              </a:rPr>
              <a:t>TỪ NỐI</a:t>
            </a:r>
          </a:p>
        </p:txBody>
      </p:sp>
      <p:sp>
        <p:nvSpPr>
          <p:cNvPr id="4" name="Freeform 4">
            <a:extLst>
              <a:ext uri="{FF2B5EF4-FFF2-40B4-BE49-F238E27FC236}">
                <a16:creationId xmlns:a16="http://schemas.microsoft.com/office/drawing/2014/main" id="{6084FA67-81F5-873F-4B51-CEF83B8217F7}"/>
              </a:ext>
            </a:extLst>
          </p:cNvPr>
          <p:cNvSpPr/>
          <p:nvPr/>
        </p:nvSpPr>
        <p:spPr>
          <a:xfrm flipH="1">
            <a:off x="-3320873" y="-5760846"/>
            <a:ext cx="8699146" cy="9085270"/>
          </a:xfrm>
          <a:custGeom>
            <a:avLst/>
            <a:gdLst/>
            <a:ahLst/>
            <a:cxnLst/>
            <a:rect l="l" t="t" r="r" b="b"/>
            <a:pathLst>
              <a:path w="8699146" h="9085270">
                <a:moveTo>
                  <a:pt x="8699146" y="0"/>
                </a:moveTo>
                <a:lnTo>
                  <a:pt x="0" y="0"/>
                </a:lnTo>
                <a:lnTo>
                  <a:pt x="0" y="9085271"/>
                </a:lnTo>
                <a:lnTo>
                  <a:pt x="8699146" y="9085271"/>
                </a:lnTo>
                <a:lnTo>
                  <a:pt x="8699146"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Freeform 5">
            <a:extLst>
              <a:ext uri="{FF2B5EF4-FFF2-40B4-BE49-F238E27FC236}">
                <a16:creationId xmlns:a16="http://schemas.microsoft.com/office/drawing/2014/main" id="{6495756B-7A19-A389-2AB4-EFB3B168712F}"/>
              </a:ext>
            </a:extLst>
          </p:cNvPr>
          <p:cNvSpPr/>
          <p:nvPr/>
        </p:nvSpPr>
        <p:spPr>
          <a:xfrm flipH="1">
            <a:off x="1028700" y="3605899"/>
            <a:ext cx="2539180" cy="3701895"/>
          </a:xfrm>
          <a:custGeom>
            <a:avLst/>
            <a:gdLst/>
            <a:ahLst/>
            <a:cxnLst/>
            <a:rect l="l" t="t" r="r" b="b"/>
            <a:pathLst>
              <a:path w="2539180" h="3701895">
                <a:moveTo>
                  <a:pt x="2539180" y="0"/>
                </a:moveTo>
                <a:lnTo>
                  <a:pt x="0" y="0"/>
                </a:lnTo>
                <a:lnTo>
                  <a:pt x="0" y="3701895"/>
                </a:lnTo>
                <a:lnTo>
                  <a:pt x="2539180" y="3701895"/>
                </a:lnTo>
                <a:lnTo>
                  <a:pt x="2539180" y="0"/>
                </a:lnTo>
                <a:close/>
              </a:path>
            </a:pathLst>
          </a:custGeom>
          <a:blipFill>
            <a:blip r:embed="rId4"/>
            <a:stretch>
              <a:fillRect t="-2260" b="-2260"/>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Freeform 6">
            <a:extLst>
              <a:ext uri="{FF2B5EF4-FFF2-40B4-BE49-F238E27FC236}">
                <a16:creationId xmlns:a16="http://schemas.microsoft.com/office/drawing/2014/main" id="{3599F9F5-8C8B-5750-3596-FCD281202D4C}"/>
              </a:ext>
            </a:extLst>
          </p:cNvPr>
          <p:cNvSpPr/>
          <p:nvPr/>
        </p:nvSpPr>
        <p:spPr>
          <a:xfrm rot="499500">
            <a:off x="14488579" y="4605393"/>
            <a:ext cx="2681948" cy="1421433"/>
          </a:xfrm>
          <a:custGeom>
            <a:avLst/>
            <a:gdLst/>
            <a:ahLst/>
            <a:cxnLst/>
            <a:rect l="l" t="t" r="r" b="b"/>
            <a:pathLst>
              <a:path w="2681948" h="1421433">
                <a:moveTo>
                  <a:pt x="0" y="0"/>
                </a:moveTo>
                <a:lnTo>
                  <a:pt x="2681948" y="0"/>
                </a:lnTo>
                <a:lnTo>
                  <a:pt x="2681948" y="1421433"/>
                </a:lnTo>
                <a:lnTo>
                  <a:pt x="0" y="142143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Freeform 7">
            <a:extLst>
              <a:ext uri="{FF2B5EF4-FFF2-40B4-BE49-F238E27FC236}">
                <a16:creationId xmlns:a16="http://schemas.microsoft.com/office/drawing/2014/main" id="{A5FC0584-9D7B-A863-673A-F791DB00FE89}"/>
              </a:ext>
            </a:extLst>
          </p:cNvPr>
          <p:cNvSpPr/>
          <p:nvPr/>
        </p:nvSpPr>
        <p:spPr>
          <a:xfrm>
            <a:off x="13043484" y="6456799"/>
            <a:ext cx="6163302" cy="5603002"/>
          </a:xfrm>
          <a:custGeom>
            <a:avLst/>
            <a:gdLst/>
            <a:ahLst/>
            <a:cxnLst/>
            <a:rect l="l" t="t" r="r" b="b"/>
            <a:pathLst>
              <a:path w="6163302" h="5603002">
                <a:moveTo>
                  <a:pt x="0" y="0"/>
                </a:moveTo>
                <a:lnTo>
                  <a:pt x="6163301" y="0"/>
                </a:lnTo>
                <a:lnTo>
                  <a:pt x="6163301" y="5603002"/>
                </a:lnTo>
                <a:lnTo>
                  <a:pt x="0" y="560300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Freeform 8">
            <a:extLst>
              <a:ext uri="{FF2B5EF4-FFF2-40B4-BE49-F238E27FC236}">
                <a16:creationId xmlns:a16="http://schemas.microsoft.com/office/drawing/2014/main" id="{A4B23353-3920-487D-422A-2A6547C64085}"/>
              </a:ext>
            </a:extLst>
          </p:cNvPr>
          <p:cNvSpPr/>
          <p:nvPr/>
        </p:nvSpPr>
        <p:spPr>
          <a:xfrm rot="1408452">
            <a:off x="14799542" y="-1993381"/>
            <a:ext cx="4628192" cy="4710628"/>
          </a:xfrm>
          <a:custGeom>
            <a:avLst/>
            <a:gdLst/>
            <a:ahLst/>
            <a:cxnLst/>
            <a:rect l="l" t="t" r="r" b="b"/>
            <a:pathLst>
              <a:path w="4628192" h="4710628">
                <a:moveTo>
                  <a:pt x="0" y="0"/>
                </a:moveTo>
                <a:lnTo>
                  <a:pt x="4628192" y="0"/>
                </a:lnTo>
                <a:lnTo>
                  <a:pt x="4628192" y="4710628"/>
                </a:lnTo>
                <a:lnTo>
                  <a:pt x="0" y="4710628"/>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Box 9">
            <a:extLst>
              <a:ext uri="{FF2B5EF4-FFF2-40B4-BE49-F238E27FC236}">
                <a16:creationId xmlns:a16="http://schemas.microsoft.com/office/drawing/2014/main" id="{6C3E1747-ACF9-8C33-CAC1-2DF06326211F}"/>
              </a:ext>
            </a:extLst>
          </p:cNvPr>
          <p:cNvSpPr txBox="1"/>
          <p:nvPr/>
        </p:nvSpPr>
        <p:spPr>
          <a:xfrm>
            <a:off x="5181271" y="1214490"/>
            <a:ext cx="7925458" cy="923330"/>
          </a:xfrm>
          <a:prstGeom prst="rect">
            <a:avLst/>
          </a:prstGeom>
        </p:spPr>
        <p:txBody>
          <a:bodyPr lIns="0" tIns="0" rIns="0" bIns="0" rtlCol="0" anchor="t">
            <a:spAutoFit/>
          </a:bodyPr>
          <a:lstStyle/>
          <a:p>
            <a:pPr marL="0" marR="0" lvl="0" indent="0" algn="ctr" defTabSz="914400" rtl="0" eaLnBrk="1" fontAlgn="auto" latinLnBrk="0" hangingPunct="1">
              <a:lnSpc>
                <a:spcPts val="7185"/>
              </a:lnSpc>
              <a:spcBef>
                <a:spcPts val="0"/>
              </a:spcBef>
              <a:spcAft>
                <a:spcPts val="0"/>
              </a:spcAft>
              <a:buClrTx/>
              <a:buSzTx/>
              <a:buFontTx/>
              <a:buNone/>
              <a:tabLst/>
              <a:defRPr/>
            </a:pPr>
            <a:r>
              <a:rPr kumimoji="0" lang="en-US" sz="6000" b="1" i="0" u="none" strike="noStrike" kern="1200" cap="none" spc="0" normalizeH="0" baseline="0" noProof="0">
                <a:ln>
                  <a:noFill/>
                </a:ln>
                <a:solidFill>
                  <a:srgbClr val="C0504D"/>
                </a:solidFill>
                <a:effectLst/>
                <a:uLnTx/>
                <a:uFillTx/>
                <a:latin typeface="American Typewriter" panose="02090604020004020304" pitchFamily="18" charset="77"/>
                <a:ea typeface="Peace Sans"/>
                <a:cs typeface="Peace Sans"/>
                <a:sym typeface="Peace Sans"/>
              </a:rPr>
              <a:t>CHỦ ĐIỂM 03</a:t>
            </a:r>
            <a:endParaRPr kumimoji="0" lang="en-US" sz="4800" b="0" i="0" u="none" strike="noStrike" kern="1200" cap="none" spc="0" normalizeH="0" baseline="0" noProof="0">
              <a:ln>
                <a:noFill/>
              </a:ln>
              <a:solidFill>
                <a:srgbClr val="C0504D"/>
              </a:solidFill>
              <a:effectLst/>
              <a:uLnTx/>
              <a:uFillTx/>
              <a:latin typeface="Frutiger Condensed"/>
              <a:ea typeface="Frutiger Condensed"/>
              <a:cs typeface="Frutiger Condensed"/>
              <a:sym typeface="Frutiger Condensed"/>
            </a:endParaRPr>
          </a:p>
        </p:txBody>
      </p:sp>
      <p:sp>
        <p:nvSpPr>
          <p:cNvPr id="10" name="TextBox 9">
            <a:extLst>
              <a:ext uri="{FF2B5EF4-FFF2-40B4-BE49-F238E27FC236}">
                <a16:creationId xmlns:a16="http://schemas.microsoft.com/office/drawing/2014/main" id="{4DB22D8F-5EF4-F979-2D90-4FBE8121D0AB}"/>
              </a:ext>
            </a:extLst>
          </p:cNvPr>
          <p:cNvSpPr txBox="1"/>
          <p:nvPr/>
        </p:nvSpPr>
        <p:spPr>
          <a:xfrm>
            <a:off x="5378273" y="7276285"/>
            <a:ext cx="7925458" cy="923330"/>
          </a:xfrm>
          <a:prstGeom prst="rect">
            <a:avLst/>
          </a:prstGeom>
        </p:spPr>
        <p:txBody>
          <a:bodyPr lIns="0" tIns="0" rIns="0" bIns="0" rtlCol="0" anchor="t">
            <a:spAutoFit/>
          </a:bodyPr>
          <a:lstStyle/>
          <a:p>
            <a:pPr marL="0" marR="0" lvl="0" indent="0" algn="ctr" defTabSz="914400" rtl="0" eaLnBrk="1" fontAlgn="auto" latinLnBrk="0" hangingPunct="1">
              <a:lnSpc>
                <a:spcPts val="7185"/>
              </a:lnSpc>
              <a:spcBef>
                <a:spcPts val="0"/>
              </a:spcBef>
              <a:spcAft>
                <a:spcPts val="0"/>
              </a:spcAft>
              <a:buClrTx/>
              <a:buSzTx/>
              <a:buFontTx/>
              <a:buNone/>
              <a:tabLst/>
              <a:defRPr/>
            </a:pPr>
            <a:r>
              <a:rPr kumimoji="0" lang="en-US" sz="6000" b="1" i="0" u="none" strike="noStrike" kern="1200" cap="none" spc="0" normalizeH="0" baseline="0" noProof="0">
                <a:ln>
                  <a:noFill/>
                </a:ln>
                <a:solidFill>
                  <a:srgbClr val="C0504D"/>
                </a:solidFill>
                <a:effectLst/>
                <a:uLnTx/>
                <a:uFillTx/>
                <a:latin typeface="American Typewriter" panose="02090604020004020304" pitchFamily="18" charset="77"/>
                <a:ea typeface="Frutiger Condensed"/>
                <a:cs typeface="Frutiger Condensed"/>
                <a:sym typeface="Peace Sans"/>
              </a:rPr>
              <a:t>VSTEP WRITING</a:t>
            </a:r>
            <a:endParaRPr kumimoji="0" lang="en-US" sz="4800" b="0" i="0" u="none" strike="noStrike" kern="1200" cap="none" spc="0" normalizeH="0" baseline="0" noProof="0">
              <a:ln>
                <a:noFill/>
              </a:ln>
              <a:solidFill>
                <a:srgbClr val="C0504D"/>
              </a:solidFill>
              <a:effectLst/>
              <a:uLnTx/>
              <a:uFillTx/>
              <a:latin typeface="Frutiger Condensed"/>
              <a:ea typeface="Frutiger Condensed"/>
              <a:cs typeface="Frutiger Condensed"/>
              <a:sym typeface="Frutiger Condensed"/>
            </a:endParaRPr>
          </a:p>
        </p:txBody>
      </p:sp>
    </p:spTree>
    <p:extLst>
      <p:ext uri="{BB962C8B-B14F-4D97-AF65-F5344CB8AC3E}">
        <p14:creationId xmlns:p14="http://schemas.microsoft.com/office/powerpoint/2010/main" val="137549742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F3E1D1"/>
        </a:solidFill>
        <a:effectLst/>
      </p:bgPr>
    </p:bg>
    <p:spTree>
      <p:nvGrpSpPr>
        <p:cNvPr id="1" name="">
          <a:extLst>
            <a:ext uri="{FF2B5EF4-FFF2-40B4-BE49-F238E27FC236}">
              <a16:creationId xmlns:a16="http://schemas.microsoft.com/office/drawing/2014/main" id="{D4E9ED87-6F3F-1E8A-819F-D4564E88F9B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24C3283-6EE1-3AE6-4B56-C6153CBD2EF8}"/>
              </a:ext>
            </a:extLst>
          </p:cNvPr>
          <p:cNvGrpSpPr/>
          <p:nvPr/>
        </p:nvGrpSpPr>
        <p:grpSpPr>
          <a:xfrm rot="148260">
            <a:off x="1824598" y="1813471"/>
            <a:ext cx="15256309" cy="8604490"/>
            <a:chOff x="0" y="0"/>
            <a:chExt cx="4018122" cy="2266203"/>
          </a:xfrm>
        </p:grpSpPr>
        <p:sp>
          <p:nvSpPr>
            <p:cNvPr id="3" name="Freeform 3">
              <a:extLst>
                <a:ext uri="{FF2B5EF4-FFF2-40B4-BE49-F238E27FC236}">
                  <a16:creationId xmlns:a16="http://schemas.microsoft.com/office/drawing/2014/main" id="{6D6A71BA-D106-5B09-4B0F-E930F62FEAB3}"/>
                </a:ext>
              </a:extLst>
            </p:cNvPr>
            <p:cNvSpPr/>
            <p:nvPr/>
          </p:nvSpPr>
          <p:spPr>
            <a:xfrm>
              <a:off x="0" y="0"/>
              <a:ext cx="4018123" cy="2266203"/>
            </a:xfrm>
            <a:custGeom>
              <a:avLst/>
              <a:gdLst/>
              <a:ahLst/>
              <a:cxnLst/>
              <a:rect l="l" t="t" r="r" b="b"/>
              <a:pathLst>
                <a:path w="4018123" h="2266203">
                  <a:moveTo>
                    <a:pt x="14716" y="0"/>
                  </a:moveTo>
                  <a:lnTo>
                    <a:pt x="4003406" y="0"/>
                  </a:lnTo>
                  <a:cubicBezTo>
                    <a:pt x="4007309" y="0"/>
                    <a:pt x="4011052" y="1550"/>
                    <a:pt x="4013812" y="4310"/>
                  </a:cubicBezTo>
                  <a:cubicBezTo>
                    <a:pt x="4016572" y="7070"/>
                    <a:pt x="4018123" y="10813"/>
                    <a:pt x="4018123" y="14716"/>
                  </a:cubicBezTo>
                  <a:lnTo>
                    <a:pt x="4018123" y="2251487"/>
                  </a:lnTo>
                  <a:cubicBezTo>
                    <a:pt x="4018123" y="2255390"/>
                    <a:pt x="4016572" y="2259133"/>
                    <a:pt x="4013812" y="2261893"/>
                  </a:cubicBezTo>
                  <a:cubicBezTo>
                    <a:pt x="4011052" y="2264653"/>
                    <a:pt x="4007309" y="2266203"/>
                    <a:pt x="4003406" y="2266203"/>
                  </a:cubicBezTo>
                  <a:lnTo>
                    <a:pt x="14716" y="2266203"/>
                  </a:lnTo>
                  <a:cubicBezTo>
                    <a:pt x="10813" y="2266203"/>
                    <a:pt x="7070" y="2264653"/>
                    <a:pt x="4310" y="2261893"/>
                  </a:cubicBezTo>
                  <a:cubicBezTo>
                    <a:pt x="1550" y="2259133"/>
                    <a:pt x="0" y="2255390"/>
                    <a:pt x="0" y="2251487"/>
                  </a:cubicBezTo>
                  <a:lnTo>
                    <a:pt x="0" y="14716"/>
                  </a:lnTo>
                  <a:cubicBezTo>
                    <a:pt x="0" y="10813"/>
                    <a:pt x="1550" y="7070"/>
                    <a:pt x="4310" y="4310"/>
                  </a:cubicBezTo>
                  <a:cubicBezTo>
                    <a:pt x="7070" y="1550"/>
                    <a:pt x="10813" y="0"/>
                    <a:pt x="14716" y="0"/>
                  </a:cubicBezTo>
                  <a:close/>
                </a:path>
              </a:pathLst>
            </a:custGeom>
            <a:solidFill>
              <a:srgbClr val="C6B7A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2AE04304-AF4E-CDDF-123B-73C8799EBAAC}"/>
                </a:ext>
              </a:extLst>
            </p:cNvPr>
            <p:cNvSpPr txBox="1"/>
            <p:nvPr/>
          </p:nvSpPr>
          <p:spPr>
            <a:xfrm>
              <a:off x="0" y="-38100"/>
              <a:ext cx="4018122" cy="2304303"/>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a:extLst>
              <a:ext uri="{FF2B5EF4-FFF2-40B4-BE49-F238E27FC236}">
                <a16:creationId xmlns:a16="http://schemas.microsoft.com/office/drawing/2014/main" id="{76AB3CDE-287F-DE57-18CE-123DF9E4E2AD}"/>
              </a:ext>
            </a:extLst>
          </p:cNvPr>
          <p:cNvSpPr/>
          <p:nvPr/>
        </p:nvSpPr>
        <p:spPr>
          <a:xfrm rot="-5400000">
            <a:off x="16416216" y="5195731"/>
            <a:ext cx="962680" cy="2578608"/>
          </a:xfrm>
          <a:custGeom>
            <a:avLst/>
            <a:gdLst/>
            <a:ahLst/>
            <a:cxnLst/>
            <a:rect l="l" t="t" r="r" b="b"/>
            <a:pathLst>
              <a:path w="962680" h="2578608">
                <a:moveTo>
                  <a:pt x="0" y="0"/>
                </a:moveTo>
                <a:lnTo>
                  <a:pt x="962680" y="0"/>
                </a:lnTo>
                <a:lnTo>
                  <a:pt x="962680" y="2578608"/>
                </a:lnTo>
                <a:lnTo>
                  <a:pt x="0" y="2578608"/>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Freeform 6">
            <a:extLst>
              <a:ext uri="{FF2B5EF4-FFF2-40B4-BE49-F238E27FC236}">
                <a16:creationId xmlns:a16="http://schemas.microsoft.com/office/drawing/2014/main" id="{611508B2-A0C0-7B33-3871-2E5C7068A4D2}"/>
              </a:ext>
            </a:extLst>
          </p:cNvPr>
          <p:cNvSpPr/>
          <p:nvPr/>
        </p:nvSpPr>
        <p:spPr>
          <a:xfrm rot="-5400000">
            <a:off x="16149303" y="2563412"/>
            <a:ext cx="1496505" cy="2814855"/>
          </a:xfrm>
          <a:custGeom>
            <a:avLst/>
            <a:gdLst/>
            <a:ahLst/>
            <a:cxnLst/>
            <a:rect l="l" t="t" r="r" b="b"/>
            <a:pathLst>
              <a:path w="1496505" h="2814855">
                <a:moveTo>
                  <a:pt x="0" y="0"/>
                </a:moveTo>
                <a:lnTo>
                  <a:pt x="1496505" y="0"/>
                </a:lnTo>
                <a:lnTo>
                  <a:pt x="1496505" y="2814855"/>
                </a:lnTo>
                <a:lnTo>
                  <a:pt x="0" y="2814855"/>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Freeform 7">
            <a:extLst>
              <a:ext uri="{FF2B5EF4-FFF2-40B4-BE49-F238E27FC236}">
                <a16:creationId xmlns:a16="http://schemas.microsoft.com/office/drawing/2014/main" id="{F0984F18-6753-9D89-1903-C1A7AC1C1E9D}"/>
              </a:ext>
            </a:extLst>
          </p:cNvPr>
          <p:cNvSpPr/>
          <p:nvPr/>
        </p:nvSpPr>
        <p:spPr>
          <a:xfrm rot="-5473987">
            <a:off x="16139311" y="3869291"/>
            <a:ext cx="1316802" cy="2834168"/>
          </a:xfrm>
          <a:custGeom>
            <a:avLst/>
            <a:gdLst/>
            <a:ahLst/>
            <a:cxnLst/>
            <a:rect l="l" t="t" r="r" b="b"/>
            <a:pathLst>
              <a:path w="1316802" h="2834168">
                <a:moveTo>
                  <a:pt x="0" y="0"/>
                </a:moveTo>
                <a:lnTo>
                  <a:pt x="1316801" y="0"/>
                </a:lnTo>
                <a:lnTo>
                  <a:pt x="1316801" y="2834168"/>
                </a:lnTo>
                <a:lnTo>
                  <a:pt x="0" y="2834168"/>
                </a:lnTo>
                <a:lnTo>
                  <a:pt x="0" y="0"/>
                </a:lnTo>
                <a:close/>
              </a:path>
            </a:pathLst>
          </a:custGeom>
          <a:blipFill>
            <a:blip r:embed="rId4"/>
            <a:stretch>
              <a:fillRect l="-6837"/>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Freeform 8">
            <a:extLst>
              <a:ext uri="{FF2B5EF4-FFF2-40B4-BE49-F238E27FC236}">
                <a16:creationId xmlns:a16="http://schemas.microsoft.com/office/drawing/2014/main" id="{DE5BC2AB-EA05-4CF2-55E5-3E10B74C8B3D}"/>
              </a:ext>
            </a:extLst>
          </p:cNvPr>
          <p:cNvSpPr/>
          <p:nvPr/>
        </p:nvSpPr>
        <p:spPr>
          <a:xfrm rot="-5466484">
            <a:off x="16099554" y="6159632"/>
            <a:ext cx="1396316" cy="3127166"/>
          </a:xfrm>
          <a:custGeom>
            <a:avLst/>
            <a:gdLst/>
            <a:ahLst/>
            <a:cxnLst/>
            <a:rect l="l" t="t" r="r" b="b"/>
            <a:pathLst>
              <a:path w="1396316" h="3127166">
                <a:moveTo>
                  <a:pt x="0" y="0"/>
                </a:moveTo>
                <a:lnTo>
                  <a:pt x="1396316" y="0"/>
                </a:lnTo>
                <a:lnTo>
                  <a:pt x="1396316" y="3127166"/>
                </a:lnTo>
                <a:lnTo>
                  <a:pt x="0" y="3127166"/>
                </a:lnTo>
                <a:lnTo>
                  <a:pt x="0" y="0"/>
                </a:lnTo>
                <a:close/>
              </a:path>
            </a:pathLst>
          </a:custGeom>
          <a:blipFill>
            <a:blip r:embed="rId5"/>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Freeform 9">
            <a:extLst>
              <a:ext uri="{FF2B5EF4-FFF2-40B4-BE49-F238E27FC236}">
                <a16:creationId xmlns:a16="http://schemas.microsoft.com/office/drawing/2014/main" id="{2C565502-13F0-88FE-6E63-451202E778F4}"/>
              </a:ext>
            </a:extLst>
          </p:cNvPr>
          <p:cNvSpPr/>
          <p:nvPr/>
        </p:nvSpPr>
        <p:spPr>
          <a:xfrm rot="-5400000">
            <a:off x="16309085" y="969997"/>
            <a:ext cx="1176942" cy="3061538"/>
          </a:xfrm>
          <a:custGeom>
            <a:avLst/>
            <a:gdLst/>
            <a:ahLst/>
            <a:cxnLst/>
            <a:rect l="l" t="t" r="r" b="b"/>
            <a:pathLst>
              <a:path w="1176942" h="3061538">
                <a:moveTo>
                  <a:pt x="0" y="0"/>
                </a:moveTo>
                <a:lnTo>
                  <a:pt x="1176942" y="0"/>
                </a:lnTo>
                <a:lnTo>
                  <a:pt x="1176942" y="3061538"/>
                </a:lnTo>
                <a:lnTo>
                  <a:pt x="0" y="3061538"/>
                </a:lnTo>
                <a:lnTo>
                  <a:pt x="0" y="0"/>
                </a:lnTo>
                <a:close/>
              </a:path>
            </a:pathLst>
          </a:custGeom>
          <a:blipFill>
            <a:blip r:embed="rId6"/>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0" name="Group 10">
            <a:extLst>
              <a:ext uri="{FF2B5EF4-FFF2-40B4-BE49-F238E27FC236}">
                <a16:creationId xmlns:a16="http://schemas.microsoft.com/office/drawing/2014/main" id="{818F430A-C8FB-2301-E112-B6603927852B}"/>
              </a:ext>
            </a:extLst>
          </p:cNvPr>
          <p:cNvGrpSpPr/>
          <p:nvPr/>
        </p:nvGrpSpPr>
        <p:grpSpPr>
          <a:xfrm>
            <a:off x="603650" y="508040"/>
            <a:ext cx="16372589" cy="9270920"/>
            <a:chOff x="0" y="0"/>
            <a:chExt cx="4312122" cy="2441724"/>
          </a:xfrm>
        </p:grpSpPr>
        <p:sp>
          <p:nvSpPr>
            <p:cNvPr id="11" name="Freeform 11">
              <a:extLst>
                <a:ext uri="{FF2B5EF4-FFF2-40B4-BE49-F238E27FC236}">
                  <a16:creationId xmlns:a16="http://schemas.microsoft.com/office/drawing/2014/main" id="{7BFA7572-8BCE-94BF-5884-BF1FA86BE5EC}"/>
                </a:ext>
              </a:extLst>
            </p:cNvPr>
            <p:cNvSpPr/>
            <p:nvPr/>
          </p:nvSpPr>
          <p:spPr>
            <a:xfrm>
              <a:off x="0" y="0"/>
              <a:ext cx="4312122" cy="2441724"/>
            </a:xfrm>
            <a:custGeom>
              <a:avLst/>
              <a:gdLst/>
              <a:ahLst/>
              <a:cxnLst/>
              <a:rect l="l" t="t" r="r" b="b"/>
              <a:pathLst>
                <a:path w="4312122" h="2441724">
                  <a:moveTo>
                    <a:pt x="13713" y="0"/>
                  </a:moveTo>
                  <a:lnTo>
                    <a:pt x="4298410" y="0"/>
                  </a:lnTo>
                  <a:cubicBezTo>
                    <a:pt x="4302046" y="0"/>
                    <a:pt x="4305534" y="1445"/>
                    <a:pt x="4308106" y="4016"/>
                  </a:cubicBezTo>
                  <a:cubicBezTo>
                    <a:pt x="4310678" y="6588"/>
                    <a:pt x="4312122" y="10076"/>
                    <a:pt x="4312122" y="13713"/>
                  </a:cubicBezTo>
                  <a:lnTo>
                    <a:pt x="4312122" y="2428011"/>
                  </a:lnTo>
                  <a:cubicBezTo>
                    <a:pt x="4312122" y="2431648"/>
                    <a:pt x="4310678" y="2435135"/>
                    <a:pt x="4308106" y="2437707"/>
                  </a:cubicBezTo>
                  <a:cubicBezTo>
                    <a:pt x="4305534" y="2440279"/>
                    <a:pt x="4302046" y="2441724"/>
                    <a:pt x="4298410" y="2441724"/>
                  </a:cubicBezTo>
                  <a:lnTo>
                    <a:pt x="13713" y="2441724"/>
                  </a:lnTo>
                  <a:cubicBezTo>
                    <a:pt x="10076" y="2441724"/>
                    <a:pt x="6588" y="2440279"/>
                    <a:pt x="4016" y="2437707"/>
                  </a:cubicBezTo>
                  <a:cubicBezTo>
                    <a:pt x="1445" y="2435135"/>
                    <a:pt x="0" y="2431648"/>
                    <a:pt x="0" y="2428011"/>
                  </a:cubicBezTo>
                  <a:lnTo>
                    <a:pt x="0" y="13713"/>
                  </a:lnTo>
                  <a:cubicBezTo>
                    <a:pt x="0" y="10076"/>
                    <a:pt x="1445" y="6588"/>
                    <a:pt x="4016" y="4016"/>
                  </a:cubicBezTo>
                  <a:cubicBezTo>
                    <a:pt x="6588" y="1445"/>
                    <a:pt x="10076" y="0"/>
                    <a:pt x="1371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Box 12">
              <a:extLst>
                <a:ext uri="{FF2B5EF4-FFF2-40B4-BE49-F238E27FC236}">
                  <a16:creationId xmlns:a16="http://schemas.microsoft.com/office/drawing/2014/main" id="{DF02B563-8C87-B2D4-6A72-87E84B2BD1ED}"/>
                </a:ext>
              </a:extLst>
            </p:cNvPr>
            <p:cNvSpPr txBox="1"/>
            <p:nvPr/>
          </p:nvSpPr>
          <p:spPr>
            <a:xfrm>
              <a:off x="0" y="-38100"/>
              <a:ext cx="4312122" cy="247982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3" name="Freeform 13">
            <a:extLst>
              <a:ext uri="{FF2B5EF4-FFF2-40B4-BE49-F238E27FC236}">
                <a16:creationId xmlns:a16="http://schemas.microsoft.com/office/drawing/2014/main" id="{FE05446F-5612-9620-BF3B-B3A8D7967EBA}"/>
              </a:ext>
            </a:extLst>
          </p:cNvPr>
          <p:cNvSpPr/>
          <p:nvPr/>
        </p:nvSpPr>
        <p:spPr>
          <a:xfrm>
            <a:off x="234255" y="508040"/>
            <a:ext cx="1155550" cy="9210904"/>
          </a:xfrm>
          <a:custGeom>
            <a:avLst/>
            <a:gdLst/>
            <a:ahLst/>
            <a:cxnLst/>
            <a:rect l="l" t="t" r="r" b="b"/>
            <a:pathLst>
              <a:path w="1155550" h="9210904">
                <a:moveTo>
                  <a:pt x="0" y="0"/>
                </a:moveTo>
                <a:lnTo>
                  <a:pt x="1155549" y="0"/>
                </a:lnTo>
                <a:lnTo>
                  <a:pt x="1155549" y="9210904"/>
                </a:lnTo>
                <a:lnTo>
                  <a:pt x="0" y="921090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Box 14">
            <a:extLst>
              <a:ext uri="{FF2B5EF4-FFF2-40B4-BE49-F238E27FC236}">
                <a16:creationId xmlns:a16="http://schemas.microsoft.com/office/drawing/2014/main" id="{23F34BD4-0EBB-6E44-9CC0-3E5E2E1BA8BE}"/>
              </a:ext>
            </a:extLst>
          </p:cNvPr>
          <p:cNvSpPr txBox="1"/>
          <p:nvPr/>
        </p:nvSpPr>
        <p:spPr>
          <a:xfrm>
            <a:off x="1696286" y="2089776"/>
            <a:ext cx="14895427" cy="5962786"/>
          </a:xfrm>
          <a:prstGeom prst="rect">
            <a:avLst/>
          </a:prstGeom>
        </p:spPr>
        <p:txBody>
          <a:bodyPr wrap="square" lIns="0" tIns="0" rIns="0" bIns="0" rtlCol="0" anchor="t">
            <a:spAutoFit/>
          </a:bodyPr>
          <a:lstStyle/>
          <a:p>
            <a:pPr>
              <a:lnSpc>
                <a:spcPct val="150000"/>
              </a:lnSpc>
              <a:spcBef>
                <a:spcPts val="600"/>
              </a:spcBef>
              <a:spcAft>
                <a:spcPts val="600"/>
              </a:spcAft>
              <a:buNone/>
            </a:pPr>
            <a:r>
              <a:rPr lang="en-US" sz="5000" b="1" kern="100">
                <a:solidFill>
                  <a:schemeClr val="accent6">
                    <a:lumMod val="50000"/>
                  </a:schemeClr>
                </a:solidFill>
                <a:latin typeface="American Typewriter" panose="02090604020004020304" pitchFamily="18" charset="77"/>
                <a:ea typeface="Calibri" panose="020F0502020204030204" pitchFamily="34" charset="0"/>
                <a:cs typeface="Apple Color Emoji" pitchFamily="2" charset="0"/>
              </a:rPr>
              <a:t>I. </a:t>
            </a:r>
            <a:r>
              <a:rPr lang="en-US" sz="5000" b="1" kern="100">
                <a:solidFill>
                  <a:schemeClr val="accent6">
                    <a:lumMod val="50000"/>
                  </a:schemeClr>
                </a:solidFill>
                <a:latin typeface="American Typewriter" panose="02090604020004020304" pitchFamily="18" charset="77"/>
                <a:ea typeface="Calibri" panose="020F0502020204030204" pitchFamily="34" charset="0"/>
                <a:cs typeface="Times New Roman" panose="02020603050405020304" pitchFamily="18" charset="0"/>
              </a:rPr>
              <a:t>ĐỊNH NGHĨA </a:t>
            </a:r>
            <a:endParaRPr lang="en-VN" sz="5000" kern="100">
              <a:solidFill>
                <a:schemeClr val="accent6">
                  <a:lumMod val="50000"/>
                </a:schemeClr>
              </a:solidFill>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Bef>
                <a:spcPts val="600"/>
              </a:spcBef>
              <a:spcAft>
                <a:spcPts val="600"/>
              </a:spcAft>
              <a:buNone/>
            </a:pPr>
            <a:r>
              <a:rPr lang="en-US" sz="5000" kern="100">
                <a:solidFill>
                  <a:srgbClr val="000000"/>
                </a:solidFill>
                <a:latin typeface="Apple Color Emoji" pitchFamily="2" charset="0"/>
                <a:ea typeface="Calibri" panose="020F0502020204030204" pitchFamily="34" charset="0"/>
                <a:cs typeface="Apple Color Emoji" pitchFamily="2" charset="0"/>
              </a:rPr>
              <a:t>🔍</a:t>
            </a:r>
            <a:r>
              <a:rPr lang="en-US" sz="50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Từ nối là gì?</a:t>
            </a:r>
            <a:endParaRPr lang="en-VN" sz="5000" kern="10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Bef>
                <a:spcPts val="600"/>
              </a:spcBef>
              <a:spcAft>
                <a:spcPts val="600"/>
              </a:spcAft>
            </a:pPr>
            <a:r>
              <a:rPr lang="en-US" sz="50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Từ nối </a:t>
            </a:r>
            <a:r>
              <a:rPr lang="en-US" sz="50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là những từ hoặc cụm từ giúp </a:t>
            </a:r>
            <a:r>
              <a:rPr lang="en-US" sz="50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kết nối các câu, các đoạn hoặc các ý tưởng lại với nhau</a:t>
            </a:r>
            <a:r>
              <a:rPr lang="en-US" sz="50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để bài viết </a:t>
            </a:r>
            <a:r>
              <a:rPr lang="en-US" sz="50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mạch lạc, trôi chảy và dễ hiểu hơn</a:t>
            </a:r>
            <a:r>
              <a:rPr lang="en-US" sz="50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a:t>
            </a:r>
            <a:endParaRPr lang="en-VN" sz="5000" kern="10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71744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additive="base">
                                        <p:cTn id="7"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xEl>
                                              <p:pRg st="1" end="1"/>
                                            </p:txEl>
                                          </p:spTgt>
                                        </p:tgtEl>
                                        <p:attrNameLst>
                                          <p:attrName>style.visibility</p:attrName>
                                        </p:attrNameLst>
                                      </p:cBhvr>
                                      <p:to>
                                        <p:strVal val="visible"/>
                                      </p:to>
                                    </p:set>
                                    <p:anim calcmode="lin" valueType="num">
                                      <p:cBhvr additive="base">
                                        <p:cTn id="13"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
                                            <p:txEl>
                                              <p:pRg st="2" end="2"/>
                                            </p:txEl>
                                          </p:spTgt>
                                        </p:tgtEl>
                                        <p:attrNameLst>
                                          <p:attrName>style.visibility</p:attrName>
                                        </p:attrNameLst>
                                      </p:cBhvr>
                                      <p:to>
                                        <p:strVal val="visible"/>
                                      </p:to>
                                    </p:set>
                                    <p:anim calcmode="lin" valueType="num">
                                      <p:cBhvr additive="base">
                                        <p:cTn id="19" dur="500" fill="hold"/>
                                        <p:tgtEl>
                                          <p:spTgt spid="1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F3E1D1"/>
        </a:solidFill>
        <a:effectLst/>
      </p:bgPr>
    </p:bg>
    <p:spTree>
      <p:nvGrpSpPr>
        <p:cNvPr id="1" name="">
          <a:extLst>
            <a:ext uri="{FF2B5EF4-FFF2-40B4-BE49-F238E27FC236}">
              <a16:creationId xmlns:a16="http://schemas.microsoft.com/office/drawing/2014/main" id="{88583C1E-93CC-4834-A62E-42C3064DDA5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C43EA24-A90C-570A-188D-841B86A59AB8}"/>
              </a:ext>
            </a:extLst>
          </p:cNvPr>
          <p:cNvGrpSpPr/>
          <p:nvPr/>
        </p:nvGrpSpPr>
        <p:grpSpPr>
          <a:xfrm rot="148260">
            <a:off x="1824598" y="1813471"/>
            <a:ext cx="15256309" cy="8604490"/>
            <a:chOff x="0" y="0"/>
            <a:chExt cx="4018122" cy="2266203"/>
          </a:xfrm>
        </p:grpSpPr>
        <p:sp>
          <p:nvSpPr>
            <p:cNvPr id="3" name="Freeform 3">
              <a:extLst>
                <a:ext uri="{FF2B5EF4-FFF2-40B4-BE49-F238E27FC236}">
                  <a16:creationId xmlns:a16="http://schemas.microsoft.com/office/drawing/2014/main" id="{C3DFF863-CE6D-ED76-A657-443AB25023B3}"/>
                </a:ext>
              </a:extLst>
            </p:cNvPr>
            <p:cNvSpPr/>
            <p:nvPr/>
          </p:nvSpPr>
          <p:spPr>
            <a:xfrm>
              <a:off x="0" y="0"/>
              <a:ext cx="4018123" cy="2266203"/>
            </a:xfrm>
            <a:custGeom>
              <a:avLst/>
              <a:gdLst/>
              <a:ahLst/>
              <a:cxnLst/>
              <a:rect l="l" t="t" r="r" b="b"/>
              <a:pathLst>
                <a:path w="4018123" h="2266203">
                  <a:moveTo>
                    <a:pt x="14716" y="0"/>
                  </a:moveTo>
                  <a:lnTo>
                    <a:pt x="4003406" y="0"/>
                  </a:lnTo>
                  <a:cubicBezTo>
                    <a:pt x="4007309" y="0"/>
                    <a:pt x="4011052" y="1550"/>
                    <a:pt x="4013812" y="4310"/>
                  </a:cubicBezTo>
                  <a:cubicBezTo>
                    <a:pt x="4016572" y="7070"/>
                    <a:pt x="4018123" y="10813"/>
                    <a:pt x="4018123" y="14716"/>
                  </a:cubicBezTo>
                  <a:lnTo>
                    <a:pt x="4018123" y="2251487"/>
                  </a:lnTo>
                  <a:cubicBezTo>
                    <a:pt x="4018123" y="2255390"/>
                    <a:pt x="4016572" y="2259133"/>
                    <a:pt x="4013812" y="2261893"/>
                  </a:cubicBezTo>
                  <a:cubicBezTo>
                    <a:pt x="4011052" y="2264653"/>
                    <a:pt x="4007309" y="2266203"/>
                    <a:pt x="4003406" y="2266203"/>
                  </a:cubicBezTo>
                  <a:lnTo>
                    <a:pt x="14716" y="2266203"/>
                  </a:lnTo>
                  <a:cubicBezTo>
                    <a:pt x="10813" y="2266203"/>
                    <a:pt x="7070" y="2264653"/>
                    <a:pt x="4310" y="2261893"/>
                  </a:cubicBezTo>
                  <a:cubicBezTo>
                    <a:pt x="1550" y="2259133"/>
                    <a:pt x="0" y="2255390"/>
                    <a:pt x="0" y="2251487"/>
                  </a:cubicBezTo>
                  <a:lnTo>
                    <a:pt x="0" y="14716"/>
                  </a:lnTo>
                  <a:cubicBezTo>
                    <a:pt x="0" y="10813"/>
                    <a:pt x="1550" y="7070"/>
                    <a:pt x="4310" y="4310"/>
                  </a:cubicBezTo>
                  <a:cubicBezTo>
                    <a:pt x="7070" y="1550"/>
                    <a:pt x="10813" y="0"/>
                    <a:pt x="14716" y="0"/>
                  </a:cubicBezTo>
                  <a:close/>
                </a:path>
              </a:pathLst>
            </a:custGeom>
            <a:solidFill>
              <a:srgbClr val="C6B7A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A9E4CF08-8CC6-AC69-7208-68C6534B4EF9}"/>
                </a:ext>
              </a:extLst>
            </p:cNvPr>
            <p:cNvSpPr txBox="1"/>
            <p:nvPr/>
          </p:nvSpPr>
          <p:spPr>
            <a:xfrm>
              <a:off x="0" y="-38100"/>
              <a:ext cx="4018122" cy="2304303"/>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a:extLst>
              <a:ext uri="{FF2B5EF4-FFF2-40B4-BE49-F238E27FC236}">
                <a16:creationId xmlns:a16="http://schemas.microsoft.com/office/drawing/2014/main" id="{9473401D-39D5-072B-443C-95A62EF94F0F}"/>
              </a:ext>
            </a:extLst>
          </p:cNvPr>
          <p:cNvSpPr/>
          <p:nvPr/>
        </p:nvSpPr>
        <p:spPr>
          <a:xfrm rot="-5400000">
            <a:off x="16416216" y="5195731"/>
            <a:ext cx="962680" cy="2578608"/>
          </a:xfrm>
          <a:custGeom>
            <a:avLst/>
            <a:gdLst/>
            <a:ahLst/>
            <a:cxnLst/>
            <a:rect l="l" t="t" r="r" b="b"/>
            <a:pathLst>
              <a:path w="962680" h="2578608">
                <a:moveTo>
                  <a:pt x="0" y="0"/>
                </a:moveTo>
                <a:lnTo>
                  <a:pt x="962680" y="0"/>
                </a:lnTo>
                <a:lnTo>
                  <a:pt x="962680" y="2578608"/>
                </a:lnTo>
                <a:lnTo>
                  <a:pt x="0" y="2578608"/>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Freeform 6">
            <a:extLst>
              <a:ext uri="{FF2B5EF4-FFF2-40B4-BE49-F238E27FC236}">
                <a16:creationId xmlns:a16="http://schemas.microsoft.com/office/drawing/2014/main" id="{8A27AD8B-F795-560E-C4EF-FEEC41527CB4}"/>
              </a:ext>
            </a:extLst>
          </p:cNvPr>
          <p:cNvSpPr/>
          <p:nvPr/>
        </p:nvSpPr>
        <p:spPr>
          <a:xfrm rot="-5400000">
            <a:off x="16149303" y="2563412"/>
            <a:ext cx="1496505" cy="2814855"/>
          </a:xfrm>
          <a:custGeom>
            <a:avLst/>
            <a:gdLst/>
            <a:ahLst/>
            <a:cxnLst/>
            <a:rect l="l" t="t" r="r" b="b"/>
            <a:pathLst>
              <a:path w="1496505" h="2814855">
                <a:moveTo>
                  <a:pt x="0" y="0"/>
                </a:moveTo>
                <a:lnTo>
                  <a:pt x="1496505" y="0"/>
                </a:lnTo>
                <a:lnTo>
                  <a:pt x="1496505" y="2814855"/>
                </a:lnTo>
                <a:lnTo>
                  <a:pt x="0" y="2814855"/>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Freeform 7">
            <a:extLst>
              <a:ext uri="{FF2B5EF4-FFF2-40B4-BE49-F238E27FC236}">
                <a16:creationId xmlns:a16="http://schemas.microsoft.com/office/drawing/2014/main" id="{6B61E5D6-8B59-BE8A-6338-14C637F6BF51}"/>
              </a:ext>
            </a:extLst>
          </p:cNvPr>
          <p:cNvSpPr/>
          <p:nvPr/>
        </p:nvSpPr>
        <p:spPr>
          <a:xfrm rot="-5473987">
            <a:off x="16139311" y="3869291"/>
            <a:ext cx="1316802" cy="2834168"/>
          </a:xfrm>
          <a:custGeom>
            <a:avLst/>
            <a:gdLst/>
            <a:ahLst/>
            <a:cxnLst/>
            <a:rect l="l" t="t" r="r" b="b"/>
            <a:pathLst>
              <a:path w="1316802" h="2834168">
                <a:moveTo>
                  <a:pt x="0" y="0"/>
                </a:moveTo>
                <a:lnTo>
                  <a:pt x="1316801" y="0"/>
                </a:lnTo>
                <a:lnTo>
                  <a:pt x="1316801" y="2834168"/>
                </a:lnTo>
                <a:lnTo>
                  <a:pt x="0" y="2834168"/>
                </a:lnTo>
                <a:lnTo>
                  <a:pt x="0" y="0"/>
                </a:lnTo>
                <a:close/>
              </a:path>
            </a:pathLst>
          </a:custGeom>
          <a:blipFill>
            <a:blip r:embed="rId4"/>
            <a:stretch>
              <a:fillRect l="-6837"/>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Freeform 8">
            <a:extLst>
              <a:ext uri="{FF2B5EF4-FFF2-40B4-BE49-F238E27FC236}">
                <a16:creationId xmlns:a16="http://schemas.microsoft.com/office/drawing/2014/main" id="{716D6BC9-6A74-0643-7E9A-EE7544C0A450}"/>
              </a:ext>
            </a:extLst>
          </p:cNvPr>
          <p:cNvSpPr/>
          <p:nvPr/>
        </p:nvSpPr>
        <p:spPr>
          <a:xfrm rot="-5466484">
            <a:off x="16099554" y="6159632"/>
            <a:ext cx="1396316" cy="3127166"/>
          </a:xfrm>
          <a:custGeom>
            <a:avLst/>
            <a:gdLst/>
            <a:ahLst/>
            <a:cxnLst/>
            <a:rect l="l" t="t" r="r" b="b"/>
            <a:pathLst>
              <a:path w="1396316" h="3127166">
                <a:moveTo>
                  <a:pt x="0" y="0"/>
                </a:moveTo>
                <a:lnTo>
                  <a:pt x="1396316" y="0"/>
                </a:lnTo>
                <a:lnTo>
                  <a:pt x="1396316" y="3127166"/>
                </a:lnTo>
                <a:lnTo>
                  <a:pt x="0" y="3127166"/>
                </a:lnTo>
                <a:lnTo>
                  <a:pt x="0" y="0"/>
                </a:lnTo>
                <a:close/>
              </a:path>
            </a:pathLst>
          </a:custGeom>
          <a:blipFill>
            <a:blip r:embed="rId5"/>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Freeform 9">
            <a:extLst>
              <a:ext uri="{FF2B5EF4-FFF2-40B4-BE49-F238E27FC236}">
                <a16:creationId xmlns:a16="http://schemas.microsoft.com/office/drawing/2014/main" id="{F9A159D4-9677-B129-063B-1ABE2E15CEF8}"/>
              </a:ext>
            </a:extLst>
          </p:cNvPr>
          <p:cNvSpPr/>
          <p:nvPr/>
        </p:nvSpPr>
        <p:spPr>
          <a:xfrm rot="-5400000">
            <a:off x="16309085" y="969997"/>
            <a:ext cx="1176942" cy="3061538"/>
          </a:xfrm>
          <a:custGeom>
            <a:avLst/>
            <a:gdLst/>
            <a:ahLst/>
            <a:cxnLst/>
            <a:rect l="l" t="t" r="r" b="b"/>
            <a:pathLst>
              <a:path w="1176942" h="3061538">
                <a:moveTo>
                  <a:pt x="0" y="0"/>
                </a:moveTo>
                <a:lnTo>
                  <a:pt x="1176942" y="0"/>
                </a:lnTo>
                <a:lnTo>
                  <a:pt x="1176942" y="3061538"/>
                </a:lnTo>
                <a:lnTo>
                  <a:pt x="0" y="3061538"/>
                </a:lnTo>
                <a:lnTo>
                  <a:pt x="0" y="0"/>
                </a:lnTo>
                <a:close/>
              </a:path>
            </a:pathLst>
          </a:custGeom>
          <a:blipFill>
            <a:blip r:embed="rId6"/>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0" name="Group 10">
            <a:extLst>
              <a:ext uri="{FF2B5EF4-FFF2-40B4-BE49-F238E27FC236}">
                <a16:creationId xmlns:a16="http://schemas.microsoft.com/office/drawing/2014/main" id="{41D3B2E1-154F-3594-826B-48104E5CD819}"/>
              </a:ext>
            </a:extLst>
          </p:cNvPr>
          <p:cNvGrpSpPr/>
          <p:nvPr/>
        </p:nvGrpSpPr>
        <p:grpSpPr>
          <a:xfrm>
            <a:off x="603650" y="508040"/>
            <a:ext cx="16372589" cy="9270920"/>
            <a:chOff x="0" y="0"/>
            <a:chExt cx="4312122" cy="2441724"/>
          </a:xfrm>
        </p:grpSpPr>
        <p:sp>
          <p:nvSpPr>
            <p:cNvPr id="11" name="Freeform 11">
              <a:extLst>
                <a:ext uri="{FF2B5EF4-FFF2-40B4-BE49-F238E27FC236}">
                  <a16:creationId xmlns:a16="http://schemas.microsoft.com/office/drawing/2014/main" id="{63A034F3-DBCE-1D3B-4004-5B25C4428EDF}"/>
                </a:ext>
              </a:extLst>
            </p:cNvPr>
            <p:cNvSpPr/>
            <p:nvPr/>
          </p:nvSpPr>
          <p:spPr>
            <a:xfrm>
              <a:off x="0" y="0"/>
              <a:ext cx="4312122" cy="2441724"/>
            </a:xfrm>
            <a:custGeom>
              <a:avLst/>
              <a:gdLst/>
              <a:ahLst/>
              <a:cxnLst/>
              <a:rect l="l" t="t" r="r" b="b"/>
              <a:pathLst>
                <a:path w="4312122" h="2441724">
                  <a:moveTo>
                    <a:pt x="13713" y="0"/>
                  </a:moveTo>
                  <a:lnTo>
                    <a:pt x="4298410" y="0"/>
                  </a:lnTo>
                  <a:cubicBezTo>
                    <a:pt x="4302046" y="0"/>
                    <a:pt x="4305534" y="1445"/>
                    <a:pt x="4308106" y="4016"/>
                  </a:cubicBezTo>
                  <a:cubicBezTo>
                    <a:pt x="4310678" y="6588"/>
                    <a:pt x="4312122" y="10076"/>
                    <a:pt x="4312122" y="13713"/>
                  </a:cubicBezTo>
                  <a:lnTo>
                    <a:pt x="4312122" y="2428011"/>
                  </a:lnTo>
                  <a:cubicBezTo>
                    <a:pt x="4312122" y="2431648"/>
                    <a:pt x="4310678" y="2435135"/>
                    <a:pt x="4308106" y="2437707"/>
                  </a:cubicBezTo>
                  <a:cubicBezTo>
                    <a:pt x="4305534" y="2440279"/>
                    <a:pt x="4302046" y="2441724"/>
                    <a:pt x="4298410" y="2441724"/>
                  </a:cubicBezTo>
                  <a:lnTo>
                    <a:pt x="13713" y="2441724"/>
                  </a:lnTo>
                  <a:cubicBezTo>
                    <a:pt x="10076" y="2441724"/>
                    <a:pt x="6588" y="2440279"/>
                    <a:pt x="4016" y="2437707"/>
                  </a:cubicBezTo>
                  <a:cubicBezTo>
                    <a:pt x="1445" y="2435135"/>
                    <a:pt x="0" y="2431648"/>
                    <a:pt x="0" y="2428011"/>
                  </a:cubicBezTo>
                  <a:lnTo>
                    <a:pt x="0" y="13713"/>
                  </a:lnTo>
                  <a:cubicBezTo>
                    <a:pt x="0" y="10076"/>
                    <a:pt x="1445" y="6588"/>
                    <a:pt x="4016" y="4016"/>
                  </a:cubicBezTo>
                  <a:cubicBezTo>
                    <a:pt x="6588" y="1445"/>
                    <a:pt x="10076" y="0"/>
                    <a:pt x="1371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Box 12">
              <a:extLst>
                <a:ext uri="{FF2B5EF4-FFF2-40B4-BE49-F238E27FC236}">
                  <a16:creationId xmlns:a16="http://schemas.microsoft.com/office/drawing/2014/main" id="{3DEA7A38-5E53-889E-432B-4057B143BD24}"/>
                </a:ext>
              </a:extLst>
            </p:cNvPr>
            <p:cNvSpPr txBox="1"/>
            <p:nvPr/>
          </p:nvSpPr>
          <p:spPr>
            <a:xfrm>
              <a:off x="0" y="-38100"/>
              <a:ext cx="4312122" cy="247982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3" name="Freeform 13">
            <a:extLst>
              <a:ext uri="{FF2B5EF4-FFF2-40B4-BE49-F238E27FC236}">
                <a16:creationId xmlns:a16="http://schemas.microsoft.com/office/drawing/2014/main" id="{D6A9E1DE-1EA5-0B76-55E1-AE95D099FCFC}"/>
              </a:ext>
            </a:extLst>
          </p:cNvPr>
          <p:cNvSpPr/>
          <p:nvPr/>
        </p:nvSpPr>
        <p:spPr>
          <a:xfrm>
            <a:off x="234255" y="508040"/>
            <a:ext cx="1155550" cy="9210904"/>
          </a:xfrm>
          <a:custGeom>
            <a:avLst/>
            <a:gdLst/>
            <a:ahLst/>
            <a:cxnLst/>
            <a:rect l="l" t="t" r="r" b="b"/>
            <a:pathLst>
              <a:path w="1155550" h="9210904">
                <a:moveTo>
                  <a:pt x="0" y="0"/>
                </a:moveTo>
                <a:lnTo>
                  <a:pt x="1155549" y="0"/>
                </a:lnTo>
                <a:lnTo>
                  <a:pt x="1155549" y="9210904"/>
                </a:lnTo>
                <a:lnTo>
                  <a:pt x="0" y="921090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Box 14">
            <a:extLst>
              <a:ext uri="{FF2B5EF4-FFF2-40B4-BE49-F238E27FC236}">
                <a16:creationId xmlns:a16="http://schemas.microsoft.com/office/drawing/2014/main" id="{F85B530E-A7CD-7D7D-BB88-DDE401B928E8}"/>
              </a:ext>
            </a:extLst>
          </p:cNvPr>
          <p:cNvSpPr txBox="1"/>
          <p:nvPr/>
        </p:nvSpPr>
        <p:spPr>
          <a:xfrm>
            <a:off x="1696286" y="1488593"/>
            <a:ext cx="14895427" cy="7317196"/>
          </a:xfrm>
          <a:prstGeom prst="rect">
            <a:avLst/>
          </a:prstGeom>
        </p:spPr>
        <p:txBody>
          <a:bodyPr wrap="square" lIns="0" tIns="0" rIns="0" bIns="0" rtlCol="0" anchor="t">
            <a:spAutoFit/>
          </a:bodyPr>
          <a:lstStyle/>
          <a:p>
            <a:pPr algn="just">
              <a:lnSpc>
                <a:spcPct val="150000"/>
              </a:lnSpc>
              <a:spcBef>
                <a:spcPts val="600"/>
              </a:spcBef>
              <a:spcAft>
                <a:spcPts val="600"/>
              </a:spcAft>
              <a:buNone/>
            </a:pPr>
            <a:r>
              <a:rPr lang="en-US" sz="4500" kern="100">
                <a:solidFill>
                  <a:srgbClr val="000000"/>
                </a:solidFill>
                <a:latin typeface="Apple Color Emoji" pitchFamily="2" charset="0"/>
                <a:ea typeface="Calibri" panose="020F0502020204030204" pitchFamily="34" charset="0"/>
                <a:cs typeface="Apple Color Emoji" pitchFamily="2" charset="0"/>
              </a:rPr>
              <a:t>🔍</a:t>
            </a:r>
            <a:r>
              <a:rPr lang="en-US" sz="45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a:t>
            </a:r>
            <a:r>
              <a:rPr lang="vi-VN" sz="45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Tại sao cần dùng từ nối trong kỹ năng </a:t>
            </a:r>
            <a:r>
              <a:rPr lang="vi-VN" sz="45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WRITING VSTEP</a:t>
            </a:r>
            <a:r>
              <a:rPr lang="vi-VN" sz="45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a:t>
            </a:r>
            <a:endParaRPr lang="en-VN" sz="4500" kern="100">
              <a:latin typeface="Calibri" panose="020F0502020204030204" pitchFamily="34" charset="0"/>
              <a:ea typeface="Calibri" panose="020F0502020204030204" pitchFamily="34" charset="0"/>
              <a:cs typeface="Times New Roman" panose="02020603050405020304" pitchFamily="18" charset="0"/>
            </a:endParaRPr>
          </a:p>
          <a:p>
            <a:pPr marL="685800" lvl="0" indent="-685800" algn="just">
              <a:lnSpc>
                <a:spcPct val="150000"/>
              </a:lnSpc>
              <a:spcAft>
                <a:spcPts val="600"/>
              </a:spcAft>
              <a:buFont typeface="Wingdings" pitchFamily="2" charset="2"/>
              <a:buChar char="§"/>
              <a:tabLst>
                <a:tab pos="228600" algn="l"/>
                <a:tab pos="457200" algn="l"/>
              </a:tabLst>
            </a:pPr>
            <a:r>
              <a:rPr lang="vi-VN" sz="45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Từ nối giúp bài viết </a:t>
            </a:r>
            <a:r>
              <a:rPr lang="vi-VN" sz="45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không bị rời rạc</a:t>
            </a:r>
            <a:r>
              <a:rPr lang="vi-VN" sz="45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Người đọc nắm rõ mối quan hệ giữa các ý (thêm ý, đối lập, nguyên nhân – kết quả, …).</a:t>
            </a:r>
            <a:endParaRPr lang="en-VN" sz="4500" kern="100">
              <a:latin typeface="Calibri" panose="020F0502020204030204" pitchFamily="34" charset="0"/>
              <a:ea typeface="Calibri" panose="020F0502020204030204" pitchFamily="34" charset="0"/>
              <a:cs typeface="Times New Roman" panose="02020603050405020304" pitchFamily="18" charset="0"/>
            </a:endParaRPr>
          </a:p>
          <a:p>
            <a:pPr marL="685800" lvl="0" indent="-685800" algn="just">
              <a:lnSpc>
                <a:spcPct val="150000"/>
              </a:lnSpc>
              <a:spcAft>
                <a:spcPts val="600"/>
              </a:spcAft>
              <a:buFont typeface="Wingdings" pitchFamily="2" charset="2"/>
              <a:buChar char="§"/>
              <a:tabLst>
                <a:tab pos="228600" algn="l"/>
                <a:tab pos="457200" algn="l"/>
              </a:tabLst>
            </a:pPr>
            <a:r>
              <a:rPr lang="vi-VN" sz="45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Giúp tăng điểm tiêu chí "</a:t>
            </a:r>
            <a:r>
              <a:rPr lang="vi-VN" sz="45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Coherence and Cohesion</a:t>
            </a:r>
            <a:r>
              <a:rPr lang="vi-VN" sz="45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trong chấm điểm kỹ năng </a:t>
            </a:r>
            <a:r>
              <a:rPr lang="vi-VN" sz="45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WRITING</a:t>
            </a:r>
            <a:r>
              <a:rPr lang="vi-VN" sz="45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a:t>
            </a:r>
            <a:endParaRPr lang="en-VN" sz="4500" kern="10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98552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additive="base">
                                        <p:cTn id="7"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xEl>
                                              <p:pRg st="1" end="1"/>
                                            </p:txEl>
                                          </p:spTgt>
                                        </p:tgtEl>
                                        <p:attrNameLst>
                                          <p:attrName>style.visibility</p:attrName>
                                        </p:attrNameLst>
                                      </p:cBhvr>
                                      <p:to>
                                        <p:strVal val="visible"/>
                                      </p:to>
                                    </p:set>
                                    <p:anim calcmode="lin" valueType="num">
                                      <p:cBhvr additive="base">
                                        <p:cTn id="13"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
                                            <p:txEl>
                                              <p:pRg st="2" end="2"/>
                                            </p:txEl>
                                          </p:spTgt>
                                        </p:tgtEl>
                                        <p:attrNameLst>
                                          <p:attrName>style.visibility</p:attrName>
                                        </p:attrNameLst>
                                      </p:cBhvr>
                                      <p:to>
                                        <p:strVal val="visible"/>
                                      </p:to>
                                    </p:set>
                                    <p:anim calcmode="lin" valueType="num">
                                      <p:cBhvr additive="base">
                                        <p:cTn id="19" dur="500" fill="hold"/>
                                        <p:tgtEl>
                                          <p:spTgt spid="1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F3E1D1"/>
        </a:solidFill>
        <a:effectLst/>
      </p:bgPr>
    </p:bg>
    <p:spTree>
      <p:nvGrpSpPr>
        <p:cNvPr id="1" name="">
          <a:extLst>
            <a:ext uri="{FF2B5EF4-FFF2-40B4-BE49-F238E27FC236}">
              <a16:creationId xmlns:a16="http://schemas.microsoft.com/office/drawing/2014/main" id="{0A2D1440-EA2A-8CB9-DD77-35D50E87D7C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2D9D074-A148-E3AD-584C-1E00B59BBFF0}"/>
              </a:ext>
            </a:extLst>
          </p:cNvPr>
          <p:cNvGrpSpPr/>
          <p:nvPr/>
        </p:nvGrpSpPr>
        <p:grpSpPr>
          <a:xfrm rot="148260">
            <a:off x="1824598" y="1813471"/>
            <a:ext cx="15256309" cy="8604490"/>
            <a:chOff x="0" y="0"/>
            <a:chExt cx="4018122" cy="2266203"/>
          </a:xfrm>
        </p:grpSpPr>
        <p:sp>
          <p:nvSpPr>
            <p:cNvPr id="3" name="Freeform 3">
              <a:extLst>
                <a:ext uri="{FF2B5EF4-FFF2-40B4-BE49-F238E27FC236}">
                  <a16:creationId xmlns:a16="http://schemas.microsoft.com/office/drawing/2014/main" id="{3D152329-DA2B-D1C4-52AD-55D1C71DC268}"/>
                </a:ext>
              </a:extLst>
            </p:cNvPr>
            <p:cNvSpPr/>
            <p:nvPr/>
          </p:nvSpPr>
          <p:spPr>
            <a:xfrm>
              <a:off x="0" y="0"/>
              <a:ext cx="4018123" cy="2266203"/>
            </a:xfrm>
            <a:custGeom>
              <a:avLst/>
              <a:gdLst/>
              <a:ahLst/>
              <a:cxnLst/>
              <a:rect l="l" t="t" r="r" b="b"/>
              <a:pathLst>
                <a:path w="4018123" h="2266203">
                  <a:moveTo>
                    <a:pt x="14716" y="0"/>
                  </a:moveTo>
                  <a:lnTo>
                    <a:pt x="4003406" y="0"/>
                  </a:lnTo>
                  <a:cubicBezTo>
                    <a:pt x="4007309" y="0"/>
                    <a:pt x="4011052" y="1550"/>
                    <a:pt x="4013812" y="4310"/>
                  </a:cubicBezTo>
                  <a:cubicBezTo>
                    <a:pt x="4016572" y="7070"/>
                    <a:pt x="4018123" y="10813"/>
                    <a:pt x="4018123" y="14716"/>
                  </a:cubicBezTo>
                  <a:lnTo>
                    <a:pt x="4018123" y="2251487"/>
                  </a:lnTo>
                  <a:cubicBezTo>
                    <a:pt x="4018123" y="2255390"/>
                    <a:pt x="4016572" y="2259133"/>
                    <a:pt x="4013812" y="2261893"/>
                  </a:cubicBezTo>
                  <a:cubicBezTo>
                    <a:pt x="4011052" y="2264653"/>
                    <a:pt x="4007309" y="2266203"/>
                    <a:pt x="4003406" y="2266203"/>
                  </a:cubicBezTo>
                  <a:lnTo>
                    <a:pt x="14716" y="2266203"/>
                  </a:lnTo>
                  <a:cubicBezTo>
                    <a:pt x="10813" y="2266203"/>
                    <a:pt x="7070" y="2264653"/>
                    <a:pt x="4310" y="2261893"/>
                  </a:cubicBezTo>
                  <a:cubicBezTo>
                    <a:pt x="1550" y="2259133"/>
                    <a:pt x="0" y="2255390"/>
                    <a:pt x="0" y="2251487"/>
                  </a:cubicBezTo>
                  <a:lnTo>
                    <a:pt x="0" y="14716"/>
                  </a:lnTo>
                  <a:cubicBezTo>
                    <a:pt x="0" y="10813"/>
                    <a:pt x="1550" y="7070"/>
                    <a:pt x="4310" y="4310"/>
                  </a:cubicBezTo>
                  <a:cubicBezTo>
                    <a:pt x="7070" y="1550"/>
                    <a:pt x="10813" y="0"/>
                    <a:pt x="14716" y="0"/>
                  </a:cubicBezTo>
                  <a:close/>
                </a:path>
              </a:pathLst>
            </a:custGeom>
            <a:solidFill>
              <a:srgbClr val="C6B7A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4C2097C8-1572-6EE7-A515-7D2281409132}"/>
                </a:ext>
              </a:extLst>
            </p:cNvPr>
            <p:cNvSpPr txBox="1"/>
            <p:nvPr/>
          </p:nvSpPr>
          <p:spPr>
            <a:xfrm>
              <a:off x="0" y="-38100"/>
              <a:ext cx="4018122" cy="2304303"/>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a:extLst>
              <a:ext uri="{FF2B5EF4-FFF2-40B4-BE49-F238E27FC236}">
                <a16:creationId xmlns:a16="http://schemas.microsoft.com/office/drawing/2014/main" id="{B07A53FD-AA36-8902-1FB3-D4714BA39560}"/>
              </a:ext>
            </a:extLst>
          </p:cNvPr>
          <p:cNvSpPr/>
          <p:nvPr/>
        </p:nvSpPr>
        <p:spPr>
          <a:xfrm rot="-5400000">
            <a:off x="16416216" y="5195731"/>
            <a:ext cx="962680" cy="2578608"/>
          </a:xfrm>
          <a:custGeom>
            <a:avLst/>
            <a:gdLst/>
            <a:ahLst/>
            <a:cxnLst/>
            <a:rect l="l" t="t" r="r" b="b"/>
            <a:pathLst>
              <a:path w="962680" h="2578608">
                <a:moveTo>
                  <a:pt x="0" y="0"/>
                </a:moveTo>
                <a:lnTo>
                  <a:pt x="962680" y="0"/>
                </a:lnTo>
                <a:lnTo>
                  <a:pt x="962680" y="2578608"/>
                </a:lnTo>
                <a:lnTo>
                  <a:pt x="0" y="2578608"/>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Freeform 6">
            <a:extLst>
              <a:ext uri="{FF2B5EF4-FFF2-40B4-BE49-F238E27FC236}">
                <a16:creationId xmlns:a16="http://schemas.microsoft.com/office/drawing/2014/main" id="{6441725D-B7B9-A480-5204-E57FB04CC8E2}"/>
              </a:ext>
            </a:extLst>
          </p:cNvPr>
          <p:cNvSpPr/>
          <p:nvPr/>
        </p:nvSpPr>
        <p:spPr>
          <a:xfrm rot="-5400000">
            <a:off x="16149303" y="2563412"/>
            <a:ext cx="1496505" cy="2814855"/>
          </a:xfrm>
          <a:custGeom>
            <a:avLst/>
            <a:gdLst/>
            <a:ahLst/>
            <a:cxnLst/>
            <a:rect l="l" t="t" r="r" b="b"/>
            <a:pathLst>
              <a:path w="1496505" h="2814855">
                <a:moveTo>
                  <a:pt x="0" y="0"/>
                </a:moveTo>
                <a:lnTo>
                  <a:pt x="1496505" y="0"/>
                </a:lnTo>
                <a:lnTo>
                  <a:pt x="1496505" y="2814855"/>
                </a:lnTo>
                <a:lnTo>
                  <a:pt x="0" y="2814855"/>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Freeform 7">
            <a:extLst>
              <a:ext uri="{FF2B5EF4-FFF2-40B4-BE49-F238E27FC236}">
                <a16:creationId xmlns:a16="http://schemas.microsoft.com/office/drawing/2014/main" id="{25797192-BFF9-8C5D-6D43-46E539719DED}"/>
              </a:ext>
            </a:extLst>
          </p:cNvPr>
          <p:cNvSpPr/>
          <p:nvPr/>
        </p:nvSpPr>
        <p:spPr>
          <a:xfrm rot="-5473987">
            <a:off x="16139311" y="3869291"/>
            <a:ext cx="1316802" cy="2834168"/>
          </a:xfrm>
          <a:custGeom>
            <a:avLst/>
            <a:gdLst/>
            <a:ahLst/>
            <a:cxnLst/>
            <a:rect l="l" t="t" r="r" b="b"/>
            <a:pathLst>
              <a:path w="1316802" h="2834168">
                <a:moveTo>
                  <a:pt x="0" y="0"/>
                </a:moveTo>
                <a:lnTo>
                  <a:pt x="1316801" y="0"/>
                </a:lnTo>
                <a:lnTo>
                  <a:pt x="1316801" y="2834168"/>
                </a:lnTo>
                <a:lnTo>
                  <a:pt x="0" y="2834168"/>
                </a:lnTo>
                <a:lnTo>
                  <a:pt x="0" y="0"/>
                </a:lnTo>
                <a:close/>
              </a:path>
            </a:pathLst>
          </a:custGeom>
          <a:blipFill>
            <a:blip r:embed="rId4"/>
            <a:stretch>
              <a:fillRect l="-6837"/>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Freeform 8">
            <a:extLst>
              <a:ext uri="{FF2B5EF4-FFF2-40B4-BE49-F238E27FC236}">
                <a16:creationId xmlns:a16="http://schemas.microsoft.com/office/drawing/2014/main" id="{30DEEEE9-DB90-6C0A-DE02-AE90CC6A8D76}"/>
              </a:ext>
            </a:extLst>
          </p:cNvPr>
          <p:cNvSpPr/>
          <p:nvPr/>
        </p:nvSpPr>
        <p:spPr>
          <a:xfrm rot="-5466484">
            <a:off x="16099554" y="6159632"/>
            <a:ext cx="1396316" cy="3127166"/>
          </a:xfrm>
          <a:custGeom>
            <a:avLst/>
            <a:gdLst/>
            <a:ahLst/>
            <a:cxnLst/>
            <a:rect l="l" t="t" r="r" b="b"/>
            <a:pathLst>
              <a:path w="1396316" h="3127166">
                <a:moveTo>
                  <a:pt x="0" y="0"/>
                </a:moveTo>
                <a:lnTo>
                  <a:pt x="1396316" y="0"/>
                </a:lnTo>
                <a:lnTo>
                  <a:pt x="1396316" y="3127166"/>
                </a:lnTo>
                <a:lnTo>
                  <a:pt x="0" y="3127166"/>
                </a:lnTo>
                <a:lnTo>
                  <a:pt x="0" y="0"/>
                </a:lnTo>
                <a:close/>
              </a:path>
            </a:pathLst>
          </a:custGeom>
          <a:blipFill>
            <a:blip r:embed="rId5"/>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Freeform 9">
            <a:extLst>
              <a:ext uri="{FF2B5EF4-FFF2-40B4-BE49-F238E27FC236}">
                <a16:creationId xmlns:a16="http://schemas.microsoft.com/office/drawing/2014/main" id="{0D0B02FE-A34E-890D-0D62-59E56C6DD31A}"/>
              </a:ext>
            </a:extLst>
          </p:cNvPr>
          <p:cNvSpPr/>
          <p:nvPr/>
        </p:nvSpPr>
        <p:spPr>
          <a:xfrm rot="-5400000">
            <a:off x="16309085" y="969997"/>
            <a:ext cx="1176942" cy="3061538"/>
          </a:xfrm>
          <a:custGeom>
            <a:avLst/>
            <a:gdLst/>
            <a:ahLst/>
            <a:cxnLst/>
            <a:rect l="l" t="t" r="r" b="b"/>
            <a:pathLst>
              <a:path w="1176942" h="3061538">
                <a:moveTo>
                  <a:pt x="0" y="0"/>
                </a:moveTo>
                <a:lnTo>
                  <a:pt x="1176942" y="0"/>
                </a:lnTo>
                <a:lnTo>
                  <a:pt x="1176942" y="3061538"/>
                </a:lnTo>
                <a:lnTo>
                  <a:pt x="0" y="3061538"/>
                </a:lnTo>
                <a:lnTo>
                  <a:pt x="0" y="0"/>
                </a:lnTo>
                <a:close/>
              </a:path>
            </a:pathLst>
          </a:custGeom>
          <a:blipFill>
            <a:blip r:embed="rId6"/>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0" name="Group 10">
            <a:extLst>
              <a:ext uri="{FF2B5EF4-FFF2-40B4-BE49-F238E27FC236}">
                <a16:creationId xmlns:a16="http://schemas.microsoft.com/office/drawing/2014/main" id="{BD8D3C22-275D-44B9-F517-2F8375DD53D3}"/>
              </a:ext>
            </a:extLst>
          </p:cNvPr>
          <p:cNvGrpSpPr/>
          <p:nvPr/>
        </p:nvGrpSpPr>
        <p:grpSpPr>
          <a:xfrm>
            <a:off x="603650" y="508040"/>
            <a:ext cx="16372589" cy="9270920"/>
            <a:chOff x="0" y="0"/>
            <a:chExt cx="4312122" cy="2441724"/>
          </a:xfrm>
        </p:grpSpPr>
        <p:sp>
          <p:nvSpPr>
            <p:cNvPr id="11" name="Freeform 11">
              <a:extLst>
                <a:ext uri="{FF2B5EF4-FFF2-40B4-BE49-F238E27FC236}">
                  <a16:creationId xmlns:a16="http://schemas.microsoft.com/office/drawing/2014/main" id="{E0458A71-FAC0-27BF-6DE4-D8301C9ADAED}"/>
                </a:ext>
              </a:extLst>
            </p:cNvPr>
            <p:cNvSpPr/>
            <p:nvPr/>
          </p:nvSpPr>
          <p:spPr>
            <a:xfrm>
              <a:off x="0" y="0"/>
              <a:ext cx="4312122" cy="2441724"/>
            </a:xfrm>
            <a:custGeom>
              <a:avLst/>
              <a:gdLst/>
              <a:ahLst/>
              <a:cxnLst/>
              <a:rect l="l" t="t" r="r" b="b"/>
              <a:pathLst>
                <a:path w="4312122" h="2441724">
                  <a:moveTo>
                    <a:pt x="13713" y="0"/>
                  </a:moveTo>
                  <a:lnTo>
                    <a:pt x="4298410" y="0"/>
                  </a:lnTo>
                  <a:cubicBezTo>
                    <a:pt x="4302046" y="0"/>
                    <a:pt x="4305534" y="1445"/>
                    <a:pt x="4308106" y="4016"/>
                  </a:cubicBezTo>
                  <a:cubicBezTo>
                    <a:pt x="4310678" y="6588"/>
                    <a:pt x="4312122" y="10076"/>
                    <a:pt x="4312122" y="13713"/>
                  </a:cubicBezTo>
                  <a:lnTo>
                    <a:pt x="4312122" y="2428011"/>
                  </a:lnTo>
                  <a:cubicBezTo>
                    <a:pt x="4312122" y="2431648"/>
                    <a:pt x="4310678" y="2435135"/>
                    <a:pt x="4308106" y="2437707"/>
                  </a:cubicBezTo>
                  <a:cubicBezTo>
                    <a:pt x="4305534" y="2440279"/>
                    <a:pt x="4302046" y="2441724"/>
                    <a:pt x="4298410" y="2441724"/>
                  </a:cubicBezTo>
                  <a:lnTo>
                    <a:pt x="13713" y="2441724"/>
                  </a:lnTo>
                  <a:cubicBezTo>
                    <a:pt x="10076" y="2441724"/>
                    <a:pt x="6588" y="2440279"/>
                    <a:pt x="4016" y="2437707"/>
                  </a:cubicBezTo>
                  <a:cubicBezTo>
                    <a:pt x="1445" y="2435135"/>
                    <a:pt x="0" y="2431648"/>
                    <a:pt x="0" y="2428011"/>
                  </a:cubicBezTo>
                  <a:lnTo>
                    <a:pt x="0" y="13713"/>
                  </a:lnTo>
                  <a:cubicBezTo>
                    <a:pt x="0" y="10076"/>
                    <a:pt x="1445" y="6588"/>
                    <a:pt x="4016" y="4016"/>
                  </a:cubicBezTo>
                  <a:cubicBezTo>
                    <a:pt x="6588" y="1445"/>
                    <a:pt x="10076" y="0"/>
                    <a:pt x="1371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Box 12">
              <a:extLst>
                <a:ext uri="{FF2B5EF4-FFF2-40B4-BE49-F238E27FC236}">
                  <a16:creationId xmlns:a16="http://schemas.microsoft.com/office/drawing/2014/main" id="{411A4D61-DCB7-A9BC-5AC8-28B82310EF2C}"/>
                </a:ext>
              </a:extLst>
            </p:cNvPr>
            <p:cNvSpPr txBox="1"/>
            <p:nvPr/>
          </p:nvSpPr>
          <p:spPr>
            <a:xfrm>
              <a:off x="0" y="-38100"/>
              <a:ext cx="4312122" cy="247982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3" name="Freeform 13">
            <a:extLst>
              <a:ext uri="{FF2B5EF4-FFF2-40B4-BE49-F238E27FC236}">
                <a16:creationId xmlns:a16="http://schemas.microsoft.com/office/drawing/2014/main" id="{51AD1F84-43A5-A957-728B-1BE0C9C02A5D}"/>
              </a:ext>
            </a:extLst>
          </p:cNvPr>
          <p:cNvSpPr/>
          <p:nvPr/>
        </p:nvSpPr>
        <p:spPr>
          <a:xfrm>
            <a:off x="234255" y="508040"/>
            <a:ext cx="1155550" cy="9210904"/>
          </a:xfrm>
          <a:custGeom>
            <a:avLst/>
            <a:gdLst/>
            <a:ahLst/>
            <a:cxnLst/>
            <a:rect l="l" t="t" r="r" b="b"/>
            <a:pathLst>
              <a:path w="1155550" h="9210904">
                <a:moveTo>
                  <a:pt x="0" y="0"/>
                </a:moveTo>
                <a:lnTo>
                  <a:pt x="1155549" y="0"/>
                </a:lnTo>
                <a:lnTo>
                  <a:pt x="1155549" y="9210904"/>
                </a:lnTo>
                <a:lnTo>
                  <a:pt x="0" y="921090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Box 14">
            <a:extLst>
              <a:ext uri="{FF2B5EF4-FFF2-40B4-BE49-F238E27FC236}">
                <a16:creationId xmlns:a16="http://schemas.microsoft.com/office/drawing/2014/main" id="{AB5ACAA5-3822-0B0F-58DF-8084C3B06CA6}"/>
              </a:ext>
            </a:extLst>
          </p:cNvPr>
          <p:cNvSpPr txBox="1"/>
          <p:nvPr/>
        </p:nvSpPr>
        <p:spPr>
          <a:xfrm>
            <a:off x="1696286" y="1045294"/>
            <a:ext cx="14895427" cy="8196411"/>
          </a:xfrm>
          <a:prstGeom prst="rect">
            <a:avLst/>
          </a:prstGeom>
        </p:spPr>
        <p:txBody>
          <a:bodyPr wrap="square" lIns="0" tIns="0" rIns="0" bIns="0" rtlCol="0" anchor="t">
            <a:spAutoFit/>
          </a:bodyPr>
          <a:lstStyle/>
          <a:p>
            <a:pPr>
              <a:lnSpc>
                <a:spcPct val="107000"/>
              </a:lnSpc>
              <a:spcAft>
                <a:spcPts val="800"/>
              </a:spcAft>
              <a:buNone/>
            </a:pPr>
            <a:r>
              <a:rPr lang="vi-VN" sz="4500" b="1" kern="100">
                <a:solidFill>
                  <a:srgbClr val="000000"/>
                </a:solidFill>
                <a:latin typeface="Apple Color Emoji" pitchFamily="2" charset="0"/>
                <a:ea typeface="Calibri" panose="020F0502020204030204" pitchFamily="34" charset="0"/>
                <a:cs typeface="Apple Color Emoji" pitchFamily="2" charset="0"/>
              </a:rPr>
              <a:t>✏️</a:t>
            </a:r>
            <a:r>
              <a:rPr lang="vi-VN" sz="45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Ví dụ:</a:t>
            </a:r>
            <a:endParaRPr lang="en-VN" sz="4500" kern="10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vi-VN" sz="4500" b="1" kern="100">
                <a:solidFill>
                  <a:srgbClr val="00B0F0"/>
                </a:solidFill>
                <a:latin typeface="American Typewriter" panose="02090604020004020304" pitchFamily="18" charset="77"/>
                <a:ea typeface="Calibri" panose="020F0502020204030204" pitchFamily="34" charset="0"/>
                <a:cs typeface="Times New Roman" panose="02020603050405020304" pitchFamily="18" charset="0"/>
              </a:rPr>
              <a:t>Không có từ nối:</a:t>
            </a:r>
            <a:endParaRPr lang="en-VN" sz="4500" kern="100">
              <a:solidFill>
                <a:srgbClr val="00B0F0"/>
              </a:solidFill>
              <a:latin typeface="Calibri" panose="020F0502020204030204" pitchFamily="34" charset="0"/>
              <a:ea typeface="Calibri" panose="020F0502020204030204" pitchFamily="34" charset="0"/>
              <a:cs typeface="Times New Roman" panose="02020603050405020304" pitchFamily="18" charset="0"/>
            </a:endParaRPr>
          </a:p>
          <a:p>
            <a:pPr marL="685800" lvl="0" indent="-685800" algn="just">
              <a:lnSpc>
                <a:spcPct val="150000"/>
              </a:lnSpc>
              <a:spcBef>
                <a:spcPts val="600"/>
              </a:spcBef>
              <a:spcAft>
                <a:spcPts val="600"/>
              </a:spcAft>
              <a:buFont typeface="Wingdings" pitchFamily="2" charset="2"/>
              <a:buChar char="§"/>
              <a:tabLst>
                <a:tab pos="228600" algn="l"/>
              </a:tabLst>
            </a:pPr>
            <a:r>
              <a:rPr lang="vi-VN" sz="45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I like playing badminton. It helps me keep fit. It is fun. </a:t>
            </a:r>
            <a:r>
              <a:rPr lang="en-VN" sz="4500" i="1" kern="100">
                <a:solidFill>
                  <a:srgbClr val="000000"/>
                </a:solidFill>
                <a:latin typeface="Apple Color Emoji" pitchFamily="2" charset="0"/>
                <a:ea typeface="Calibri" panose="020F0502020204030204" pitchFamily="34" charset="0"/>
                <a:cs typeface="Apple Color Emoji" pitchFamily="2" charset="0"/>
              </a:rPr>
              <a:t>👉</a:t>
            </a:r>
            <a:r>
              <a:rPr lang="en-VN" sz="4500" i="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a:t>
            </a:r>
            <a:r>
              <a:rPr lang="vi-VN" sz="4500" i="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Câu nghe rời rạc, giống như liệt kê.</a:t>
            </a:r>
            <a:endParaRPr lang="en-VN" sz="4500" kern="100">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Bef>
                <a:spcPts val="600"/>
              </a:spcBef>
              <a:spcAft>
                <a:spcPts val="600"/>
              </a:spcAft>
            </a:pPr>
            <a:r>
              <a:rPr lang="vi-VN" sz="4500" b="1" kern="100">
                <a:solidFill>
                  <a:srgbClr val="00B0F0"/>
                </a:solidFill>
                <a:latin typeface="American Typewriter" panose="02090604020004020304" pitchFamily="18" charset="77"/>
                <a:ea typeface="Calibri" panose="020F0502020204030204" pitchFamily="34" charset="0"/>
                <a:cs typeface="Times New Roman" panose="02020603050405020304" pitchFamily="18" charset="0"/>
              </a:rPr>
              <a:t>Có từ nối:</a:t>
            </a:r>
            <a:endParaRPr lang="en-VN" sz="4500" kern="100">
              <a:solidFill>
                <a:srgbClr val="00B0F0"/>
              </a:solidFill>
              <a:latin typeface="Calibri" panose="020F0502020204030204" pitchFamily="34" charset="0"/>
              <a:ea typeface="Calibri" panose="020F0502020204030204" pitchFamily="34" charset="0"/>
              <a:cs typeface="Times New Roman" panose="02020603050405020304" pitchFamily="18" charset="0"/>
            </a:endParaRPr>
          </a:p>
          <a:p>
            <a:pPr marL="685800" lvl="0" indent="-685800" algn="just">
              <a:lnSpc>
                <a:spcPct val="150000"/>
              </a:lnSpc>
              <a:spcBef>
                <a:spcPts val="600"/>
              </a:spcBef>
              <a:spcAft>
                <a:spcPts val="600"/>
              </a:spcAft>
              <a:buFont typeface="Wingdings" pitchFamily="2" charset="2"/>
              <a:buChar char="§"/>
              <a:tabLst>
                <a:tab pos="228600" algn="l"/>
              </a:tabLst>
            </a:pPr>
            <a:r>
              <a:rPr lang="vi-VN" sz="45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I like playing badminton </a:t>
            </a:r>
            <a:r>
              <a:rPr lang="vi-VN" sz="45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because</a:t>
            </a:r>
            <a:r>
              <a:rPr lang="vi-VN" sz="45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it helps me keep fit. </a:t>
            </a:r>
            <a:r>
              <a:rPr lang="vi-VN" sz="45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Moreover</a:t>
            </a:r>
            <a:r>
              <a:rPr lang="vi-VN" sz="45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it is fun. </a:t>
            </a:r>
            <a:r>
              <a:rPr lang="en-VN" sz="4500" i="1" kern="100">
                <a:solidFill>
                  <a:srgbClr val="000000"/>
                </a:solidFill>
                <a:latin typeface="Apple Color Emoji" pitchFamily="2" charset="0"/>
                <a:ea typeface="Calibri" panose="020F0502020204030204" pitchFamily="34" charset="0"/>
                <a:cs typeface="Apple Color Emoji" pitchFamily="2" charset="0"/>
              </a:rPr>
              <a:t>👉</a:t>
            </a:r>
            <a:r>
              <a:rPr lang="en-VN" sz="4500" i="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a:t>
            </a:r>
            <a:r>
              <a:rPr lang="vi-VN" sz="4500" i="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Câu nghe tự nhiên hơn, có sự liên kết rõ ràng.</a:t>
            </a:r>
            <a:endParaRPr lang="en-VN" sz="4500" kern="10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84279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additive="base">
                                        <p:cTn id="7"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xEl>
                                              <p:pRg st="1" end="1"/>
                                            </p:txEl>
                                          </p:spTgt>
                                        </p:tgtEl>
                                        <p:attrNameLst>
                                          <p:attrName>style.visibility</p:attrName>
                                        </p:attrNameLst>
                                      </p:cBhvr>
                                      <p:to>
                                        <p:strVal val="visible"/>
                                      </p:to>
                                    </p:set>
                                    <p:anim calcmode="lin" valueType="num">
                                      <p:cBhvr additive="base">
                                        <p:cTn id="13"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
                                            <p:txEl>
                                              <p:pRg st="2" end="2"/>
                                            </p:txEl>
                                          </p:spTgt>
                                        </p:tgtEl>
                                        <p:attrNameLst>
                                          <p:attrName>style.visibility</p:attrName>
                                        </p:attrNameLst>
                                      </p:cBhvr>
                                      <p:to>
                                        <p:strVal val="visible"/>
                                      </p:to>
                                    </p:set>
                                    <p:anim calcmode="lin" valueType="num">
                                      <p:cBhvr additive="base">
                                        <p:cTn id="19" dur="500" fill="hold"/>
                                        <p:tgtEl>
                                          <p:spTgt spid="1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4">
                                            <p:txEl>
                                              <p:pRg st="3" end="3"/>
                                            </p:txEl>
                                          </p:spTgt>
                                        </p:tgtEl>
                                        <p:attrNameLst>
                                          <p:attrName>style.visibility</p:attrName>
                                        </p:attrNameLst>
                                      </p:cBhvr>
                                      <p:to>
                                        <p:strVal val="visible"/>
                                      </p:to>
                                    </p:set>
                                    <p:anim calcmode="lin" valueType="num">
                                      <p:cBhvr additive="base">
                                        <p:cTn id="25" dur="500" fill="hold"/>
                                        <p:tgtEl>
                                          <p:spTgt spid="1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4">
                                            <p:txEl>
                                              <p:pRg st="4" end="4"/>
                                            </p:txEl>
                                          </p:spTgt>
                                        </p:tgtEl>
                                        <p:attrNameLst>
                                          <p:attrName>style.visibility</p:attrName>
                                        </p:attrNameLst>
                                      </p:cBhvr>
                                      <p:to>
                                        <p:strVal val="visible"/>
                                      </p:to>
                                    </p:set>
                                    <p:anim calcmode="lin" valueType="num">
                                      <p:cBhvr additive="base">
                                        <p:cTn id="31" dur="500" fill="hold"/>
                                        <p:tgtEl>
                                          <p:spTgt spid="1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bg>
      <p:bgPr>
        <a:solidFill>
          <a:srgbClr val="F3E1D1"/>
        </a:solidFill>
        <a:effectLst/>
      </p:bgPr>
    </p:bg>
    <p:spTree>
      <p:nvGrpSpPr>
        <p:cNvPr id="1" name="">
          <a:extLst>
            <a:ext uri="{FF2B5EF4-FFF2-40B4-BE49-F238E27FC236}">
              <a16:creationId xmlns:a16="http://schemas.microsoft.com/office/drawing/2014/main" id="{A146B700-24AD-107C-7521-0FD8887B15E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F17C7A4-87DE-6EAA-0EE8-F418C64C0324}"/>
              </a:ext>
            </a:extLst>
          </p:cNvPr>
          <p:cNvGrpSpPr/>
          <p:nvPr/>
        </p:nvGrpSpPr>
        <p:grpSpPr>
          <a:xfrm rot="148260">
            <a:off x="1824598" y="1813471"/>
            <a:ext cx="15256309" cy="8604490"/>
            <a:chOff x="0" y="0"/>
            <a:chExt cx="4018122" cy="2266203"/>
          </a:xfrm>
        </p:grpSpPr>
        <p:sp>
          <p:nvSpPr>
            <p:cNvPr id="3" name="Freeform 3">
              <a:extLst>
                <a:ext uri="{FF2B5EF4-FFF2-40B4-BE49-F238E27FC236}">
                  <a16:creationId xmlns:a16="http://schemas.microsoft.com/office/drawing/2014/main" id="{B84BFD2B-4A35-0F25-393C-BF7CF863E864}"/>
                </a:ext>
              </a:extLst>
            </p:cNvPr>
            <p:cNvSpPr/>
            <p:nvPr/>
          </p:nvSpPr>
          <p:spPr>
            <a:xfrm>
              <a:off x="0" y="0"/>
              <a:ext cx="4018123" cy="2266203"/>
            </a:xfrm>
            <a:custGeom>
              <a:avLst/>
              <a:gdLst/>
              <a:ahLst/>
              <a:cxnLst/>
              <a:rect l="l" t="t" r="r" b="b"/>
              <a:pathLst>
                <a:path w="4018123" h="2266203">
                  <a:moveTo>
                    <a:pt x="14716" y="0"/>
                  </a:moveTo>
                  <a:lnTo>
                    <a:pt x="4003406" y="0"/>
                  </a:lnTo>
                  <a:cubicBezTo>
                    <a:pt x="4007309" y="0"/>
                    <a:pt x="4011052" y="1550"/>
                    <a:pt x="4013812" y="4310"/>
                  </a:cubicBezTo>
                  <a:cubicBezTo>
                    <a:pt x="4016572" y="7070"/>
                    <a:pt x="4018123" y="10813"/>
                    <a:pt x="4018123" y="14716"/>
                  </a:cubicBezTo>
                  <a:lnTo>
                    <a:pt x="4018123" y="2251487"/>
                  </a:lnTo>
                  <a:cubicBezTo>
                    <a:pt x="4018123" y="2255390"/>
                    <a:pt x="4016572" y="2259133"/>
                    <a:pt x="4013812" y="2261893"/>
                  </a:cubicBezTo>
                  <a:cubicBezTo>
                    <a:pt x="4011052" y="2264653"/>
                    <a:pt x="4007309" y="2266203"/>
                    <a:pt x="4003406" y="2266203"/>
                  </a:cubicBezTo>
                  <a:lnTo>
                    <a:pt x="14716" y="2266203"/>
                  </a:lnTo>
                  <a:cubicBezTo>
                    <a:pt x="10813" y="2266203"/>
                    <a:pt x="7070" y="2264653"/>
                    <a:pt x="4310" y="2261893"/>
                  </a:cubicBezTo>
                  <a:cubicBezTo>
                    <a:pt x="1550" y="2259133"/>
                    <a:pt x="0" y="2255390"/>
                    <a:pt x="0" y="2251487"/>
                  </a:cubicBezTo>
                  <a:lnTo>
                    <a:pt x="0" y="14716"/>
                  </a:lnTo>
                  <a:cubicBezTo>
                    <a:pt x="0" y="10813"/>
                    <a:pt x="1550" y="7070"/>
                    <a:pt x="4310" y="4310"/>
                  </a:cubicBezTo>
                  <a:cubicBezTo>
                    <a:pt x="7070" y="1550"/>
                    <a:pt x="10813" y="0"/>
                    <a:pt x="14716" y="0"/>
                  </a:cubicBezTo>
                  <a:close/>
                </a:path>
              </a:pathLst>
            </a:custGeom>
            <a:solidFill>
              <a:srgbClr val="C6B7A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618F5831-891A-B683-C4A9-08A22DCEEA3E}"/>
                </a:ext>
              </a:extLst>
            </p:cNvPr>
            <p:cNvSpPr txBox="1"/>
            <p:nvPr/>
          </p:nvSpPr>
          <p:spPr>
            <a:xfrm>
              <a:off x="0" y="-38100"/>
              <a:ext cx="4018122" cy="2304303"/>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a:extLst>
              <a:ext uri="{FF2B5EF4-FFF2-40B4-BE49-F238E27FC236}">
                <a16:creationId xmlns:a16="http://schemas.microsoft.com/office/drawing/2014/main" id="{1CF267AF-31E7-0089-F79A-9955E2152DB8}"/>
              </a:ext>
            </a:extLst>
          </p:cNvPr>
          <p:cNvSpPr/>
          <p:nvPr/>
        </p:nvSpPr>
        <p:spPr>
          <a:xfrm rot="-5400000">
            <a:off x="16416216" y="5195731"/>
            <a:ext cx="962680" cy="2578608"/>
          </a:xfrm>
          <a:custGeom>
            <a:avLst/>
            <a:gdLst/>
            <a:ahLst/>
            <a:cxnLst/>
            <a:rect l="l" t="t" r="r" b="b"/>
            <a:pathLst>
              <a:path w="962680" h="2578608">
                <a:moveTo>
                  <a:pt x="0" y="0"/>
                </a:moveTo>
                <a:lnTo>
                  <a:pt x="962680" y="0"/>
                </a:lnTo>
                <a:lnTo>
                  <a:pt x="962680" y="2578608"/>
                </a:lnTo>
                <a:lnTo>
                  <a:pt x="0" y="2578608"/>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Freeform 6">
            <a:extLst>
              <a:ext uri="{FF2B5EF4-FFF2-40B4-BE49-F238E27FC236}">
                <a16:creationId xmlns:a16="http://schemas.microsoft.com/office/drawing/2014/main" id="{273AEC24-0C21-D575-0CF9-7EFBD60720E8}"/>
              </a:ext>
            </a:extLst>
          </p:cNvPr>
          <p:cNvSpPr/>
          <p:nvPr/>
        </p:nvSpPr>
        <p:spPr>
          <a:xfrm rot="-5400000">
            <a:off x="16149303" y="2563412"/>
            <a:ext cx="1496505" cy="2814855"/>
          </a:xfrm>
          <a:custGeom>
            <a:avLst/>
            <a:gdLst/>
            <a:ahLst/>
            <a:cxnLst/>
            <a:rect l="l" t="t" r="r" b="b"/>
            <a:pathLst>
              <a:path w="1496505" h="2814855">
                <a:moveTo>
                  <a:pt x="0" y="0"/>
                </a:moveTo>
                <a:lnTo>
                  <a:pt x="1496505" y="0"/>
                </a:lnTo>
                <a:lnTo>
                  <a:pt x="1496505" y="2814855"/>
                </a:lnTo>
                <a:lnTo>
                  <a:pt x="0" y="2814855"/>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Freeform 7">
            <a:extLst>
              <a:ext uri="{FF2B5EF4-FFF2-40B4-BE49-F238E27FC236}">
                <a16:creationId xmlns:a16="http://schemas.microsoft.com/office/drawing/2014/main" id="{14645733-972D-876C-941D-5EDE15C52AD3}"/>
              </a:ext>
            </a:extLst>
          </p:cNvPr>
          <p:cNvSpPr/>
          <p:nvPr/>
        </p:nvSpPr>
        <p:spPr>
          <a:xfrm rot="-5473987">
            <a:off x="16139311" y="3869291"/>
            <a:ext cx="1316802" cy="2834168"/>
          </a:xfrm>
          <a:custGeom>
            <a:avLst/>
            <a:gdLst/>
            <a:ahLst/>
            <a:cxnLst/>
            <a:rect l="l" t="t" r="r" b="b"/>
            <a:pathLst>
              <a:path w="1316802" h="2834168">
                <a:moveTo>
                  <a:pt x="0" y="0"/>
                </a:moveTo>
                <a:lnTo>
                  <a:pt x="1316801" y="0"/>
                </a:lnTo>
                <a:lnTo>
                  <a:pt x="1316801" y="2834168"/>
                </a:lnTo>
                <a:lnTo>
                  <a:pt x="0" y="2834168"/>
                </a:lnTo>
                <a:lnTo>
                  <a:pt x="0" y="0"/>
                </a:lnTo>
                <a:close/>
              </a:path>
            </a:pathLst>
          </a:custGeom>
          <a:blipFill>
            <a:blip r:embed="rId4"/>
            <a:stretch>
              <a:fillRect l="-6837"/>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Freeform 8">
            <a:extLst>
              <a:ext uri="{FF2B5EF4-FFF2-40B4-BE49-F238E27FC236}">
                <a16:creationId xmlns:a16="http://schemas.microsoft.com/office/drawing/2014/main" id="{652B8BAC-EECF-10A8-0F87-C03B067BEA11}"/>
              </a:ext>
            </a:extLst>
          </p:cNvPr>
          <p:cNvSpPr/>
          <p:nvPr/>
        </p:nvSpPr>
        <p:spPr>
          <a:xfrm rot="-5466484">
            <a:off x="16099554" y="6159632"/>
            <a:ext cx="1396316" cy="3127166"/>
          </a:xfrm>
          <a:custGeom>
            <a:avLst/>
            <a:gdLst/>
            <a:ahLst/>
            <a:cxnLst/>
            <a:rect l="l" t="t" r="r" b="b"/>
            <a:pathLst>
              <a:path w="1396316" h="3127166">
                <a:moveTo>
                  <a:pt x="0" y="0"/>
                </a:moveTo>
                <a:lnTo>
                  <a:pt x="1396316" y="0"/>
                </a:lnTo>
                <a:lnTo>
                  <a:pt x="1396316" y="3127166"/>
                </a:lnTo>
                <a:lnTo>
                  <a:pt x="0" y="3127166"/>
                </a:lnTo>
                <a:lnTo>
                  <a:pt x="0" y="0"/>
                </a:lnTo>
                <a:close/>
              </a:path>
            </a:pathLst>
          </a:custGeom>
          <a:blipFill>
            <a:blip r:embed="rId5"/>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Freeform 9">
            <a:extLst>
              <a:ext uri="{FF2B5EF4-FFF2-40B4-BE49-F238E27FC236}">
                <a16:creationId xmlns:a16="http://schemas.microsoft.com/office/drawing/2014/main" id="{2AFAEBD1-0230-B2EC-1E33-412C7061F90A}"/>
              </a:ext>
            </a:extLst>
          </p:cNvPr>
          <p:cNvSpPr/>
          <p:nvPr/>
        </p:nvSpPr>
        <p:spPr>
          <a:xfrm rot="-5400000">
            <a:off x="16309085" y="969997"/>
            <a:ext cx="1176942" cy="3061538"/>
          </a:xfrm>
          <a:custGeom>
            <a:avLst/>
            <a:gdLst/>
            <a:ahLst/>
            <a:cxnLst/>
            <a:rect l="l" t="t" r="r" b="b"/>
            <a:pathLst>
              <a:path w="1176942" h="3061538">
                <a:moveTo>
                  <a:pt x="0" y="0"/>
                </a:moveTo>
                <a:lnTo>
                  <a:pt x="1176942" y="0"/>
                </a:lnTo>
                <a:lnTo>
                  <a:pt x="1176942" y="3061538"/>
                </a:lnTo>
                <a:lnTo>
                  <a:pt x="0" y="3061538"/>
                </a:lnTo>
                <a:lnTo>
                  <a:pt x="0" y="0"/>
                </a:lnTo>
                <a:close/>
              </a:path>
            </a:pathLst>
          </a:custGeom>
          <a:blipFill>
            <a:blip r:embed="rId6"/>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0" name="Group 10">
            <a:extLst>
              <a:ext uri="{FF2B5EF4-FFF2-40B4-BE49-F238E27FC236}">
                <a16:creationId xmlns:a16="http://schemas.microsoft.com/office/drawing/2014/main" id="{9EAFBA02-1F01-C053-EEBA-104647CCCE47}"/>
              </a:ext>
            </a:extLst>
          </p:cNvPr>
          <p:cNvGrpSpPr/>
          <p:nvPr/>
        </p:nvGrpSpPr>
        <p:grpSpPr>
          <a:xfrm>
            <a:off x="603650" y="508040"/>
            <a:ext cx="16372589" cy="9270920"/>
            <a:chOff x="0" y="0"/>
            <a:chExt cx="4312122" cy="2441724"/>
          </a:xfrm>
        </p:grpSpPr>
        <p:sp>
          <p:nvSpPr>
            <p:cNvPr id="11" name="Freeform 11">
              <a:extLst>
                <a:ext uri="{FF2B5EF4-FFF2-40B4-BE49-F238E27FC236}">
                  <a16:creationId xmlns:a16="http://schemas.microsoft.com/office/drawing/2014/main" id="{895D8DD0-8DF5-ADF6-DD81-B3BE3249D7EF}"/>
                </a:ext>
              </a:extLst>
            </p:cNvPr>
            <p:cNvSpPr/>
            <p:nvPr/>
          </p:nvSpPr>
          <p:spPr>
            <a:xfrm>
              <a:off x="0" y="0"/>
              <a:ext cx="4312122" cy="2441724"/>
            </a:xfrm>
            <a:custGeom>
              <a:avLst/>
              <a:gdLst/>
              <a:ahLst/>
              <a:cxnLst/>
              <a:rect l="l" t="t" r="r" b="b"/>
              <a:pathLst>
                <a:path w="4312122" h="2441724">
                  <a:moveTo>
                    <a:pt x="13713" y="0"/>
                  </a:moveTo>
                  <a:lnTo>
                    <a:pt x="4298410" y="0"/>
                  </a:lnTo>
                  <a:cubicBezTo>
                    <a:pt x="4302046" y="0"/>
                    <a:pt x="4305534" y="1445"/>
                    <a:pt x="4308106" y="4016"/>
                  </a:cubicBezTo>
                  <a:cubicBezTo>
                    <a:pt x="4310678" y="6588"/>
                    <a:pt x="4312122" y="10076"/>
                    <a:pt x="4312122" y="13713"/>
                  </a:cubicBezTo>
                  <a:lnTo>
                    <a:pt x="4312122" y="2428011"/>
                  </a:lnTo>
                  <a:cubicBezTo>
                    <a:pt x="4312122" y="2431648"/>
                    <a:pt x="4310678" y="2435135"/>
                    <a:pt x="4308106" y="2437707"/>
                  </a:cubicBezTo>
                  <a:cubicBezTo>
                    <a:pt x="4305534" y="2440279"/>
                    <a:pt x="4302046" y="2441724"/>
                    <a:pt x="4298410" y="2441724"/>
                  </a:cubicBezTo>
                  <a:lnTo>
                    <a:pt x="13713" y="2441724"/>
                  </a:lnTo>
                  <a:cubicBezTo>
                    <a:pt x="10076" y="2441724"/>
                    <a:pt x="6588" y="2440279"/>
                    <a:pt x="4016" y="2437707"/>
                  </a:cubicBezTo>
                  <a:cubicBezTo>
                    <a:pt x="1445" y="2435135"/>
                    <a:pt x="0" y="2431648"/>
                    <a:pt x="0" y="2428011"/>
                  </a:cubicBezTo>
                  <a:lnTo>
                    <a:pt x="0" y="13713"/>
                  </a:lnTo>
                  <a:cubicBezTo>
                    <a:pt x="0" y="10076"/>
                    <a:pt x="1445" y="6588"/>
                    <a:pt x="4016" y="4016"/>
                  </a:cubicBezTo>
                  <a:cubicBezTo>
                    <a:pt x="6588" y="1445"/>
                    <a:pt x="10076" y="0"/>
                    <a:pt x="1371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Box 12">
              <a:extLst>
                <a:ext uri="{FF2B5EF4-FFF2-40B4-BE49-F238E27FC236}">
                  <a16:creationId xmlns:a16="http://schemas.microsoft.com/office/drawing/2014/main" id="{A4A81EC9-2F8C-A54D-1482-F88F8516A837}"/>
                </a:ext>
              </a:extLst>
            </p:cNvPr>
            <p:cNvSpPr txBox="1"/>
            <p:nvPr/>
          </p:nvSpPr>
          <p:spPr>
            <a:xfrm>
              <a:off x="0" y="-38100"/>
              <a:ext cx="4312122" cy="247982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3" name="Freeform 13">
            <a:extLst>
              <a:ext uri="{FF2B5EF4-FFF2-40B4-BE49-F238E27FC236}">
                <a16:creationId xmlns:a16="http://schemas.microsoft.com/office/drawing/2014/main" id="{C6C5C636-805C-4729-7A49-780A04F12ECE}"/>
              </a:ext>
            </a:extLst>
          </p:cNvPr>
          <p:cNvSpPr/>
          <p:nvPr/>
        </p:nvSpPr>
        <p:spPr>
          <a:xfrm>
            <a:off x="234255" y="508040"/>
            <a:ext cx="1155550" cy="9210904"/>
          </a:xfrm>
          <a:custGeom>
            <a:avLst/>
            <a:gdLst/>
            <a:ahLst/>
            <a:cxnLst/>
            <a:rect l="l" t="t" r="r" b="b"/>
            <a:pathLst>
              <a:path w="1155550" h="9210904">
                <a:moveTo>
                  <a:pt x="0" y="0"/>
                </a:moveTo>
                <a:lnTo>
                  <a:pt x="1155549" y="0"/>
                </a:lnTo>
                <a:lnTo>
                  <a:pt x="1155549" y="9210904"/>
                </a:lnTo>
                <a:lnTo>
                  <a:pt x="0" y="921090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Box 14">
            <a:extLst>
              <a:ext uri="{FF2B5EF4-FFF2-40B4-BE49-F238E27FC236}">
                <a16:creationId xmlns:a16="http://schemas.microsoft.com/office/drawing/2014/main" id="{41DA8205-B136-AACC-2D42-8CA082382F79}"/>
              </a:ext>
            </a:extLst>
          </p:cNvPr>
          <p:cNvSpPr txBox="1"/>
          <p:nvPr/>
        </p:nvSpPr>
        <p:spPr>
          <a:xfrm>
            <a:off x="1696286" y="2776121"/>
            <a:ext cx="14895427" cy="4674741"/>
          </a:xfrm>
          <a:prstGeom prst="rect">
            <a:avLst/>
          </a:prstGeom>
        </p:spPr>
        <p:txBody>
          <a:bodyPr wrap="square" lIns="0" tIns="0" rIns="0" bIns="0" rtlCol="0" anchor="t">
            <a:spAutoFit/>
          </a:bodyPr>
          <a:lstStyle/>
          <a:p>
            <a:pPr algn="just">
              <a:lnSpc>
                <a:spcPct val="150000"/>
              </a:lnSpc>
              <a:spcBef>
                <a:spcPts val="600"/>
              </a:spcBef>
              <a:spcAft>
                <a:spcPts val="600"/>
              </a:spcAft>
              <a:buNone/>
            </a:pPr>
            <a:r>
              <a:rPr lang="en-VN" sz="5000" b="1" kern="100">
                <a:solidFill>
                  <a:schemeClr val="accent6">
                    <a:lumMod val="50000"/>
                  </a:schemeClr>
                </a:solidFill>
                <a:latin typeface="American Typewriter" panose="02090604020004020304" pitchFamily="18" charset="77"/>
                <a:ea typeface="Calibri" panose="020F0502020204030204" pitchFamily="34" charset="0"/>
                <a:cs typeface="Times New Roman" panose="02020603050405020304" pitchFamily="18" charset="0"/>
              </a:rPr>
              <a:t>II. PHÂN LOẠI TỪ NỐI</a:t>
            </a:r>
            <a:endParaRPr lang="en-VN" sz="5000" kern="100">
              <a:solidFill>
                <a:schemeClr val="accent6">
                  <a:lumMod val="50000"/>
                </a:schemeClr>
              </a:solidFill>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Bef>
                <a:spcPts val="600"/>
              </a:spcBef>
              <a:spcAft>
                <a:spcPts val="600"/>
              </a:spcAft>
            </a:pPr>
            <a:r>
              <a:rPr lang="en-US" sz="50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Từ nối là một khái niệm tổng quát, và bao gồm nhiều loại từ khác nhau, trong đó phổ biến nhất là </a:t>
            </a:r>
            <a:r>
              <a:rPr lang="en-US" sz="50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LIÊN TỪ</a:t>
            </a:r>
            <a:r>
              <a:rPr lang="en-US" sz="50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và </a:t>
            </a:r>
            <a:r>
              <a:rPr lang="en-US" sz="50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TỪ/CỤM TỪ LIÊN KẾT</a:t>
            </a:r>
            <a:r>
              <a:rPr lang="en-US" sz="50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a:t>
            </a:r>
            <a:endParaRPr lang="en-VN" sz="5000" kern="10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95602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additive="base">
                                        <p:cTn id="7"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xEl>
                                              <p:pRg st="1" end="1"/>
                                            </p:txEl>
                                          </p:spTgt>
                                        </p:tgtEl>
                                        <p:attrNameLst>
                                          <p:attrName>style.visibility</p:attrName>
                                        </p:attrNameLst>
                                      </p:cBhvr>
                                      <p:to>
                                        <p:strVal val="visible"/>
                                      </p:to>
                                    </p:set>
                                    <p:anim calcmode="lin" valueType="num">
                                      <p:cBhvr additive="base">
                                        <p:cTn id="13"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F3E1D1"/>
        </a:solidFill>
        <a:effectLst/>
      </p:bgPr>
    </p:bg>
    <p:spTree>
      <p:nvGrpSpPr>
        <p:cNvPr id="1" name="">
          <a:extLst>
            <a:ext uri="{FF2B5EF4-FFF2-40B4-BE49-F238E27FC236}">
              <a16:creationId xmlns:a16="http://schemas.microsoft.com/office/drawing/2014/main" id="{6EE7259B-3084-A747-6597-E41E0D92121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D933239-AA3F-C72E-627F-06EA764F44BC}"/>
              </a:ext>
            </a:extLst>
          </p:cNvPr>
          <p:cNvGrpSpPr/>
          <p:nvPr/>
        </p:nvGrpSpPr>
        <p:grpSpPr>
          <a:xfrm rot="148260">
            <a:off x="1824598" y="1813471"/>
            <a:ext cx="15256309" cy="8604490"/>
            <a:chOff x="0" y="0"/>
            <a:chExt cx="4018122" cy="2266203"/>
          </a:xfrm>
        </p:grpSpPr>
        <p:sp>
          <p:nvSpPr>
            <p:cNvPr id="3" name="Freeform 3">
              <a:extLst>
                <a:ext uri="{FF2B5EF4-FFF2-40B4-BE49-F238E27FC236}">
                  <a16:creationId xmlns:a16="http://schemas.microsoft.com/office/drawing/2014/main" id="{6E5B2991-4D84-9D3B-3AF5-AF2835D3BDEE}"/>
                </a:ext>
              </a:extLst>
            </p:cNvPr>
            <p:cNvSpPr/>
            <p:nvPr/>
          </p:nvSpPr>
          <p:spPr>
            <a:xfrm>
              <a:off x="0" y="0"/>
              <a:ext cx="4018123" cy="2266203"/>
            </a:xfrm>
            <a:custGeom>
              <a:avLst/>
              <a:gdLst/>
              <a:ahLst/>
              <a:cxnLst/>
              <a:rect l="l" t="t" r="r" b="b"/>
              <a:pathLst>
                <a:path w="4018123" h="2266203">
                  <a:moveTo>
                    <a:pt x="14716" y="0"/>
                  </a:moveTo>
                  <a:lnTo>
                    <a:pt x="4003406" y="0"/>
                  </a:lnTo>
                  <a:cubicBezTo>
                    <a:pt x="4007309" y="0"/>
                    <a:pt x="4011052" y="1550"/>
                    <a:pt x="4013812" y="4310"/>
                  </a:cubicBezTo>
                  <a:cubicBezTo>
                    <a:pt x="4016572" y="7070"/>
                    <a:pt x="4018123" y="10813"/>
                    <a:pt x="4018123" y="14716"/>
                  </a:cubicBezTo>
                  <a:lnTo>
                    <a:pt x="4018123" y="2251487"/>
                  </a:lnTo>
                  <a:cubicBezTo>
                    <a:pt x="4018123" y="2255390"/>
                    <a:pt x="4016572" y="2259133"/>
                    <a:pt x="4013812" y="2261893"/>
                  </a:cubicBezTo>
                  <a:cubicBezTo>
                    <a:pt x="4011052" y="2264653"/>
                    <a:pt x="4007309" y="2266203"/>
                    <a:pt x="4003406" y="2266203"/>
                  </a:cubicBezTo>
                  <a:lnTo>
                    <a:pt x="14716" y="2266203"/>
                  </a:lnTo>
                  <a:cubicBezTo>
                    <a:pt x="10813" y="2266203"/>
                    <a:pt x="7070" y="2264653"/>
                    <a:pt x="4310" y="2261893"/>
                  </a:cubicBezTo>
                  <a:cubicBezTo>
                    <a:pt x="1550" y="2259133"/>
                    <a:pt x="0" y="2255390"/>
                    <a:pt x="0" y="2251487"/>
                  </a:cubicBezTo>
                  <a:lnTo>
                    <a:pt x="0" y="14716"/>
                  </a:lnTo>
                  <a:cubicBezTo>
                    <a:pt x="0" y="10813"/>
                    <a:pt x="1550" y="7070"/>
                    <a:pt x="4310" y="4310"/>
                  </a:cubicBezTo>
                  <a:cubicBezTo>
                    <a:pt x="7070" y="1550"/>
                    <a:pt x="10813" y="0"/>
                    <a:pt x="14716" y="0"/>
                  </a:cubicBezTo>
                  <a:close/>
                </a:path>
              </a:pathLst>
            </a:custGeom>
            <a:solidFill>
              <a:srgbClr val="C6B7A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26145DE9-89A3-52B8-A164-7269DC305447}"/>
                </a:ext>
              </a:extLst>
            </p:cNvPr>
            <p:cNvSpPr txBox="1"/>
            <p:nvPr/>
          </p:nvSpPr>
          <p:spPr>
            <a:xfrm>
              <a:off x="0" y="-38100"/>
              <a:ext cx="4018122" cy="2304303"/>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a:extLst>
              <a:ext uri="{FF2B5EF4-FFF2-40B4-BE49-F238E27FC236}">
                <a16:creationId xmlns:a16="http://schemas.microsoft.com/office/drawing/2014/main" id="{87B67A70-6891-86B2-6C7A-05DED954672C}"/>
              </a:ext>
            </a:extLst>
          </p:cNvPr>
          <p:cNvSpPr/>
          <p:nvPr/>
        </p:nvSpPr>
        <p:spPr>
          <a:xfrm rot="-5400000">
            <a:off x="16416216" y="5195731"/>
            <a:ext cx="962680" cy="2578608"/>
          </a:xfrm>
          <a:custGeom>
            <a:avLst/>
            <a:gdLst/>
            <a:ahLst/>
            <a:cxnLst/>
            <a:rect l="l" t="t" r="r" b="b"/>
            <a:pathLst>
              <a:path w="962680" h="2578608">
                <a:moveTo>
                  <a:pt x="0" y="0"/>
                </a:moveTo>
                <a:lnTo>
                  <a:pt x="962680" y="0"/>
                </a:lnTo>
                <a:lnTo>
                  <a:pt x="962680" y="2578608"/>
                </a:lnTo>
                <a:lnTo>
                  <a:pt x="0" y="2578608"/>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Freeform 6">
            <a:extLst>
              <a:ext uri="{FF2B5EF4-FFF2-40B4-BE49-F238E27FC236}">
                <a16:creationId xmlns:a16="http://schemas.microsoft.com/office/drawing/2014/main" id="{3AE5D2FB-979E-96BE-27D1-1DD5998D9F38}"/>
              </a:ext>
            </a:extLst>
          </p:cNvPr>
          <p:cNvSpPr/>
          <p:nvPr/>
        </p:nvSpPr>
        <p:spPr>
          <a:xfrm rot="-5400000">
            <a:off x="16149303" y="2563412"/>
            <a:ext cx="1496505" cy="2814855"/>
          </a:xfrm>
          <a:custGeom>
            <a:avLst/>
            <a:gdLst/>
            <a:ahLst/>
            <a:cxnLst/>
            <a:rect l="l" t="t" r="r" b="b"/>
            <a:pathLst>
              <a:path w="1496505" h="2814855">
                <a:moveTo>
                  <a:pt x="0" y="0"/>
                </a:moveTo>
                <a:lnTo>
                  <a:pt x="1496505" y="0"/>
                </a:lnTo>
                <a:lnTo>
                  <a:pt x="1496505" y="2814855"/>
                </a:lnTo>
                <a:lnTo>
                  <a:pt x="0" y="2814855"/>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Freeform 7">
            <a:extLst>
              <a:ext uri="{FF2B5EF4-FFF2-40B4-BE49-F238E27FC236}">
                <a16:creationId xmlns:a16="http://schemas.microsoft.com/office/drawing/2014/main" id="{C83779CB-0F8D-8A60-D702-05F49E1311D8}"/>
              </a:ext>
            </a:extLst>
          </p:cNvPr>
          <p:cNvSpPr/>
          <p:nvPr/>
        </p:nvSpPr>
        <p:spPr>
          <a:xfrm rot="-5473987">
            <a:off x="16139311" y="3869291"/>
            <a:ext cx="1316802" cy="2834168"/>
          </a:xfrm>
          <a:custGeom>
            <a:avLst/>
            <a:gdLst/>
            <a:ahLst/>
            <a:cxnLst/>
            <a:rect l="l" t="t" r="r" b="b"/>
            <a:pathLst>
              <a:path w="1316802" h="2834168">
                <a:moveTo>
                  <a:pt x="0" y="0"/>
                </a:moveTo>
                <a:lnTo>
                  <a:pt x="1316801" y="0"/>
                </a:lnTo>
                <a:lnTo>
                  <a:pt x="1316801" y="2834168"/>
                </a:lnTo>
                <a:lnTo>
                  <a:pt x="0" y="2834168"/>
                </a:lnTo>
                <a:lnTo>
                  <a:pt x="0" y="0"/>
                </a:lnTo>
                <a:close/>
              </a:path>
            </a:pathLst>
          </a:custGeom>
          <a:blipFill>
            <a:blip r:embed="rId4"/>
            <a:stretch>
              <a:fillRect l="-6837"/>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Freeform 8">
            <a:extLst>
              <a:ext uri="{FF2B5EF4-FFF2-40B4-BE49-F238E27FC236}">
                <a16:creationId xmlns:a16="http://schemas.microsoft.com/office/drawing/2014/main" id="{54517AA2-9828-1FC9-3EEB-34D9E748937F}"/>
              </a:ext>
            </a:extLst>
          </p:cNvPr>
          <p:cNvSpPr/>
          <p:nvPr/>
        </p:nvSpPr>
        <p:spPr>
          <a:xfrm rot="-5466484">
            <a:off x="16099554" y="6159632"/>
            <a:ext cx="1396316" cy="3127166"/>
          </a:xfrm>
          <a:custGeom>
            <a:avLst/>
            <a:gdLst/>
            <a:ahLst/>
            <a:cxnLst/>
            <a:rect l="l" t="t" r="r" b="b"/>
            <a:pathLst>
              <a:path w="1396316" h="3127166">
                <a:moveTo>
                  <a:pt x="0" y="0"/>
                </a:moveTo>
                <a:lnTo>
                  <a:pt x="1396316" y="0"/>
                </a:lnTo>
                <a:lnTo>
                  <a:pt x="1396316" y="3127166"/>
                </a:lnTo>
                <a:lnTo>
                  <a:pt x="0" y="3127166"/>
                </a:lnTo>
                <a:lnTo>
                  <a:pt x="0" y="0"/>
                </a:lnTo>
                <a:close/>
              </a:path>
            </a:pathLst>
          </a:custGeom>
          <a:blipFill>
            <a:blip r:embed="rId5"/>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Freeform 9">
            <a:extLst>
              <a:ext uri="{FF2B5EF4-FFF2-40B4-BE49-F238E27FC236}">
                <a16:creationId xmlns:a16="http://schemas.microsoft.com/office/drawing/2014/main" id="{109BBB48-4AEF-6D5E-E38A-7C27DB7CF7EA}"/>
              </a:ext>
            </a:extLst>
          </p:cNvPr>
          <p:cNvSpPr/>
          <p:nvPr/>
        </p:nvSpPr>
        <p:spPr>
          <a:xfrm rot="-5400000">
            <a:off x="16309085" y="969997"/>
            <a:ext cx="1176942" cy="3061538"/>
          </a:xfrm>
          <a:custGeom>
            <a:avLst/>
            <a:gdLst/>
            <a:ahLst/>
            <a:cxnLst/>
            <a:rect l="l" t="t" r="r" b="b"/>
            <a:pathLst>
              <a:path w="1176942" h="3061538">
                <a:moveTo>
                  <a:pt x="0" y="0"/>
                </a:moveTo>
                <a:lnTo>
                  <a:pt x="1176942" y="0"/>
                </a:lnTo>
                <a:lnTo>
                  <a:pt x="1176942" y="3061538"/>
                </a:lnTo>
                <a:lnTo>
                  <a:pt x="0" y="3061538"/>
                </a:lnTo>
                <a:lnTo>
                  <a:pt x="0" y="0"/>
                </a:lnTo>
                <a:close/>
              </a:path>
            </a:pathLst>
          </a:custGeom>
          <a:blipFill>
            <a:blip r:embed="rId6"/>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0" name="Group 10">
            <a:extLst>
              <a:ext uri="{FF2B5EF4-FFF2-40B4-BE49-F238E27FC236}">
                <a16:creationId xmlns:a16="http://schemas.microsoft.com/office/drawing/2014/main" id="{0CA2743F-E3E7-68C2-979F-17B0A4A1E78A}"/>
              </a:ext>
            </a:extLst>
          </p:cNvPr>
          <p:cNvGrpSpPr/>
          <p:nvPr/>
        </p:nvGrpSpPr>
        <p:grpSpPr>
          <a:xfrm>
            <a:off x="603650" y="508040"/>
            <a:ext cx="16372589" cy="9270920"/>
            <a:chOff x="0" y="0"/>
            <a:chExt cx="4312122" cy="2441724"/>
          </a:xfrm>
        </p:grpSpPr>
        <p:sp>
          <p:nvSpPr>
            <p:cNvPr id="11" name="Freeform 11">
              <a:extLst>
                <a:ext uri="{FF2B5EF4-FFF2-40B4-BE49-F238E27FC236}">
                  <a16:creationId xmlns:a16="http://schemas.microsoft.com/office/drawing/2014/main" id="{2E40CD05-3CD9-08F0-4EAA-E7C254F25CC9}"/>
                </a:ext>
              </a:extLst>
            </p:cNvPr>
            <p:cNvSpPr/>
            <p:nvPr/>
          </p:nvSpPr>
          <p:spPr>
            <a:xfrm>
              <a:off x="0" y="0"/>
              <a:ext cx="4312122" cy="2441724"/>
            </a:xfrm>
            <a:custGeom>
              <a:avLst/>
              <a:gdLst/>
              <a:ahLst/>
              <a:cxnLst/>
              <a:rect l="l" t="t" r="r" b="b"/>
              <a:pathLst>
                <a:path w="4312122" h="2441724">
                  <a:moveTo>
                    <a:pt x="13713" y="0"/>
                  </a:moveTo>
                  <a:lnTo>
                    <a:pt x="4298410" y="0"/>
                  </a:lnTo>
                  <a:cubicBezTo>
                    <a:pt x="4302046" y="0"/>
                    <a:pt x="4305534" y="1445"/>
                    <a:pt x="4308106" y="4016"/>
                  </a:cubicBezTo>
                  <a:cubicBezTo>
                    <a:pt x="4310678" y="6588"/>
                    <a:pt x="4312122" y="10076"/>
                    <a:pt x="4312122" y="13713"/>
                  </a:cubicBezTo>
                  <a:lnTo>
                    <a:pt x="4312122" y="2428011"/>
                  </a:lnTo>
                  <a:cubicBezTo>
                    <a:pt x="4312122" y="2431648"/>
                    <a:pt x="4310678" y="2435135"/>
                    <a:pt x="4308106" y="2437707"/>
                  </a:cubicBezTo>
                  <a:cubicBezTo>
                    <a:pt x="4305534" y="2440279"/>
                    <a:pt x="4302046" y="2441724"/>
                    <a:pt x="4298410" y="2441724"/>
                  </a:cubicBezTo>
                  <a:lnTo>
                    <a:pt x="13713" y="2441724"/>
                  </a:lnTo>
                  <a:cubicBezTo>
                    <a:pt x="10076" y="2441724"/>
                    <a:pt x="6588" y="2440279"/>
                    <a:pt x="4016" y="2437707"/>
                  </a:cubicBezTo>
                  <a:cubicBezTo>
                    <a:pt x="1445" y="2435135"/>
                    <a:pt x="0" y="2431648"/>
                    <a:pt x="0" y="2428011"/>
                  </a:cubicBezTo>
                  <a:lnTo>
                    <a:pt x="0" y="13713"/>
                  </a:lnTo>
                  <a:cubicBezTo>
                    <a:pt x="0" y="10076"/>
                    <a:pt x="1445" y="6588"/>
                    <a:pt x="4016" y="4016"/>
                  </a:cubicBezTo>
                  <a:cubicBezTo>
                    <a:pt x="6588" y="1445"/>
                    <a:pt x="10076" y="0"/>
                    <a:pt x="1371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Box 12">
              <a:extLst>
                <a:ext uri="{FF2B5EF4-FFF2-40B4-BE49-F238E27FC236}">
                  <a16:creationId xmlns:a16="http://schemas.microsoft.com/office/drawing/2014/main" id="{51C7D03C-1AB2-CD4E-EF3F-06A2C190BCAF}"/>
                </a:ext>
              </a:extLst>
            </p:cNvPr>
            <p:cNvSpPr txBox="1"/>
            <p:nvPr/>
          </p:nvSpPr>
          <p:spPr>
            <a:xfrm>
              <a:off x="0" y="-38100"/>
              <a:ext cx="4312122" cy="247982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3" name="Freeform 13">
            <a:extLst>
              <a:ext uri="{FF2B5EF4-FFF2-40B4-BE49-F238E27FC236}">
                <a16:creationId xmlns:a16="http://schemas.microsoft.com/office/drawing/2014/main" id="{B439A94B-6F99-2987-4F22-CA7F2A78CF98}"/>
              </a:ext>
            </a:extLst>
          </p:cNvPr>
          <p:cNvSpPr/>
          <p:nvPr/>
        </p:nvSpPr>
        <p:spPr>
          <a:xfrm>
            <a:off x="234255" y="508040"/>
            <a:ext cx="1155550" cy="9210904"/>
          </a:xfrm>
          <a:custGeom>
            <a:avLst/>
            <a:gdLst/>
            <a:ahLst/>
            <a:cxnLst/>
            <a:rect l="l" t="t" r="r" b="b"/>
            <a:pathLst>
              <a:path w="1155550" h="9210904">
                <a:moveTo>
                  <a:pt x="0" y="0"/>
                </a:moveTo>
                <a:lnTo>
                  <a:pt x="1155549" y="0"/>
                </a:lnTo>
                <a:lnTo>
                  <a:pt x="1155549" y="9210904"/>
                </a:lnTo>
                <a:lnTo>
                  <a:pt x="0" y="921090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Box 14">
            <a:extLst>
              <a:ext uri="{FF2B5EF4-FFF2-40B4-BE49-F238E27FC236}">
                <a16:creationId xmlns:a16="http://schemas.microsoft.com/office/drawing/2014/main" id="{855BADE1-3991-F52E-73E8-2F810FAE8CC8}"/>
              </a:ext>
            </a:extLst>
          </p:cNvPr>
          <p:cNvSpPr txBox="1"/>
          <p:nvPr/>
        </p:nvSpPr>
        <p:spPr>
          <a:xfrm>
            <a:off x="1696286" y="1012269"/>
            <a:ext cx="14895427" cy="8117800"/>
          </a:xfrm>
          <a:prstGeom prst="rect">
            <a:avLst/>
          </a:prstGeom>
        </p:spPr>
        <p:txBody>
          <a:bodyPr wrap="square" lIns="0" tIns="0" rIns="0" bIns="0" rtlCol="0" anchor="t">
            <a:spAutoFit/>
          </a:bodyPr>
          <a:lstStyle/>
          <a:p>
            <a:pPr algn="just">
              <a:lnSpc>
                <a:spcPct val="150000"/>
              </a:lnSpc>
              <a:spcAft>
                <a:spcPts val="600"/>
              </a:spcAft>
              <a:buNone/>
            </a:pPr>
            <a:r>
              <a:rPr lang="en-US" sz="5000" b="1" kern="100">
                <a:solidFill>
                  <a:srgbClr val="FF85FF"/>
                </a:solidFill>
                <a:latin typeface="American Typewriter" panose="02090604020004020304" pitchFamily="18" charset="77"/>
                <a:ea typeface="Calibri" panose="020F0502020204030204" pitchFamily="34" charset="0"/>
                <a:cs typeface="Times New Roman" panose="02020603050405020304" pitchFamily="18" charset="0"/>
              </a:rPr>
              <a:t>1. Liên từ</a:t>
            </a:r>
            <a:endParaRPr lang="en-VN" sz="5000" kern="100">
              <a:solidFill>
                <a:srgbClr val="FF85FF"/>
              </a:solidFill>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600"/>
              </a:spcAft>
              <a:buNone/>
            </a:pPr>
            <a:r>
              <a:rPr lang="en-VN" sz="50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Liên từ là từ dùng để </a:t>
            </a:r>
            <a:r>
              <a:rPr lang="en-VN" sz="50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nối các từ, cụm từ hoặc mệnh đề trong cùng một câu</a:t>
            </a:r>
            <a:r>
              <a:rPr lang="en-VN" sz="50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lại với nhau, giúp câu văn trở nên mạch lạc và rõ ràng hơn.</a:t>
            </a:r>
            <a:endParaRPr lang="en-VN" sz="5000" kern="10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600"/>
              </a:spcAft>
            </a:pPr>
            <a:r>
              <a:rPr lang="en-VN" sz="50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Có </a:t>
            </a:r>
            <a:r>
              <a:rPr lang="en-VN" sz="50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03</a:t>
            </a:r>
            <a:r>
              <a:rPr lang="en-VN" sz="50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loại liên từ chính: </a:t>
            </a:r>
            <a:r>
              <a:rPr lang="en-VN" sz="50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LIÊN TỪ KẾT HỢP</a:t>
            </a:r>
            <a:r>
              <a:rPr lang="en-VN" sz="50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 </a:t>
            </a:r>
            <a:r>
              <a:rPr lang="en-VN" sz="50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LIÊN TỪ PHỤ THUỘC</a:t>
            </a:r>
            <a:r>
              <a:rPr lang="en-VN" sz="50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 </a:t>
            </a:r>
            <a:r>
              <a:rPr lang="en-VN" sz="50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LIÊN TỪ TƯƠNG QUAN</a:t>
            </a:r>
            <a:endParaRPr lang="en-VN" sz="5000" kern="10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52170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additive="base">
                                        <p:cTn id="7"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xEl>
                                              <p:pRg st="1" end="1"/>
                                            </p:txEl>
                                          </p:spTgt>
                                        </p:tgtEl>
                                        <p:attrNameLst>
                                          <p:attrName>style.visibility</p:attrName>
                                        </p:attrNameLst>
                                      </p:cBhvr>
                                      <p:to>
                                        <p:strVal val="visible"/>
                                      </p:to>
                                    </p:set>
                                    <p:anim calcmode="lin" valueType="num">
                                      <p:cBhvr additive="base">
                                        <p:cTn id="13"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
                                            <p:txEl>
                                              <p:pRg st="2" end="2"/>
                                            </p:txEl>
                                          </p:spTgt>
                                        </p:tgtEl>
                                        <p:attrNameLst>
                                          <p:attrName>style.visibility</p:attrName>
                                        </p:attrNameLst>
                                      </p:cBhvr>
                                      <p:to>
                                        <p:strVal val="visible"/>
                                      </p:to>
                                    </p:set>
                                    <p:anim calcmode="lin" valueType="num">
                                      <p:cBhvr additive="base">
                                        <p:cTn id="19" dur="500" fill="hold"/>
                                        <p:tgtEl>
                                          <p:spTgt spid="1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bg>
      <p:bgPr>
        <a:solidFill>
          <a:srgbClr val="F3E1D1"/>
        </a:solidFill>
        <a:effectLst/>
      </p:bgPr>
    </p:bg>
    <p:spTree>
      <p:nvGrpSpPr>
        <p:cNvPr id="1" name="">
          <a:extLst>
            <a:ext uri="{FF2B5EF4-FFF2-40B4-BE49-F238E27FC236}">
              <a16:creationId xmlns:a16="http://schemas.microsoft.com/office/drawing/2014/main" id="{105DA509-699E-D6B6-025E-84452DE948C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D28E13A-2C51-65C4-7655-5B87A0BC233B}"/>
              </a:ext>
            </a:extLst>
          </p:cNvPr>
          <p:cNvGrpSpPr/>
          <p:nvPr/>
        </p:nvGrpSpPr>
        <p:grpSpPr>
          <a:xfrm rot="148260">
            <a:off x="1824598" y="1813471"/>
            <a:ext cx="15256309" cy="8604490"/>
            <a:chOff x="0" y="0"/>
            <a:chExt cx="4018122" cy="2266203"/>
          </a:xfrm>
        </p:grpSpPr>
        <p:sp>
          <p:nvSpPr>
            <p:cNvPr id="3" name="Freeform 3">
              <a:extLst>
                <a:ext uri="{FF2B5EF4-FFF2-40B4-BE49-F238E27FC236}">
                  <a16:creationId xmlns:a16="http://schemas.microsoft.com/office/drawing/2014/main" id="{893FFC47-BB06-9F93-D00C-EC0C5002675A}"/>
                </a:ext>
              </a:extLst>
            </p:cNvPr>
            <p:cNvSpPr/>
            <p:nvPr/>
          </p:nvSpPr>
          <p:spPr>
            <a:xfrm>
              <a:off x="0" y="0"/>
              <a:ext cx="4018123" cy="2266203"/>
            </a:xfrm>
            <a:custGeom>
              <a:avLst/>
              <a:gdLst/>
              <a:ahLst/>
              <a:cxnLst/>
              <a:rect l="l" t="t" r="r" b="b"/>
              <a:pathLst>
                <a:path w="4018123" h="2266203">
                  <a:moveTo>
                    <a:pt x="14716" y="0"/>
                  </a:moveTo>
                  <a:lnTo>
                    <a:pt x="4003406" y="0"/>
                  </a:lnTo>
                  <a:cubicBezTo>
                    <a:pt x="4007309" y="0"/>
                    <a:pt x="4011052" y="1550"/>
                    <a:pt x="4013812" y="4310"/>
                  </a:cubicBezTo>
                  <a:cubicBezTo>
                    <a:pt x="4016572" y="7070"/>
                    <a:pt x="4018123" y="10813"/>
                    <a:pt x="4018123" y="14716"/>
                  </a:cubicBezTo>
                  <a:lnTo>
                    <a:pt x="4018123" y="2251487"/>
                  </a:lnTo>
                  <a:cubicBezTo>
                    <a:pt x="4018123" y="2255390"/>
                    <a:pt x="4016572" y="2259133"/>
                    <a:pt x="4013812" y="2261893"/>
                  </a:cubicBezTo>
                  <a:cubicBezTo>
                    <a:pt x="4011052" y="2264653"/>
                    <a:pt x="4007309" y="2266203"/>
                    <a:pt x="4003406" y="2266203"/>
                  </a:cubicBezTo>
                  <a:lnTo>
                    <a:pt x="14716" y="2266203"/>
                  </a:lnTo>
                  <a:cubicBezTo>
                    <a:pt x="10813" y="2266203"/>
                    <a:pt x="7070" y="2264653"/>
                    <a:pt x="4310" y="2261893"/>
                  </a:cubicBezTo>
                  <a:cubicBezTo>
                    <a:pt x="1550" y="2259133"/>
                    <a:pt x="0" y="2255390"/>
                    <a:pt x="0" y="2251487"/>
                  </a:cubicBezTo>
                  <a:lnTo>
                    <a:pt x="0" y="14716"/>
                  </a:lnTo>
                  <a:cubicBezTo>
                    <a:pt x="0" y="10813"/>
                    <a:pt x="1550" y="7070"/>
                    <a:pt x="4310" y="4310"/>
                  </a:cubicBezTo>
                  <a:cubicBezTo>
                    <a:pt x="7070" y="1550"/>
                    <a:pt x="10813" y="0"/>
                    <a:pt x="14716" y="0"/>
                  </a:cubicBezTo>
                  <a:close/>
                </a:path>
              </a:pathLst>
            </a:custGeom>
            <a:solidFill>
              <a:srgbClr val="C6B7A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9042C8C0-B3C6-9E63-83C2-E579AC2CA27E}"/>
                </a:ext>
              </a:extLst>
            </p:cNvPr>
            <p:cNvSpPr txBox="1"/>
            <p:nvPr/>
          </p:nvSpPr>
          <p:spPr>
            <a:xfrm>
              <a:off x="0" y="-38100"/>
              <a:ext cx="4018122" cy="2304303"/>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a:extLst>
              <a:ext uri="{FF2B5EF4-FFF2-40B4-BE49-F238E27FC236}">
                <a16:creationId xmlns:a16="http://schemas.microsoft.com/office/drawing/2014/main" id="{16342865-A550-2F7C-ED30-982E50EBD8A5}"/>
              </a:ext>
            </a:extLst>
          </p:cNvPr>
          <p:cNvSpPr/>
          <p:nvPr/>
        </p:nvSpPr>
        <p:spPr>
          <a:xfrm rot="-5400000">
            <a:off x="16416216" y="5195731"/>
            <a:ext cx="962680" cy="2578608"/>
          </a:xfrm>
          <a:custGeom>
            <a:avLst/>
            <a:gdLst/>
            <a:ahLst/>
            <a:cxnLst/>
            <a:rect l="l" t="t" r="r" b="b"/>
            <a:pathLst>
              <a:path w="962680" h="2578608">
                <a:moveTo>
                  <a:pt x="0" y="0"/>
                </a:moveTo>
                <a:lnTo>
                  <a:pt x="962680" y="0"/>
                </a:lnTo>
                <a:lnTo>
                  <a:pt x="962680" y="2578608"/>
                </a:lnTo>
                <a:lnTo>
                  <a:pt x="0" y="2578608"/>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Freeform 6">
            <a:extLst>
              <a:ext uri="{FF2B5EF4-FFF2-40B4-BE49-F238E27FC236}">
                <a16:creationId xmlns:a16="http://schemas.microsoft.com/office/drawing/2014/main" id="{8F2F2546-256C-38B7-B0BA-48FE0C82A1F5}"/>
              </a:ext>
            </a:extLst>
          </p:cNvPr>
          <p:cNvSpPr/>
          <p:nvPr/>
        </p:nvSpPr>
        <p:spPr>
          <a:xfrm rot="-5400000">
            <a:off x="16149303" y="2563412"/>
            <a:ext cx="1496505" cy="2814855"/>
          </a:xfrm>
          <a:custGeom>
            <a:avLst/>
            <a:gdLst/>
            <a:ahLst/>
            <a:cxnLst/>
            <a:rect l="l" t="t" r="r" b="b"/>
            <a:pathLst>
              <a:path w="1496505" h="2814855">
                <a:moveTo>
                  <a:pt x="0" y="0"/>
                </a:moveTo>
                <a:lnTo>
                  <a:pt x="1496505" y="0"/>
                </a:lnTo>
                <a:lnTo>
                  <a:pt x="1496505" y="2814855"/>
                </a:lnTo>
                <a:lnTo>
                  <a:pt x="0" y="2814855"/>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Freeform 7">
            <a:extLst>
              <a:ext uri="{FF2B5EF4-FFF2-40B4-BE49-F238E27FC236}">
                <a16:creationId xmlns:a16="http://schemas.microsoft.com/office/drawing/2014/main" id="{4268A70E-1DE6-3DE6-6D2B-7952BC8DDD93}"/>
              </a:ext>
            </a:extLst>
          </p:cNvPr>
          <p:cNvSpPr/>
          <p:nvPr/>
        </p:nvSpPr>
        <p:spPr>
          <a:xfrm rot="-5473987">
            <a:off x="16139311" y="3869291"/>
            <a:ext cx="1316802" cy="2834168"/>
          </a:xfrm>
          <a:custGeom>
            <a:avLst/>
            <a:gdLst/>
            <a:ahLst/>
            <a:cxnLst/>
            <a:rect l="l" t="t" r="r" b="b"/>
            <a:pathLst>
              <a:path w="1316802" h="2834168">
                <a:moveTo>
                  <a:pt x="0" y="0"/>
                </a:moveTo>
                <a:lnTo>
                  <a:pt x="1316801" y="0"/>
                </a:lnTo>
                <a:lnTo>
                  <a:pt x="1316801" y="2834168"/>
                </a:lnTo>
                <a:lnTo>
                  <a:pt x="0" y="2834168"/>
                </a:lnTo>
                <a:lnTo>
                  <a:pt x="0" y="0"/>
                </a:lnTo>
                <a:close/>
              </a:path>
            </a:pathLst>
          </a:custGeom>
          <a:blipFill>
            <a:blip r:embed="rId4"/>
            <a:stretch>
              <a:fillRect l="-6837"/>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Freeform 8">
            <a:extLst>
              <a:ext uri="{FF2B5EF4-FFF2-40B4-BE49-F238E27FC236}">
                <a16:creationId xmlns:a16="http://schemas.microsoft.com/office/drawing/2014/main" id="{DB7B599B-056E-C16C-777D-93013EACFB3B}"/>
              </a:ext>
            </a:extLst>
          </p:cNvPr>
          <p:cNvSpPr/>
          <p:nvPr/>
        </p:nvSpPr>
        <p:spPr>
          <a:xfrm rot="-5466484">
            <a:off x="16099554" y="6159632"/>
            <a:ext cx="1396316" cy="3127166"/>
          </a:xfrm>
          <a:custGeom>
            <a:avLst/>
            <a:gdLst/>
            <a:ahLst/>
            <a:cxnLst/>
            <a:rect l="l" t="t" r="r" b="b"/>
            <a:pathLst>
              <a:path w="1396316" h="3127166">
                <a:moveTo>
                  <a:pt x="0" y="0"/>
                </a:moveTo>
                <a:lnTo>
                  <a:pt x="1396316" y="0"/>
                </a:lnTo>
                <a:lnTo>
                  <a:pt x="1396316" y="3127166"/>
                </a:lnTo>
                <a:lnTo>
                  <a:pt x="0" y="3127166"/>
                </a:lnTo>
                <a:lnTo>
                  <a:pt x="0" y="0"/>
                </a:lnTo>
                <a:close/>
              </a:path>
            </a:pathLst>
          </a:custGeom>
          <a:blipFill>
            <a:blip r:embed="rId5"/>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Freeform 9">
            <a:extLst>
              <a:ext uri="{FF2B5EF4-FFF2-40B4-BE49-F238E27FC236}">
                <a16:creationId xmlns:a16="http://schemas.microsoft.com/office/drawing/2014/main" id="{A9F474A9-1A0B-4250-CB2B-233F253A782B}"/>
              </a:ext>
            </a:extLst>
          </p:cNvPr>
          <p:cNvSpPr/>
          <p:nvPr/>
        </p:nvSpPr>
        <p:spPr>
          <a:xfrm rot="-5400000">
            <a:off x="16309085" y="969997"/>
            <a:ext cx="1176942" cy="3061538"/>
          </a:xfrm>
          <a:custGeom>
            <a:avLst/>
            <a:gdLst/>
            <a:ahLst/>
            <a:cxnLst/>
            <a:rect l="l" t="t" r="r" b="b"/>
            <a:pathLst>
              <a:path w="1176942" h="3061538">
                <a:moveTo>
                  <a:pt x="0" y="0"/>
                </a:moveTo>
                <a:lnTo>
                  <a:pt x="1176942" y="0"/>
                </a:lnTo>
                <a:lnTo>
                  <a:pt x="1176942" y="3061538"/>
                </a:lnTo>
                <a:lnTo>
                  <a:pt x="0" y="3061538"/>
                </a:lnTo>
                <a:lnTo>
                  <a:pt x="0" y="0"/>
                </a:lnTo>
                <a:close/>
              </a:path>
            </a:pathLst>
          </a:custGeom>
          <a:blipFill>
            <a:blip r:embed="rId6"/>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0" name="Group 10">
            <a:extLst>
              <a:ext uri="{FF2B5EF4-FFF2-40B4-BE49-F238E27FC236}">
                <a16:creationId xmlns:a16="http://schemas.microsoft.com/office/drawing/2014/main" id="{D51C8060-4A19-0130-4620-98F7024C2B97}"/>
              </a:ext>
            </a:extLst>
          </p:cNvPr>
          <p:cNvGrpSpPr/>
          <p:nvPr/>
        </p:nvGrpSpPr>
        <p:grpSpPr>
          <a:xfrm>
            <a:off x="603650" y="508040"/>
            <a:ext cx="16372589" cy="9270920"/>
            <a:chOff x="0" y="0"/>
            <a:chExt cx="4312122" cy="2441724"/>
          </a:xfrm>
        </p:grpSpPr>
        <p:sp>
          <p:nvSpPr>
            <p:cNvPr id="11" name="Freeform 11">
              <a:extLst>
                <a:ext uri="{FF2B5EF4-FFF2-40B4-BE49-F238E27FC236}">
                  <a16:creationId xmlns:a16="http://schemas.microsoft.com/office/drawing/2014/main" id="{64AD13E7-9F1A-ABB8-76EC-E04631F96401}"/>
                </a:ext>
              </a:extLst>
            </p:cNvPr>
            <p:cNvSpPr/>
            <p:nvPr/>
          </p:nvSpPr>
          <p:spPr>
            <a:xfrm>
              <a:off x="0" y="0"/>
              <a:ext cx="4312122" cy="2441724"/>
            </a:xfrm>
            <a:custGeom>
              <a:avLst/>
              <a:gdLst/>
              <a:ahLst/>
              <a:cxnLst/>
              <a:rect l="l" t="t" r="r" b="b"/>
              <a:pathLst>
                <a:path w="4312122" h="2441724">
                  <a:moveTo>
                    <a:pt x="13713" y="0"/>
                  </a:moveTo>
                  <a:lnTo>
                    <a:pt x="4298410" y="0"/>
                  </a:lnTo>
                  <a:cubicBezTo>
                    <a:pt x="4302046" y="0"/>
                    <a:pt x="4305534" y="1445"/>
                    <a:pt x="4308106" y="4016"/>
                  </a:cubicBezTo>
                  <a:cubicBezTo>
                    <a:pt x="4310678" y="6588"/>
                    <a:pt x="4312122" y="10076"/>
                    <a:pt x="4312122" y="13713"/>
                  </a:cubicBezTo>
                  <a:lnTo>
                    <a:pt x="4312122" y="2428011"/>
                  </a:lnTo>
                  <a:cubicBezTo>
                    <a:pt x="4312122" y="2431648"/>
                    <a:pt x="4310678" y="2435135"/>
                    <a:pt x="4308106" y="2437707"/>
                  </a:cubicBezTo>
                  <a:cubicBezTo>
                    <a:pt x="4305534" y="2440279"/>
                    <a:pt x="4302046" y="2441724"/>
                    <a:pt x="4298410" y="2441724"/>
                  </a:cubicBezTo>
                  <a:lnTo>
                    <a:pt x="13713" y="2441724"/>
                  </a:lnTo>
                  <a:cubicBezTo>
                    <a:pt x="10076" y="2441724"/>
                    <a:pt x="6588" y="2440279"/>
                    <a:pt x="4016" y="2437707"/>
                  </a:cubicBezTo>
                  <a:cubicBezTo>
                    <a:pt x="1445" y="2435135"/>
                    <a:pt x="0" y="2431648"/>
                    <a:pt x="0" y="2428011"/>
                  </a:cubicBezTo>
                  <a:lnTo>
                    <a:pt x="0" y="13713"/>
                  </a:lnTo>
                  <a:cubicBezTo>
                    <a:pt x="0" y="10076"/>
                    <a:pt x="1445" y="6588"/>
                    <a:pt x="4016" y="4016"/>
                  </a:cubicBezTo>
                  <a:cubicBezTo>
                    <a:pt x="6588" y="1445"/>
                    <a:pt x="10076" y="0"/>
                    <a:pt x="1371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Box 12">
              <a:extLst>
                <a:ext uri="{FF2B5EF4-FFF2-40B4-BE49-F238E27FC236}">
                  <a16:creationId xmlns:a16="http://schemas.microsoft.com/office/drawing/2014/main" id="{D5361B6D-9CB2-BAE5-8778-F6C9A5EFFD65}"/>
                </a:ext>
              </a:extLst>
            </p:cNvPr>
            <p:cNvSpPr txBox="1"/>
            <p:nvPr/>
          </p:nvSpPr>
          <p:spPr>
            <a:xfrm>
              <a:off x="0" y="-38100"/>
              <a:ext cx="4312122" cy="247982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3" name="Freeform 13">
            <a:extLst>
              <a:ext uri="{FF2B5EF4-FFF2-40B4-BE49-F238E27FC236}">
                <a16:creationId xmlns:a16="http://schemas.microsoft.com/office/drawing/2014/main" id="{0BF7FE3E-1E6E-D0C8-3E2E-FC029062BDBF}"/>
              </a:ext>
            </a:extLst>
          </p:cNvPr>
          <p:cNvSpPr/>
          <p:nvPr/>
        </p:nvSpPr>
        <p:spPr>
          <a:xfrm>
            <a:off x="234255" y="508040"/>
            <a:ext cx="1155550" cy="9210904"/>
          </a:xfrm>
          <a:custGeom>
            <a:avLst/>
            <a:gdLst/>
            <a:ahLst/>
            <a:cxnLst/>
            <a:rect l="l" t="t" r="r" b="b"/>
            <a:pathLst>
              <a:path w="1155550" h="9210904">
                <a:moveTo>
                  <a:pt x="0" y="0"/>
                </a:moveTo>
                <a:lnTo>
                  <a:pt x="1155549" y="0"/>
                </a:lnTo>
                <a:lnTo>
                  <a:pt x="1155549" y="9210904"/>
                </a:lnTo>
                <a:lnTo>
                  <a:pt x="0" y="921090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Box 14">
            <a:extLst>
              <a:ext uri="{FF2B5EF4-FFF2-40B4-BE49-F238E27FC236}">
                <a16:creationId xmlns:a16="http://schemas.microsoft.com/office/drawing/2014/main" id="{5660FFB8-BD5F-C6DA-E266-9BD73FD25F8C}"/>
              </a:ext>
            </a:extLst>
          </p:cNvPr>
          <p:cNvSpPr txBox="1"/>
          <p:nvPr/>
        </p:nvSpPr>
        <p:spPr>
          <a:xfrm>
            <a:off x="1696286" y="2301679"/>
            <a:ext cx="14895427" cy="5969391"/>
          </a:xfrm>
          <a:prstGeom prst="rect">
            <a:avLst/>
          </a:prstGeom>
        </p:spPr>
        <p:txBody>
          <a:bodyPr wrap="square" lIns="0" tIns="0" rIns="0" bIns="0" rtlCol="0" anchor="t">
            <a:spAutoFit/>
          </a:bodyPr>
          <a:lstStyle/>
          <a:p>
            <a:pPr algn="just">
              <a:lnSpc>
                <a:spcPct val="150000"/>
              </a:lnSpc>
              <a:spcBef>
                <a:spcPts val="600"/>
              </a:spcBef>
              <a:spcAft>
                <a:spcPts val="600"/>
              </a:spcAft>
            </a:pPr>
            <a:r>
              <a:rPr lang="en-VN" sz="5000" b="1" kern="100">
                <a:solidFill>
                  <a:srgbClr val="9437FF"/>
                </a:solidFill>
                <a:latin typeface="American Typewriter" panose="02090604020004020304" pitchFamily="18" charset="77"/>
                <a:ea typeface="Calibri" panose="020F0502020204030204" pitchFamily="34" charset="0"/>
                <a:cs typeface="Times New Roman" panose="02020603050405020304" pitchFamily="18" charset="0"/>
              </a:rPr>
              <a:t>1.1 Liên từ kết hợp</a:t>
            </a:r>
            <a:endParaRPr lang="en-VN" sz="5000" kern="100">
              <a:solidFill>
                <a:srgbClr val="9437FF"/>
              </a:solidFill>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Bef>
                <a:spcPts val="600"/>
              </a:spcBef>
              <a:spcAft>
                <a:spcPts val="600"/>
              </a:spcAft>
              <a:buNone/>
            </a:pPr>
            <a:r>
              <a:rPr lang="en-VN" sz="50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Liên từ kết hợp có chức năng </a:t>
            </a:r>
            <a:r>
              <a:rPr lang="en-VN" sz="50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nối hai hoặc nhiều thành phần</a:t>
            </a:r>
            <a:r>
              <a:rPr lang="en-VN" sz="50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ngang hàng về chức năng ngữ pháp (từ + từ, cụm từ + cụm từ, mệnh đề + mệnh đề).</a:t>
            </a:r>
            <a:endParaRPr lang="en-VN" sz="5000" kern="10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Bef>
                <a:spcPts val="600"/>
              </a:spcBef>
              <a:spcAft>
                <a:spcPts val="600"/>
              </a:spcAft>
            </a:pPr>
            <a:r>
              <a:rPr lang="en-VN" sz="5000" kern="100">
                <a:solidFill>
                  <a:srgbClr val="000000"/>
                </a:solidFill>
                <a:latin typeface="Apple Color Emoji" pitchFamily="2" charset="0"/>
                <a:ea typeface="Calibri" panose="020F0502020204030204" pitchFamily="34" charset="0"/>
                <a:cs typeface="Apple Color Emoji" pitchFamily="2" charset="0"/>
              </a:rPr>
              <a:t>🔹</a:t>
            </a:r>
            <a:r>
              <a:rPr lang="en-VN" sz="50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Gồm 7 từ - FANBOYS.</a:t>
            </a:r>
            <a:endParaRPr lang="en-VN" sz="5000" kern="10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32612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additive="base">
                                        <p:cTn id="7"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xEl>
                                              <p:pRg st="1" end="1"/>
                                            </p:txEl>
                                          </p:spTgt>
                                        </p:tgtEl>
                                        <p:attrNameLst>
                                          <p:attrName>style.visibility</p:attrName>
                                        </p:attrNameLst>
                                      </p:cBhvr>
                                      <p:to>
                                        <p:strVal val="visible"/>
                                      </p:to>
                                    </p:set>
                                    <p:anim calcmode="lin" valueType="num">
                                      <p:cBhvr additive="base">
                                        <p:cTn id="13"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
                                            <p:txEl>
                                              <p:pRg st="2" end="2"/>
                                            </p:txEl>
                                          </p:spTgt>
                                        </p:tgtEl>
                                        <p:attrNameLst>
                                          <p:attrName>style.visibility</p:attrName>
                                        </p:attrNameLst>
                                      </p:cBhvr>
                                      <p:to>
                                        <p:strVal val="visible"/>
                                      </p:to>
                                    </p:set>
                                    <p:anim calcmode="lin" valueType="num">
                                      <p:cBhvr additive="base">
                                        <p:cTn id="19" dur="500" fill="hold"/>
                                        <p:tgtEl>
                                          <p:spTgt spid="1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bg>
      <p:bgPr>
        <a:solidFill>
          <a:srgbClr val="F3E1D1"/>
        </a:solidFill>
        <a:effectLst/>
      </p:bgPr>
    </p:bg>
    <p:spTree>
      <p:nvGrpSpPr>
        <p:cNvPr id="1" name="">
          <a:extLst>
            <a:ext uri="{FF2B5EF4-FFF2-40B4-BE49-F238E27FC236}">
              <a16:creationId xmlns:a16="http://schemas.microsoft.com/office/drawing/2014/main" id="{0E14EEC6-2487-0D93-CA7F-B5A2832DB8C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6B7CE65-2F38-2E1F-B7AB-E5FC5607717C}"/>
              </a:ext>
            </a:extLst>
          </p:cNvPr>
          <p:cNvGrpSpPr/>
          <p:nvPr/>
        </p:nvGrpSpPr>
        <p:grpSpPr>
          <a:xfrm rot="148260">
            <a:off x="1824598" y="1813471"/>
            <a:ext cx="15256309" cy="8604490"/>
            <a:chOff x="0" y="0"/>
            <a:chExt cx="4018122" cy="2266203"/>
          </a:xfrm>
        </p:grpSpPr>
        <p:sp>
          <p:nvSpPr>
            <p:cNvPr id="3" name="Freeform 3">
              <a:extLst>
                <a:ext uri="{FF2B5EF4-FFF2-40B4-BE49-F238E27FC236}">
                  <a16:creationId xmlns:a16="http://schemas.microsoft.com/office/drawing/2014/main" id="{1019434A-2FEF-672D-1460-216DEDA0AC87}"/>
                </a:ext>
              </a:extLst>
            </p:cNvPr>
            <p:cNvSpPr/>
            <p:nvPr/>
          </p:nvSpPr>
          <p:spPr>
            <a:xfrm>
              <a:off x="0" y="0"/>
              <a:ext cx="4018123" cy="2266203"/>
            </a:xfrm>
            <a:custGeom>
              <a:avLst/>
              <a:gdLst/>
              <a:ahLst/>
              <a:cxnLst/>
              <a:rect l="l" t="t" r="r" b="b"/>
              <a:pathLst>
                <a:path w="4018123" h="2266203">
                  <a:moveTo>
                    <a:pt x="14716" y="0"/>
                  </a:moveTo>
                  <a:lnTo>
                    <a:pt x="4003406" y="0"/>
                  </a:lnTo>
                  <a:cubicBezTo>
                    <a:pt x="4007309" y="0"/>
                    <a:pt x="4011052" y="1550"/>
                    <a:pt x="4013812" y="4310"/>
                  </a:cubicBezTo>
                  <a:cubicBezTo>
                    <a:pt x="4016572" y="7070"/>
                    <a:pt x="4018123" y="10813"/>
                    <a:pt x="4018123" y="14716"/>
                  </a:cubicBezTo>
                  <a:lnTo>
                    <a:pt x="4018123" y="2251487"/>
                  </a:lnTo>
                  <a:cubicBezTo>
                    <a:pt x="4018123" y="2255390"/>
                    <a:pt x="4016572" y="2259133"/>
                    <a:pt x="4013812" y="2261893"/>
                  </a:cubicBezTo>
                  <a:cubicBezTo>
                    <a:pt x="4011052" y="2264653"/>
                    <a:pt x="4007309" y="2266203"/>
                    <a:pt x="4003406" y="2266203"/>
                  </a:cubicBezTo>
                  <a:lnTo>
                    <a:pt x="14716" y="2266203"/>
                  </a:lnTo>
                  <a:cubicBezTo>
                    <a:pt x="10813" y="2266203"/>
                    <a:pt x="7070" y="2264653"/>
                    <a:pt x="4310" y="2261893"/>
                  </a:cubicBezTo>
                  <a:cubicBezTo>
                    <a:pt x="1550" y="2259133"/>
                    <a:pt x="0" y="2255390"/>
                    <a:pt x="0" y="2251487"/>
                  </a:cubicBezTo>
                  <a:lnTo>
                    <a:pt x="0" y="14716"/>
                  </a:lnTo>
                  <a:cubicBezTo>
                    <a:pt x="0" y="10813"/>
                    <a:pt x="1550" y="7070"/>
                    <a:pt x="4310" y="4310"/>
                  </a:cubicBezTo>
                  <a:cubicBezTo>
                    <a:pt x="7070" y="1550"/>
                    <a:pt x="10813" y="0"/>
                    <a:pt x="14716" y="0"/>
                  </a:cubicBezTo>
                  <a:close/>
                </a:path>
              </a:pathLst>
            </a:custGeom>
            <a:solidFill>
              <a:srgbClr val="C6B7A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804CCC2E-6242-08EB-FFE1-7EBA8981A3A6}"/>
                </a:ext>
              </a:extLst>
            </p:cNvPr>
            <p:cNvSpPr txBox="1"/>
            <p:nvPr/>
          </p:nvSpPr>
          <p:spPr>
            <a:xfrm>
              <a:off x="0" y="-38100"/>
              <a:ext cx="4018122" cy="2304303"/>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a:extLst>
              <a:ext uri="{FF2B5EF4-FFF2-40B4-BE49-F238E27FC236}">
                <a16:creationId xmlns:a16="http://schemas.microsoft.com/office/drawing/2014/main" id="{6A8A06C8-C8FF-E9DD-32A4-CC1F20DA8B25}"/>
              </a:ext>
            </a:extLst>
          </p:cNvPr>
          <p:cNvSpPr/>
          <p:nvPr/>
        </p:nvSpPr>
        <p:spPr>
          <a:xfrm rot="-5400000">
            <a:off x="16416216" y="5195731"/>
            <a:ext cx="962680" cy="2578608"/>
          </a:xfrm>
          <a:custGeom>
            <a:avLst/>
            <a:gdLst/>
            <a:ahLst/>
            <a:cxnLst/>
            <a:rect l="l" t="t" r="r" b="b"/>
            <a:pathLst>
              <a:path w="962680" h="2578608">
                <a:moveTo>
                  <a:pt x="0" y="0"/>
                </a:moveTo>
                <a:lnTo>
                  <a:pt x="962680" y="0"/>
                </a:lnTo>
                <a:lnTo>
                  <a:pt x="962680" y="2578608"/>
                </a:lnTo>
                <a:lnTo>
                  <a:pt x="0" y="2578608"/>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Freeform 6">
            <a:extLst>
              <a:ext uri="{FF2B5EF4-FFF2-40B4-BE49-F238E27FC236}">
                <a16:creationId xmlns:a16="http://schemas.microsoft.com/office/drawing/2014/main" id="{51B7F4D3-C433-0DA6-2372-4F722F2AC5C4}"/>
              </a:ext>
            </a:extLst>
          </p:cNvPr>
          <p:cNvSpPr/>
          <p:nvPr/>
        </p:nvSpPr>
        <p:spPr>
          <a:xfrm rot="-5400000">
            <a:off x="16149303" y="2563412"/>
            <a:ext cx="1496505" cy="2814855"/>
          </a:xfrm>
          <a:custGeom>
            <a:avLst/>
            <a:gdLst/>
            <a:ahLst/>
            <a:cxnLst/>
            <a:rect l="l" t="t" r="r" b="b"/>
            <a:pathLst>
              <a:path w="1496505" h="2814855">
                <a:moveTo>
                  <a:pt x="0" y="0"/>
                </a:moveTo>
                <a:lnTo>
                  <a:pt x="1496505" y="0"/>
                </a:lnTo>
                <a:lnTo>
                  <a:pt x="1496505" y="2814855"/>
                </a:lnTo>
                <a:lnTo>
                  <a:pt x="0" y="2814855"/>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Freeform 7">
            <a:extLst>
              <a:ext uri="{FF2B5EF4-FFF2-40B4-BE49-F238E27FC236}">
                <a16:creationId xmlns:a16="http://schemas.microsoft.com/office/drawing/2014/main" id="{B91A8A87-8C0A-1C02-29FE-0FA6EF73CFAD}"/>
              </a:ext>
            </a:extLst>
          </p:cNvPr>
          <p:cNvSpPr/>
          <p:nvPr/>
        </p:nvSpPr>
        <p:spPr>
          <a:xfrm rot="-5473987">
            <a:off x="16139311" y="3869291"/>
            <a:ext cx="1316802" cy="2834168"/>
          </a:xfrm>
          <a:custGeom>
            <a:avLst/>
            <a:gdLst/>
            <a:ahLst/>
            <a:cxnLst/>
            <a:rect l="l" t="t" r="r" b="b"/>
            <a:pathLst>
              <a:path w="1316802" h="2834168">
                <a:moveTo>
                  <a:pt x="0" y="0"/>
                </a:moveTo>
                <a:lnTo>
                  <a:pt x="1316801" y="0"/>
                </a:lnTo>
                <a:lnTo>
                  <a:pt x="1316801" y="2834168"/>
                </a:lnTo>
                <a:lnTo>
                  <a:pt x="0" y="2834168"/>
                </a:lnTo>
                <a:lnTo>
                  <a:pt x="0" y="0"/>
                </a:lnTo>
                <a:close/>
              </a:path>
            </a:pathLst>
          </a:custGeom>
          <a:blipFill>
            <a:blip r:embed="rId4"/>
            <a:stretch>
              <a:fillRect l="-6837"/>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Freeform 8">
            <a:extLst>
              <a:ext uri="{FF2B5EF4-FFF2-40B4-BE49-F238E27FC236}">
                <a16:creationId xmlns:a16="http://schemas.microsoft.com/office/drawing/2014/main" id="{747E5BF0-B9E4-902B-C99A-E67580289A8C}"/>
              </a:ext>
            </a:extLst>
          </p:cNvPr>
          <p:cNvSpPr/>
          <p:nvPr/>
        </p:nvSpPr>
        <p:spPr>
          <a:xfrm rot="-5466484">
            <a:off x="16099554" y="6159632"/>
            <a:ext cx="1396316" cy="3127166"/>
          </a:xfrm>
          <a:custGeom>
            <a:avLst/>
            <a:gdLst/>
            <a:ahLst/>
            <a:cxnLst/>
            <a:rect l="l" t="t" r="r" b="b"/>
            <a:pathLst>
              <a:path w="1396316" h="3127166">
                <a:moveTo>
                  <a:pt x="0" y="0"/>
                </a:moveTo>
                <a:lnTo>
                  <a:pt x="1396316" y="0"/>
                </a:lnTo>
                <a:lnTo>
                  <a:pt x="1396316" y="3127166"/>
                </a:lnTo>
                <a:lnTo>
                  <a:pt x="0" y="3127166"/>
                </a:lnTo>
                <a:lnTo>
                  <a:pt x="0" y="0"/>
                </a:lnTo>
                <a:close/>
              </a:path>
            </a:pathLst>
          </a:custGeom>
          <a:blipFill>
            <a:blip r:embed="rId5"/>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Freeform 9">
            <a:extLst>
              <a:ext uri="{FF2B5EF4-FFF2-40B4-BE49-F238E27FC236}">
                <a16:creationId xmlns:a16="http://schemas.microsoft.com/office/drawing/2014/main" id="{4EEED620-E9DD-2D4E-B475-70BFB0614398}"/>
              </a:ext>
            </a:extLst>
          </p:cNvPr>
          <p:cNvSpPr/>
          <p:nvPr/>
        </p:nvSpPr>
        <p:spPr>
          <a:xfrm rot="-5400000">
            <a:off x="16309085" y="969997"/>
            <a:ext cx="1176942" cy="3061538"/>
          </a:xfrm>
          <a:custGeom>
            <a:avLst/>
            <a:gdLst/>
            <a:ahLst/>
            <a:cxnLst/>
            <a:rect l="l" t="t" r="r" b="b"/>
            <a:pathLst>
              <a:path w="1176942" h="3061538">
                <a:moveTo>
                  <a:pt x="0" y="0"/>
                </a:moveTo>
                <a:lnTo>
                  <a:pt x="1176942" y="0"/>
                </a:lnTo>
                <a:lnTo>
                  <a:pt x="1176942" y="3061538"/>
                </a:lnTo>
                <a:lnTo>
                  <a:pt x="0" y="3061538"/>
                </a:lnTo>
                <a:lnTo>
                  <a:pt x="0" y="0"/>
                </a:lnTo>
                <a:close/>
              </a:path>
            </a:pathLst>
          </a:custGeom>
          <a:blipFill>
            <a:blip r:embed="rId6"/>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0" name="Group 10">
            <a:extLst>
              <a:ext uri="{FF2B5EF4-FFF2-40B4-BE49-F238E27FC236}">
                <a16:creationId xmlns:a16="http://schemas.microsoft.com/office/drawing/2014/main" id="{A4B77004-F6DC-6A94-3D7D-C76DD10724CD}"/>
              </a:ext>
            </a:extLst>
          </p:cNvPr>
          <p:cNvGrpSpPr/>
          <p:nvPr/>
        </p:nvGrpSpPr>
        <p:grpSpPr>
          <a:xfrm>
            <a:off x="603650" y="508040"/>
            <a:ext cx="16372589" cy="9270920"/>
            <a:chOff x="0" y="0"/>
            <a:chExt cx="4312122" cy="2441724"/>
          </a:xfrm>
        </p:grpSpPr>
        <p:sp>
          <p:nvSpPr>
            <p:cNvPr id="11" name="Freeform 11">
              <a:extLst>
                <a:ext uri="{FF2B5EF4-FFF2-40B4-BE49-F238E27FC236}">
                  <a16:creationId xmlns:a16="http://schemas.microsoft.com/office/drawing/2014/main" id="{D33F8F06-9673-298D-6CDB-4F00143C6F6B}"/>
                </a:ext>
              </a:extLst>
            </p:cNvPr>
            <p:cNvSpPr/>
            <p:nvPr/>
          </p:nvSpPr>
          <p:spPr>
            <a:xfrm>
              <a:off x="0" y="0"/>
              <a:ext cx="4312122" cy="2441724"/>
            </a:xfrm>
            <a:custGeom>
              <a:avLst/>
              <a:gdLst/>
              <a:ahLst/>
              <a:cxnLst/>
              <a:rect l="l" t="t" r="r" b="b"/>
              <a:pathLst>
                <a:path w="4312122" h="2441724">
                  <a:moveTo>
                    <a:pt x="13713" y="0"/>
                  </a:moveTo>
                  <a:lnTo>
                    <a:pt x="4298410" y="0"/>
                  </a:lnTo>
                  <a:cubicBezTo>
                    <a:pt x="4302046" y="0"/>
                    <a:pt x="4305534" y="1445"/>
                    <a:pt x="4308106" y="4016"/>
                  </a:cubicBezTo>
                  <a:cubicBezTo>
                    <a:pt x="4310678" y="6588"/>
                    <a:pt x="4312122" y="10076"/>
                    <a:pt x="4312122" y="13713"/>
                  </a:cubicBezTo>
                  <a:lnTo>
                    <a:pt x="4312122" y="2428011"/>
                  </a:lnTo>
                  <a:cubicBezTo>
                    <a:pt x="4312122" y="2431648"/>
                    <a:pt x="4310678" y="2435135"/>
                    <a:pt x="4308106" y="2437707"/>
                  </a:cubicBezTo>
                  <a:cubicBezTo>
                    <a:pt x="4305534" y="2440279"/>
                    <a:pt x="4302046" y="2441724"/>
                    <a:pt x="4298410" y="2441724"/>
                  </a:cubicBezTo>
                  <a:lnTo>
                    <a:pt x="13713" y="2441724"/>
                  </a:lnTo>
                  <a:cubicBezTo>
                    <a:pt x="10076" y="2441724"/>
                    <a:pt x="6588" y="2440279"/>
                    <a:pt x="4016" y="2437707"/>
                  </a:cubicBezTo>
                  <a:cubicBezTo>
                    <a:pt x="1445" y="2435135"/>
                    <a:pt x="0" y="2431648"/>
                    <a:pt x="0" y="2428011"/>
                  </a:cubicBezTo>
                  <a:lnTo>
                    <a:pt x="0" y="13713"/>
                  </a:lnTo>
                  <a:cubicBezTo>
                    <a:pt x="0" y="10076"/>
                    <a:pt x="1445" y="6588"/>
                    <a:pt x="4016" y="4016"/>
                  </a:cubicBezTo>
                  <a:cubicBezTo>
                    <a:pt x="6588" y="1445"/>
                    <a:pt x="10076" y="0"/>
                    <a:pt x="1371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Box 12">
              <a:extLst>
                <a:ext uri="{FF2B5EF4-FFF2-40B4-BE49-F238E27FC236}">
                  <a16:creationId xmlns:a16="http://schemas.microsoft.com/office/drawing/2014/main" id="{3A103FF9-B4AC-FEFB-CF62-08E31A9BB1BC}"/>
                </a:ext>
              </a:extLst>
            </p:cNvPr>
            <p:cNvSpPr txBox="1"/>
            <p:nvPr/>
          </p:nvSpPr>
          <p:spPr>
            <a:xfrm>
              <a:off x="0" y="-38100"/>
              <a:ext cx="4312122" cy="247982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3" name="Freeform 13">
            <a:extLst>
              <a:ext uri="{FF2B5EF4-FFF2-40B4-BE49-F238E27FC236}">
                <a16:creationId xmlns:a16="http://schemas.microsoft.com/office/drawing/2014/main" id="{F2C6F549-6C64-3F89-D7FC-A652F03F9D48}"/>
              </a:ext>
            </a:extLst>
          </p:cNvPr>
          <p:cNvSpPr/>
          <p:nvPr/>
        </p:nvSpPr>
        <p:spPr>
          <a:xfrm>
            <a:off x="234255" y="508040"/>
            <a:ext cx="1155550" cy="9210904"/>
          </a:xfrm>
          <a:custGeom>
            <a:avLst/>
            <a:gdLst/>
            <a:ahLst/>
            <a:cxnLst/>
            <a:rect l="l" t="t" r="r" b="b"/>
            <a:pathLst>
              <a:path w="1155550" h="9210904">
                <a:moveTo>
                  <a:pt x="0" y="0"/>
                </a:moveTo>
                <a:lnTo>
                  <a:pt x="1155549" y="0"/>
                </a:lnTo>
                <a:lnTo>
                  <a:pt x="1155549" y="9210904"/>
                </a:lnTo>
                <a:lnTo>
                  <a:pt x="0" y="921090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pic>
        <p:nvPicPr>
          <p:cNvPr id="15" name="Picture 14" descr="A screenshot of a phone&#10;&#10;AI-generated content may be incorrect.">
            <a:extLst>
              <a:ext uri="{FF2B5EF4-FFF2-40B4-BE49-F238E27FC236}">
                <a16:creationId xmlns:a16="http://schemas.microsoft.com/office/drawing/2014/main" id="{0BDE7F39-3F7C-A5B2-F2EC-D7843943552D}"/>
              </a:ext>
            </a:extLst>
          </p:cNvPr>
          <p:cNvPicPr>
            <a:picLocks noChangeAspect="1"/>
          </p:cNvPicPr>
          <p:nvPr/>
        </p:nvPicPr>
        <p:blipFill>
          <a:blip r:embed="rId8">
            <a:extLst>
              <a:ext uri="{28A0092B-C50C-407E-A947-70E740481C1C}">
                <a14:useLocalDpi xmlns:a14="http://schemas.microsoft.com/office/drawing/2010/main" val="0"/>
              </a:ext>
            </a:extLst>
          </a:blip>
          <a:srcRect r="15005"/>
          <a:stretch/>
        </p:blipFill>
        <p:spPr>
          <a:xfrm>
            <a:off x="1389805" y="1028700"/>
            <a:ext cx="15514038" cy="8534899"/>
          </a:xfrm>
          <a:prstGeom prst="rect">
            <a:avLst/>
          </a:prstGeom>
        </p:spPr>
      </p:pic>
    </p:spTree>
    <p:extLst>
      <p:ext uri="{BB962C8B-B14F-4D97-AF65-F5344CB8AC3E}">
        <p14:creationId xmlns:p14="http://schemas.microsoft.com/office/powerpoint/2010/main" val="247724541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rgbClr val="F3E1D1"/>
        </a:solidFill>
        <a:effectLst/>
      </p:bgPr>
    </p:bg>
    <p:spTree>
      <p:nvGrpSpPr>
        <p:cNvPr id="1" name="">
          <a:extLst>
            <a:ext uri="{FF2B5EF4-FFF2-40B4-BE49-F238E27FC236}">
              <a16:creationId xmlns:a16="http://schemas.microsoft.com/office/drawing/2014/main" id="{C3909FFB-D57B-968E-953E-085513918B2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40289ED-33D5-E3A1-7493-733586315D4D}"/>
              </a:ext>
            </a:extLst>
          </p:cNvPr>
          <p:cNvGrpSpPr/>
          <p:nvPr/>
        </p:nvGrpSpPr>
        <p:grpSpPr>
          <a:xfrm rot="148260">
            <a:off x="1824598" y="1813471"/>
            <a:ext cx="15256309" cy="8604490"/>
            <a:chOff x="0" y="0"/>
            <a:chExt cx="4018122" cy="2266203"/>
          </a:xfrm>
        </p:grpSpPr>
        <p:sp>
          <p:nvSpPr>
            <p:cNvPr id="3" name="Freeform 3">
              <a:extLst>
                <a:ext uri="{FF2B5EF4-FFF2-40B4-BE49-F238E27FC236}">
                  <a16:creationId xmlns:a16="http://schemas.microsoft.com/office/drawing/2014/main" id="{D37AA54D-8D1B-8B8F-436E-9B36768491EA}"/>
                </a:ext>
              </a:extLst>
            </p:cNvPr>
            <p:cNvSpPr/>
            <p:nvPr/>
          </p:nvSpPr>
          <p:spPr>
            <a:xfrm>
              <a:off x="0" y="0"/>
              <a:ext cx="4018123" cy="2266203"/>
            </a:xfrm>
            <a:custGeom>
              <a:avLst/>
              <a:gdLst/>
              <a:ahLst/>
              <a:cxnLst/>
              <a:rect l="l" t="t" r="r" b="b"/>
              <a:pathLst>
                <a:path w="4018123" h="2266203">
                  <a:moveTo>
                    <a:pt x="14716" y="0"/>
                  </a:moveTo>
                  <a:lnTo>
                    <a:pt x="4003406" y="0"/>
                  </a:lnTo>
                  <a:cubicBezTo>
                    <a:pt x="4007309" y="0"/>
                    <a:pt x="4011052" y="1550"/>
                    <a:pt x="4013812" y="4310"/>
                  </a:cubicBezTo>
                  <a:cubicBezTo>
                    <a:pt x="4016572" y="7070"/>
                    <a:pt x="4018123" y="10813"/>
                    <a:pt x="4018123" y="14716"/>
                  </a:cubicBezTo>
                  <a:lnTo>
                    <a:pt x="4018123" y="2251487"/>
                  </a:lnTo>
                  <a:cubicBezTo>
                    <a:pt x="4018123" y="2255390"/>
                    <a:pt x="4016572" y="2259133"/>
                    <a:pt x="4013812" y="2261893"/>
                  </a:cubicBezTo>
                  <a:cubicBezTo>
                    <a:pt x="4011052" y="2264653"/>
                    <a:pt x="4007309" y="2266203"/>
                    <a:pt x="4003406" y="2266203"/>
                  </a:cubicBezTo>
                  <a:lnTo>
                    <a:pt x="14716" y="2266203"/>
                  </a:lnTo>
                  <a:cubicBezTo>
                    <a:pt x="10813" y="2266203"/>
                    <a:pt x="7070" y="2264653"/>
                    <a:pt x="4310" y="2261893"/>
                  </a:cubicBezTo>
                  <a:cubicBezTo>
                    <a:pt x="1550" y="2259133"/>
                    <a:pt x="0" y="2255390"/>
                    <a:pt x="0" y="2251487"/>
                  </a:cubicBezTo>
                  <a:lnTo>
                    <a:pt x="0" y="14716"/>
                  </a:lnTo>
                  <a:cubicBezTo>
                    <a:pt x="0" y="10813"/>
                    <a:pt x="1550" y="7070"/>
                    <a:pt x="4310" y="4310"/>
                  </a:cubicBezTo>
                  <a:cubicBezTo>
                    <a:pt x="7070" y="1550"/>
                    <a:pt x="10813" y="0"/>
                    <a:pt x="14716" y="0"/>
                  </a:cubicBezTo>
                  <a:close/>
                </a:path>
              </a:pathLst>
            </a:custGeom>
            <a:solidFill>
              <a:srgbClr val="C6B7A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560C514C-9810-0A41-3F78-DA824E7BF7E3}"/>
                </a:ext>
              </a:extLst>
            </p:cNvPr>
            <p:cNvSpPr txBox="1"/>
            <p:nvPr/>
          </p:nvSpPr>
          <p:spPr>
            <a:xfrm>
              <a:off x="0" y="-38100"/>
              <a:ext cx="4018122" cy="2304303"/>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a:extLst>
              <a:ext uri="{FF2B5EF4-FFF2-40B4-BE49-F238E27FC236}">
                <a16:creationId xmlns:a16="http://schemas.microsoft.com/office/drawing/2014/main" id="{46A790A7-3F97-4526-BA1D-C2DB3C184A4B}"/>
              </a:ext>
            </a:extLst>
          </p:cNvPr>
          <p:cNvSpPr/>
          <p:nvPr/>
        </p:nvSpPr>
        <p:spPr>
          <a:xfrm rot="-5400000">
            <a:off x="16416216" y="5195731"/>
            <a:ext cx="962680" cy="2578608"/>
          </a:xfrm>
          <a:custGeom>
            <a:avLst/>
            <a:gdLst/>
            <a:ahLst/>
            <a:cxnLst/>
            <a:rect l="l" t="t" r="r" b="b"/>
            <a:pathLst>
              <a:path w="962680" h="2578608">
                <a:moveTo>
                  <a:pt x="0" y="0"/>
                </a:moveTo>
                <a:lnTo>
                  <a:pt x="962680" y="0"/>
                </a:lnTo>
                <a:lnTo>
                  <a:pt x="962680" y="2578608"/>
                </a:lnTo>
                <a:lnTo>
                  <a:pt x="0" y="2578608"/>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Freeform 6">
            <a:extLst>
              <a:ext uri="{FF2B5EF4-FFF2-40B4-BE49-F238E27FC236}">
                <a16:creationId xmlns:a16="http://schemas.microsoft.com/office/drawing/2014/main" id="{3FD524E4-3570-E75D-68F3-6788EB49CEA4}"/>
              </a:ext>
            </a:extLst>
          </p:cNvPr>
          <p:cNvSpPr/>
          <p:nvPr/>
        </p:nvSpPr>
        <p:spPr>
          <a:xfrm rot="-5400000">
            <a:off x="16149303" y="2563412"/>
            <a:ext cx="1496505" cy="2814855"/>
          </a:xfrm>
          <a:custGeom>
            <a:avLst/>
            <a:gdLst/>
            <a:ahLst/>
            <a:cxnLst/>
            <a:rect l="l" t="t" r="r" b="b"/>
            <a:pathLst>
              <a:path w="1496505" h="2814855">
                <a:moveTo>
                  <a:pt x="0" y="0"/>
                </a:moveTo>
                <a:lnTo>
                  <a:pt x="1496505" y="0"/>
                </a:lnTo>
                <a:lnTo>
                  <a:pt x="1496505" y="2814855"/>
                </a:lnTo>
                <a:lnTo>
                  <a:pt x="0" y="2814855"/>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Freeform 7">
            <a:extLst>
              <a:ext uri="{FF2B5EF4-FFF2-40B4-BE49-F238E27FC236}">
                <a16:creationId xmlns:a16="http://schemas.microsoft.com/office/drawing/2014/main" id="{7C3AE297-6E6B-0936-ED77-82264A14E5D1}"/>
              </a:ext>
            </a:extLst>
          </p:cNvPr>
          <p:cNvSpPr/>
          <p:nvPr/>
        </p:nvSpPr>
        <p:spPr>
          <a:xfrm rot="-5473987">
            <a:off x="16139311" y="3869291"/>
            <a:ext cx="1316802" cy="2834168"/>
          </a:xfrm>
          <a:custGeom>
            <a:avLst/>
            <a:gdLst/>
            <a:ahLst/>
            <a:cxnLst/>
            <a:rect l="l" t="t" r="r" b="b"/>
            <a:pathLst>
              <a:path w="1316802" h="2834168">
                <a:moveTo>
                  <a:pt x="0" y="0"/>
                </a:moveTo>
                <a:lnTo>
                  <a:pt x="1316801" y="0"/>
                </a:lnTo>
                <a:lnTo>
                  <a:pt x="1316801" y="2834168"/>
                </a:lnTo>
                <a:lnTo>
                  <a:pt x="0" y="2834168"/>
                </a:lnTo>
                <a:lnTo>
                  <a:pt x="0" y="0"/>
                </a:lnTo>
                <a:close/>
              </a:path>
            </a:pathLst>
          </a:custGeom>
          <a:blipFill>
            <a:blip r:embed="rId4"/>
            <a:stretch>
              <a:fillRect l="-6837"/>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Freeform 8">
            <a:extLst>
              <a:ext uri="{FF2B5EF4-FFF2-40B4-BE49-F238E27FC236}">
                <a16:creationId xmlns:a16="http://schemas.microsoft.com/office/drawing/2014/main" id="{22453D0A-6F65-C962-EEC7-BABC5D2CFA68}"/>
              </a:ext>
            </a:extLst>
          </p:cNvPr>
          <p:cNvSpPr/>
          <p:nvPr/>
        </p:nvSpPr>
        <p:spPr>
          <a:xfrm rot="-5466484">
            <a:off x="16099554" y="6159632"/>
            <a:ext cx="1396316" cy="3127166"/>
          </a:xfrm>
          <a:custGeom>
            <a:avLst/>
            <a:gdLst/>
            <a:ahLst/>
            <a:cxnLst/>
            <a:rect l="l" t="t" r="r" b="b"/>
            <a:pathLst>
              <a:path w="1396316" h="3127166">
                <a:moveTo>
                  <a:pt x="0" y="0"/>
                </a:moveTo>
                <a:lnTo>
                  <a:pt x="1396316" y="0"/>
                </a:lnTo>
                <a:lnTo>
                  <a:pt x="1396316" y="3127166"/>
                </a:lnTo>
                <a:lnTo>
                  <a:pt x="0" y="3127166"/>
                </a:lnTo>
                <a:lnTo>
                  <a:pt x="0" y="0"/>
                </a:lnTo>
                <a:close/>
              </a:path>
            </a:pathLst>
          </a:custGeom>
          <a:blipFill>
            <a:blip r:embed="rId5"/>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Freeform 9">
            <a:extLst>
              <a:ext uri="{FF2B5EF4-FFF2-40B4-BE49-F238E27FC236}">
                <a16:creationId xmlns:a16="http://schemas.microsoft.com/office/drawing/2014/main" id="{9741ABBC-9E00-C980-872D-1C348791491D}"/>
              </a:ext>
            </a:extLst>
          </p:cNvPr>
          <p:cNvSpPr/>
          <p:nvPr/>
        </p:nvSpPr>
        <p:spPr>
          <a:xfrm rot="-5400000">
            <a:off x="16309085" y="969997"/>
            <a:ext cx="1176942" cy="3061538"/>
          </a:xfrm>
          <a:custGeom>
            <a:avLst/>
            <a:gdLst/>
            <a:ahLst/>
            <a:cxnLst/>
            <a:rect l="l" t="t" r="r" b="b"/>
            <a:pathLst>
              <a:path w="1176942" h="3061538">
                <a:moveTo>
                  <a:pt x="0" y="0"/>
                </a:moveTo>
                <a:lnTo>
                  <a:pt x="1176942" y="0"/>
                </a:lnTo>
                <a:lnTo>
                  <a:pt x="1176942" y="3061538"/>
                </a:lnTo>
                <a:lnTo>
                  <a:pt x="0" y="3061538"/>
                </a:lnTo>
                <a:lnTo>
                  <a:pt x="0" y="0"/>
                </a:lnTo>
                <a:close/>
              </a:path>
            </a:pathLst>
          </a:custGeom>
          <a:blipFill>
            <a:blip r:embed="rId6"/>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0" name="Group 10">
            <a:extLst>
              <a:ext uri="{FF2B5EF4-FFF2-40B4-BE49-F238E27FC236}">
                <a16:creationId xmlns:a16="http://schemas.microsoft.com/office/drawing/2014/main" id="{CA2809EA-247A-1FF1-0080-E71230AA7548}"/>
              </a:ext>
            </a:extLst>
          </p:cNvPr>
          <p:cNvGrpSpPr/>
          <p:nvPr/>
        </p:nvGrpSpPr>
        <p:grpSpPr>
          <a:xfrm>
            <a:off x="603650" y="508040"/>
            <a:ext cx="16372589" cy="9270920"/>
            <a:chOff x="0" y="0"/>
            <a:chExt cx="4312122" cy="2441724"/>
          </a:xfrm>
        </p:grpSpPr>
        <p:sp>
          <p:nvSpPr>
            <p:cNvPr id="11" name="Freeform 11">
              <a:extLst>
                <a:ext uri="{FF2B5EF4-FFF2-40B4-BE49-F238E27FC236}">
                  <a16:creationId xmlns:a16="http://schemas.microsoft.com/office/drawing/2014/main" id="{E1A965AC-DF17-1DF2-2511-564A13C67B19}"/>
                </a:ext>
              </a:extLst>
            </p:cNvPr>
            <p:cNvSpPr/>
            <p:nvPr/>
          </p:nvSpPr>
          <p:spPr>
            <a:xfrm>
              <a:off x="0" y="0"/>
              <a:ext cx="4312122" cy="2441724"/>
            </a:xfrm>
            <a:custGeom>
              <a:avLst/>
              <a:gdLst/>
              <a:ahLst/>
              <a:cxnLst/>
              <a:rect l="l" t="t" r="r" b="b"/>
              <a:pathLst>
                <a:path w="4312122" h="2441724">
                  <a:moveTo>
                    <a:pt x="13713" y="0"/>
                  </a:moveTo>
                  <a:lnTo>
                    <a:pt x="4298410" y="0"/>
                  </a:lnTo>
                  <a:cubicBezTo>
                    <a:pt x="4302046" y="0"/>
                    <a:pt x="4305534" y="1445"/>
                    <a:pt x="4308106" y="4016"/>
                  </a:cubicBezTo>
                  <a:cubicBezTo>
                    <a:pt x="4310678" y="6588"/>
                    <a:pt x="4312122" y="10076"/>
                    <a:pt x="4312122" y="13713"/>
                  </a:cubicBezTo>
                  <a:lnTo>
                    <a:pt x="4312122" y="2428011"/>
                  </a:lnTo>
                  <a:cubicBezTo>
                    <a:pt x="4312122" y="2431648"/>
                    <a:pt x="4310678" y="2435135"/>
                    <a:pt x="4308106" y="2437707"/>
                  </a:cubicBezTo>
                  <a:cubicBezTo>
                    <a:pt x="4305534" y="2440279"/>
                    <a:pt x="4302046" y="2441724"/>
                    <a:pt x="4298410" y="2441724"/>
                  </a:cubicBezTo>
                  <a:lnTo>
                    <a:pt x="13713" y="2441724"/>
                  </a:lnTo>
                  <a:cubicBezTo>
                    <a:pt x="10076" y="2441724"/>
                    <a:pt x="6588" y="2440279"/>
                    <a:pt x="4016" y="2437707"/>
                  </a:cubicBezTo>
                  <a:cubicBezTo>
                    <a:pt x="1445" y="2435135"/>
                    <a:pt x="0" y="2431648"/>
                    <a:pt x="0" y="2428011"/>
                  </a:cubicBezTo>
                  <a:lnTo>
                    <a:pt x="0" y="13713"/>
                  </a:lnTo>
                  <a:cubicBezTo>
                    <a:pt x="0" y="10076"/>
                    <a:pt x="1445" y="6588"/>
                    <a:pt x="4016" y="4016"/>
                  </a:cubicBezTo>
                  <a:cubicBezTo>
                    <a:pt x="6588" y="1445"/>
                    <a:pt x="10076" y="0"/>
                    <a:pt x="1371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Box 12">
              <a:extLst>
                <a:ext uri="{FF2B5EF4-FFF2-40B4-BE49-F238E27FC236}">
                  <a16:creationId xmlns:a16="http://schemas.microsoft.com/office/drawing/2014/main" id="{4CD868F3-4F22-5D6D-A8B3-45967BEAC655}"/>
                </a:ext>
              </a:extLst>
            </p:cNvPr>
            <p:cNvSpPr txBox="1"/>
            <p:nvPr/>
          </p:nvSpPr>
          <p:spPr>
            <a:xfrm>
              <a:off x="0" y="-38100"/>
              <a:ext cx="4312122" cy="247982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3" name="Freeform 13">
            <a:extLst>
              <a:ext uri="{FF2B5EF4-FFF2-40B4-BE49-F238E27FC236}">
                <a16:creationId xmlns:a16="http://schemas.microsoft.com/office/drawing/2014/main" id="{DA2B909F-FCB0-5B18-73B5-DF7956C5A9A3}"/>
              </a:ext>
            </a:extLst>
          </p:cNvPr>
          <p:cNvSpPr/>
          <p:nvPr/>
        </p:nvSpPr>
        <p:spPr>
          <a:xfrm>
            <a:off x="234255" y="508040"/>
            <a:ext cx="1155550" cy="9210904"/>
          </a:xfrm>
          <a:custGeom>
            <a:avLst/>
            <a:gdLst/>
            <a:ahLst/>
            <a:cxnLst/>
            <a:rect l="l" t="t" r="r" b="b"/>
            <a:pathLst>
              <a:path w="1155550" h="9210904">
                <a:moveTo>
                  <a:pt x="0" y="0"/>
                </a:moveTo>
                <a:lnTo>
                  <a:pt x="1155549" y="0"/>
                </a:lnTo>
                <a:lnTo>
                  <a:pt x="1155549" y="9210904"/>
                </a:lnTo>
                <a:lnTo>
                  <a:pt x="0" y="921090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Box 14">
            <a:extLst>
              <a:ext uri="{FF2B5EF4-FFF2-40B4-BE49-F238E27FC236}">
                <a16:creationId xmlns:a16="http://schemas.microsoft.com/office/drawing/2014/main" id="{653A72F4-7DC2-0C50-9EFD-55EA4C490912}"/>
              </a:ext>
            </a:extLst>
          </p:cNvPr>
          <p:cNvSpPr txBox="1"/>
          <p:nvPr/>
        </p:nvSpPr>
        <p:spPr>
          <a:xfrm>
            <a:off x="1696286" y="771309"/>
            <a:ext cx="14895427" cy="8744381"/>
          </a:xfrm>
          <a:prstGeom prst="rect">
            <a:avLst/>
          </a:prstGeom>
        </p:spPr>
        <p:txBody>
          <a:bodyPr wrap="square" lIns="0" tIns="0" rIns="0" bIns="0" rtlCol="0" anchor="t">
            <a:spAutoFit/>
          </a:bodyPr>
          <a:lstStyle/>
          <a:p>
            <a:pPr>
              <a:lnSpc>
                <a:spcPct val="150000"/>
              </a:lnSpc>
              <a:spcBef>
                <a:spcPts val="600"/>
              </a:spcBef>
              <a:spcAft>
                <a:spcPts val="600"/>
              </a:spcAft>
              <a:buNone/>
            </a:pPr>
            <a:r>
              <a:rPr lang="en-US" sz="4500" b="1" kern="100">
                <a:solidFill>
                  <a:srgbClr val="000000"/>
                </a:solidFill>
                <a:latin typeface="Apple Color Emoji" pitchFamily="2" charset="0"/>
                <a:ea typeface="Calibri" panose="020F0502020204030204" pitchFamily="34" charset="0"/>
                <a:cs typeface="Apple Color Emoji" pitchFamily="2" charset="0"/>
              </a:rPr>
              <a:t>✅</a:t>
            </a:r>
            <a:r>
              <a:rPr lang="en-US" sz="45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a:t>
            </a:r>
            <a:r>
              <a:rPr lang="vi-VN" sz="45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LƯU Ý:</a:t>
            </a:r>
            <a:endParaRPr lang="en-VN" sz="4500" kern="100">
              <a:latin typeface="Calibri" panose="020F0502020204030204" pitchFamily="34" charset="0"/>
              <a:ea typeface="Calibri" panose="020F0502020204030204" pitchFamily="34" charset="0"/>
              <a:cs typeface="Times New Roman" panose="02020603050405020304" pitchFamily="18" charset="0"/>
            </a:endParaRPr>
          </a:p>
          <a:p>
            <a:pPr marL="685800" lvl="0" indent="-685800" algn="just">
              <a:lnSpc>
                <a:spcPct val="150000"/>
              </a:lnSpc>
              <a:spcAft>
                <a:spcPts val="600"/>
              </a:spcAft>
              <a:buFont typeface="Wingdings" pitchFamily="2" charset="2"/>
              <a:buChar char="§"/>
              <a:tabLst>
                <a:tab pos="457200" algn="l"/>
              </a:tabLst>
            </a:pPr>
            <a:r>
              <a:rPr lang="vi-VN" sz="45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FANBOYS</a:t>
            </a:r>
            <a:r>
              <a:rPr lang="vi-VN" sz="45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có thể đứng giữa câu, trước mệnh đề hoặc cụm từ.</a:t>
            </a:r>
            <a:endParaRPr lang="en-VN" sz="4500" kern="10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685800" lvl="0" indent="-685800" algn="just">
              <a:lnSpc>
                <a:spcPct val="150000"/>
              </a:lnSpc>
              <a:spcAft>
                <a:spcPts val="600"/>
              </a:spcAft>
              <a:buFont typeface="Wingdings" pitchFamily="2" charset="2"/>
              <a:buChar char="§"/>
              <a:tabLst>
                <a:tab pos="457200" algn="l"/>
              </a:tabLst>
            </a:pPr>
            <a:r>
              <a:rPr lang="vi-VN" sz="45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Trước </a:t>
            </a:r>
            <a:r>
              <a:rPr lang="vi-VN" sz="45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FANBOYS</a:t>
            </a:r>
            <a:r>
              <a:rPr lang="vi-VN" sz="45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có dấu phẩy nếu nối 2 mệnh đề. </a:t>
            </a:r>
            <a:endParaRPr lang="en-VN" sz="4500" kern="10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Bef>
                <a:spcPts val="600"/>
              </a:spcBef>
              <a:spcAft>
                <a:spcPts val="600"/>
              </a:spcAft>
              <a:buFont typeface="Wingdings" pitchFamily="2" charset="2"/>
              <a:buChar char=""/>
            </a:pPr>
            <a:r>
              <a:rPr lang="vi-VN" sz="4500" b="1" i="1" kern="100">
                <a:solidFill>
                  <a:srgbClr val="000000"/>
                </a:solidFill>
                <a:highlight>
                  <a:srgbClr val="FFFF00"/>
                </a:highlight>
                <a:latin typeface="American Typewriter" panose="02090604020004020304" pitchFamily="18" charset="77"/>
                <a:ea typeface="Calibri" panose="020F0502020204030204" pitchFamily="34" charset="0"/>
                <a:cs typeface="Times New Roman" panose="02020603050405020304" pitchFamily="18" charset="0"/>
              </a:rPr>
              <a:t>EX:</a:t>
            </a:r>
            <a:r>
              <a:rPr lang="vi-VN" sz="4500" i="1" kern="100">
                <a:solidFill>
                  <a:srgbClr val="000000"/>
                </a:solidFill>
                <a:highlight>
                  <a:srgbClr val="FFFF00"/>
                </a:highlight>
                <a:latin typeface="American Typewriter" panose="02090604020004020304" pitchFamily="18" charset="77"/>
                <a:ea typeface="Calibri" panose="020F0502020204030204" pitchFamily="34" charset="0"/>
                <a:cs typeface="Times New Roman" panose="02020603050405020304" pitchFamily="18" charset="0"/>
              </a:rPr>
              <a:t> I was hungry</a:t>
            </a:r>
            <a:r>
              <a:rPr lang="vi-VN" sz="4500" b="1" i="1" kern="100">
                <a:solidFill>
                  <a:srgbClr val="000000"/>
                </a:solidFill>
                <a:highlight>
                  <a:srgbClr val="FFFF00"/>
                </a:highlight>
                <a:latin typeface="American Typewriter" panose="02090604020004020304" pitchFamily="18" charset="77"/>
                <a:ea typeface="Calibri" panose="020F0502020204030204" pitchFamily="34" charset="0"/>
                <a:cs typeface="Times New Roman" panose="02020603050405020304" pitchFamily="18" charset="0"/>
              </a:rPr>
              <a:t>,</a:t>
            </a:r>
            <a:r>
              <a:rPr lang="vi-VN" sz="4500" i="1" kern="100">
                <a:solidFill>
                  <a:srgbClr val="000000"/>
                </a:solidFill>
                <a:highlight>
                  <a:srgbClr val="FFFF00"/>
                </a:highlight>
                <a:latin typeface="American Typewriter" panose="02090604020004020304" pitchFamily="18" charset="77"/>
                <a:ea typeface="Calibri" panose="020F0502020204030204" pitchFamily="34" charset="0"/>
                <a:cs typeface="Times New Roman" panose="02020603050405020304" pitchFamily="18" charset="0"/>
              </a:rPr>
              <a:t> so I made a sandwich.</a:t>
            </a:r>
            <a:endParaRPr lang="en-VN" sz="4500" kern="100">
              <a:highlight>
                <a:srgbClr val="FFFF00"/>
              </a:highlight>
              <a:latin typeface="Calibri" panose="020F0502020204030204" pitchFamily="34" charset="0"/>
              <a:ea typeface="Calibri" panose="020F0502020204030204" pitchFamily="34" charset="0"/>
              <a:cs typeface="Times New Roman" panose="02020603050405020304" pitchFamily="18" charset="0"/>
            </a:endParaRPr>
          </a:p>
          <a:p>
            <a:pPr marL="685800" lvl="0" indent="-685800" algn="just">
              <a:lnSpc>
                <a:spcPct val="150000"/>
              </a:lnSpc>
              <a:spcAft>
                <a:spcPts val="600"/>
              </a:spcAft>
              <a:buFont typeface="Wingdings" pitchFamily="2" charset="2"/>
              <a:buChar char="§"/>
              <a:tabLst>
                <a:tab pos="457200" algn="l"/>
              </a:tabLst>
            </a:pPr>
            <a:r>
              <a:rPr lang="vi-VN" sz="45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Dùng dấu phẩy trước liên từ “and” hoặc “or” trong một danh sách từ 3 thành phần trở lên.</a:t>
            </a:r>
            <a:endParaRPr lang="en-VN" sz="4500" kern="10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Bef>
                <a:spcPts val="600"/>
              </a:spcBef>
              <a:spcAft>
                <a:spcPts val="600"/>
              </a:spcAft>
              <a:buFont typeface="Wingdings" pitchFamily="2" charset="2"/>
              <a:buChar char=""/>
            </a:pPr>
            <a:r>
              <a:rPr lang="vi-VN" sz="4500" b="1" i="1" kern="100">
                <a:solidFill>
                  <a:srgbClr val="000000"/>
                </a:solidFill>
                <a:highlight>
                  <a:srgbClr val="FFFF00"/>
                </a:highlight>
                <a:latin typeface="American Typewriter" panose="02090604020004020304" pitchFamily="18" charset="77"/>
                <a:ea typeface="Calibri" panose="020F0502020204030204" pitchFamily="34" charset="0"/>
                <a:cs typeface="Times New Roman" panose="02020603050405020304" pitchFamily="18" charset="0"/>
              </a:rPr>
              <a:t>EX:</a:t>
            </a:r>
            <a:r>
              <a:rPr lang="vi-VN" sz="4500" i="1" kern="100">
                <a:solidFill>
                  <a:srgbClr val="000000"/>
                </a:solidFill>
                <a:highlight>
                  <a:srgbClr val="FFFF00"/>
                </a:highlight>
                <a:latin typeface="American Typewriter" panose="02090604020004020304" pitchFamily="18" charset="77"/>
                <a:ea typeface="Calibri" panose="020F0502020204030204" pitchFamily="34" charset="0"/>
                <a:cs typeface="Times New Roman" panose="02020603050405020304" pitchFamily="18" charset="0"/>
              </a:rPr>
              <a:t> You can choose tea, coffee</a:t>
            </a:r>
            <a:r>
              <a:rPr lang="vi-VN" sz="4500" b="1" i="1" kern="100">
                <a:solidFill>
                  <a:srgbClr val="000000"/>
                </a:solidFill>
                <a:highlight>
                  <a:srgbClr val="FFFF00"/>
                </a:highlight>
                <a:latin typeface="American Typewriter" panose="02090604020004020304" pitchFamily="18" charset="77"/>
                <a:ea typeface="Calibri" panose="020F0502020204030204" pitchFamily="34" charset="0"/>
                <a:cs typeface="Times New Roman" panose="02020603050405020304" pitchFamily="18" charset="0"/>
              </a:rPr>
              <a:t>,</a:t>
            </a:r>
            <a:r>
              <a:rPr lang="vi-VN" sz="4500" i="1" kern="100">
                <a:solidFill>
                  <a:srgbClr val="000000"/>
                </a:solidFill>
                <a:highlight>
                  <a:srgbClr val="FFFF00"/>
                </a:highlight>
                <a:latin typeface="American Typewriter" panose="02090604020004020304" pitchFamily="18" charset="77"/>
                <a:ea typeface="Calibri" panose="020F0502020204030204" pitchFamily="34" charset="0"/>
                <a:cs typeface="Times New Roman" panose="02020603050405020304" pitchFamily="18" charset="0"/>
              </a:rPr>
              <a:t> </a:t>
            </a:r>
            <a:r>
              <a:rPr lang="vi-VN" sz="4500" b="1" i="1" kern="100">
                <a:solidFill>
                  <a:srgbClr val="000000"/>
                </a:solidFill>
                <a:highlight>
                  <a:srgbClr val="FFFF00"/>
                </a:highlight>
                <a:latin typeface="American Typewriter" panose="02090604020004020304" pitchFamily="18" charset="77"/>
                <a:ea typeface="Calibri" panose="020F0502020204030204" pitchFamily="34" charset="0"/>
                <a:cs typeface="Times New Roman" panose="02020603050405020304" pitchFamily="18" charset="0"/>
              </a:rPr>
              <a:t>or</a:t>
            </a:r>
            <a:r>
              <a:rPr lang="vi-VN" sz="4500" i="1" kern="100">
                <a:solidFill>
                  <a:srgbClr val="000000"/>
                </a:solidFill>
                <a:highlight>
                  <a:srgbClr val="FFFF00"/>
                </a:highlight>
                <a:latin typeface="American Typewriter" panose="02090604020004020304" pitchFamily="18" charset="77"/>
                <a:ea typeface="Calibri" panose="020F0502020204030204" pitchFamily="34" charset="0"/>
                <a:cs typeface="Times New Roman" panose="02020603050405020304" pitchFamily="18" charset="0"/>
              </a:rPr>
              <a:t> juice.</a:t>
            </a:r>
            <a:endParaRPr lang="en-VN" sz="4500" kern="100">
              <a:highlight>
                <a:srgbClr val="FFFF00"/>
              </a:highligh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61091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additive="base">
                                        <p:cTn id="7"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xEl>
                                              <p:pRg st="1" end="1"/>
                                            </p:txEl>
                                          </p:spTgt>
                                        </p:tgtEl>
                                        <p:attrNameLst>
                                          <p:attrName>style.visibility</p:attrName>
                                        </p:attrNameLst>
                                      </p:cBhvr>
                                      <p:to>
                                        <p:strVal val="visible"/>
                                      </p:to>
                                    </p:set>
                                    <p:anim calcmode="lin" valueType="num">
                                      <p:cBhvr additive="base">
                                        <p:cTn id="13"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
                                            <p:txEl>
                                              <p:pRg st="2" end="2"/>
                                            </p:txEl>
                                          </p:spTgt>
                                        </p:tgtEl>
                                        <p:attrNameLst>
                                          <p:attrName>style.visibility</p:attrName>
                                        </p:attrNameLst>
                                      </p:cBhvr>
                                      <p:to>
                                        <p:strVal val="visible"/>
                                      </p:to>
                                    </p:set>
                                    <p:anim calcmode="lin" valueType="num">
                                      <p:cBhvr additive="base">
                                        <p:cTn id="19" dur="500" fill="hold"/>
                                        <p:tgtEl>
                                          <p:spTgt spid="1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4">
                                            <p:txEl>
                                              <p:pRg st="3" end="3"/>
                                            </p:txEl>
                                          </p:spTgt>
                                        </p:tgtEl>
                                        <p:attrNameLst>
                                          <p:attrName>style.visibility</p:attrName>
                                        </p:attrNameLst>
                                      </p:cBhvr>
                                      <p:to>
                                        <p:strVal val="visible"/>
                                      </p:to>
                                    </p:set>
                                    <p:anim calcmode="lin" valueType="num">
                                      <p:cBhvr additive="base">
                                        <p:cTn id="25" dur="500" fill="hold"/>
                                        <p:tgtEl>
                                          <p:spTgt spid="1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4">
                                            <p:txEl>
                                              <p:pRg st="4" end="4"/>
                                            </p:txEl>
                                          </p:spTgt>
                                        </p:tgtEl>
                                        <p:attrNameLst>
                                          <p:attrName>style.visibility</p:attrName>
                                        </p:attrNameLst>
                                      </p:cBhvr>
                                      <p:to>
                                        <p:strVal val="visible"/>
                                      </p:to>
                                    </p:set>
                                    <p:anim calcmode="lin" valueType="num">
                                      <p:cBhvr additive="base">
                                        <p:cTn id="31" dur="500" fill="hold"/>
                                        <p:tgtEl>
                                          <p:spTgt spid="1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4">
                                            <p:txEl>
                                              <p:pRg st="5" end="5"/>
                                            </p:txEl>
                                          </p:spTgt>
                                        </p:tgtEl>
                                        <p:attrNameLst>
                                          <p:attrName>style.visibility</p:attrName>
                                        </p:attrNameLst>
                                      </p:cBhvr>
                                      <p:to>
                                        <p:strVal val="visible"/>
                                      </p:to>
                                    </p:set>
                                    <p:anim calcmode="lin" valueType="num">
                                      <p:cBhvr additive="base">
                                        <p:cTn id="37" dur="500" fill="hold"/>
                                        <p:tgtEl>
                                          <p:spTgt spid="14">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F3E1D1"/>
        </a:solidFill>
        <a:effectLst/>
      </p:bgPr>
    </p:bg>
    <p:spTree>
      <p:nvGrpSpPr>
        <p:cNvPr id="1" name="">
          <a:extLst>
            <a:ext uri="{FF2B5EF4-FFF2-40B4-BE49-F238E27FC236}">
              <a16:creationId xmlns:a16="http://schemas.microsoft.com/office/drawing/2014/main" id="{E7C29E8B-D896-2314-4533-9B11A0DE56E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D006EC7-9C33-BEBF-061F-8CA226E78701}"/>
              </a:ext>
            </a:extLst>
          </p:cNvPr>
          <p:cNvGrpSpPr/>
          <p:nvPr/>
        </p:nvGrpSpPr>
        <p:grpSpPr>
          <a:xfrm rot="148260">
            <a:off x="1824598" y="1813471"/>
            <a:ext cx="15256309" cy="8604490"/>
            <a:chOff x="0" y="0"/>
            <a:chExt cx="4018122" cy="2266203"/>
          </a:xfrm>
        </p:grpSpPr>
        <p:sp>
          <p:nvSpPr>
            <p:cNvPr id="3" name="Freeform 3">
              <a:extLst>
                <a:ext uri="{FF2B5EF4-FFF2-40B4-BE49-F238E27FC236}">
                  <a16:creationId xmlns:a16="http://schemas.microsoft.com/office/drawing/2014/main" id="{4C6CF544-A1DB-5E2E-52F1-DD177E23A35E}"/>
                </a:ext>
              </a:extLst>
            </p:cNvPr>
            <p:cNvSpPr/>
            <p:nvPr/>
          </p:nvSpPr>
          <p:spPr>
            <a:xfrm>
              <a:off x="0" y="0"/>
              <a:ext cx="4018123" cy="2266203"/>
            </a:xfrm>
            <a:custGeom>
              <a:avLst/>
              <a:gdLst/>
              <a:ahLst/>
              <a:cxnLst/>
              <a:rect l="l" t="t" r="r" b="b"/>
              <a:pathLst>
                <a:path w="4018123" h="2266203">
                  <a:moveTo>
                    <a:pt x="14716" y="0"/>
                  </a:moveTo>
                  <a:lnTo>
                    <a:pt x="4003406" y="0"/>
                  </a:lnTo>
                  <a:cubicBezTo>
                    <a:pt x="4007309" y="0"/>
                    <a:pt x="4011052" y="1550"/>
                    <a:pt x="4013812" y="4310"/>
                  </a:cubicBezTo>
                  <a:cubicBezTo>
                    <a:pt x="4016572" y="7070"/>
                    <a:pt x="4018123" y="10813"/>
                    <a:pt x="4018123" y="14716"/>
                  </a:cubicBezTo>
                  <a:lnTo>
                    <a:pt x="4018123" y="2251487"/>
                  </a:lnTo>
                  <a:cubicBezTo>
                    <a:pt x="4018123" y="2255390"/>
                    <a:pt x="4016572" y="2259133"/>
                    <a:pt x="4013812" y="2261893"/>
                  </a:cubicBezTo>
                  <a:cubicBezTo>
                    <a:pt x="4011052" y="2264653"/>
                    <a:pt x="4007309" y="2266203"/>
                    <a:pt x="4003406" y="2266203"/>
                  </a:cubicBezTo>
                  <a:lnTo>
                    <a:pt x="14716" y="2266203"/>
                  </a:lnTo>
                  <a:cubicBezTo>
                    <a:pt x="10813" y="2266203"/>
                    <a:pt x="7070" y="2264653"/>
                    <a:pt x="4310" y="2261893"/>
                  </a:cubicBezTo>
                  <a:cubicBezTo>
                    <a:pt x="1550" y="2259133"/>
                    <a:pt x="0" y="2255390"/>
                    <a:pt x="0" y="2251487"/>
                  </a:cubicBezTo>
                  <a:lnTo>
                    <a:pt x="0" y="14716"/>
                  </a:lnTo>
                  <a:cubicBezTo>
                    <a:pt x="0" y="10813"/>
                    <a:pt x="1550" y="7070"/>
                    <a:pt x="4310" y="4310"/>
                  </a:cubicBezTo>
                  <a:cubicBezTo>
                    <a:pt x="7070" y="1550"/>
                    <a:pt x="10813" y="0"/>
                    <a:pt x="14716" y="0"/>
                  </a:cubicBezTo>
                  <a:close/>
                </a:path>
              </a:pathLst>
            </a:custGeom>
            <a:solidFill>
              <a:srgbClr val="C6B7A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3C9278D2-24D5-7A89-B91F-F3EA8CA0FE93}"/>
                </a:ext>
              </a:extLst>
            </p:cNvPr>
            <p:cNvSpPr txBox="1"/>
            <p:nvPr/>
          </p:nvSpPr>
          <p:spPr>
            <a:xfrm>
              <a:off x="0" y="-38100"/>
              <a:ext cx="4018122" cy="2304303"/>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a:extLst>
              <a:ext uri="{FF2B5EF4-FFF2-40B4-BE49-F238E27FC236}">
                <a16:creationId xmlns:a16="http://schemas.microsoft.com/office/drawing/2014/main" id="{EFCBDD1C-B3A8-85E7-2271-EF737E40C365}"/>
              </a:ext>
            </a:extLst>
          </p:cNvPr>
          <p:cNvSpPr/>
          <p:nvPr/>
        </p:nvSpPr>
        <p:spPr>
          <a:xfrm rot="-5400000">
            <a:off x="16416216" y="5195731"/>
            <a:ext cx="962680" cy="2578608"/>
          </a:xfrm>
          <a:custGeom>
            <a:avLst/>
            <a:gdLst/>
            <a:ahLst/>
            <a:cxnLst/>
            <a:rect l="l" t="t" r="r" b="b"/>
            <a:pathLst>
              <a:path w="962680" h="2578608">
                <a:moveTo>
                  <a:pt x="0" y="0"/>
                </a:moveTo>
                <a:lnTo>
                  <a:pt x="962680" y="0"/>
                </a:lnTo>
                <a:lnTo>
                  <a:pt x="962680" y="2578608"/>
                </a:lnTo>
                <a:lnTo>
                  <a:pt x="0" y="2578608"/>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Freeform 6">
            <a:extLst>
              <a:ext uri="{FF2B5EF4-FFF2-40B4-BE49-F238E27FC236}">
                <a16:creationId xmlns:a16="http://schemas.microsoft.com/office/drawing/2014/main" id="{CA081A72-34C6-34CA-EFCB-55C789471582}"/>
              </a:ext>
            </a:extLst>
          </p:cNvPr>
          <p:cNvSpPr/>
          <p:nvPr/>
        </p:nvSpPr>
        <p:spPr>
          <a:xfrm rot="-5400000">
            <a:off x="16149303" y="2563412"/>
            <a:ext cx="1496505" cy="2814855"/>
          </a:xfrm>
          <a:custGeom>
            <a:avLst/>
            <a:gdLst/>
            <a:ahLst/>
            <a:cxnLst/>
            <a:rect l="l" t="t" r="r" b="b"/>
            <a:pathLst>
              <a:path w="1496505" h="2814855">
                <a:moveTo>
                  <a:pt x="0" y="0"/>
                </a:moveTo>
                <a:lnTo>
                  <a:pt x="1496505" y="0"/>
                </a:lnTo>
                <a:lnTo>
                  <a:pt x="1496505" y="2814855"/>
                </a:lnTo>
                <a:lnTo>
                  <a:pt x="0" y="2814855"/>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Freeform 7">
            <a:extLst>
              <a:ext uri="{FF2B5EF4-FFF2-40B4-BE49-F238E27FC236}">
                <a16:creationId xmlns:a16="http://schemas.microsoft.com/office/drawing/2014/main" id="{99169573-FDF1-FA27-F48D-B7EF847D28E9}"/>
              </a:ext>
            </a:extLst>
          </p:cNvPr>
          <p:cNvSpPr/>
          <p:nvPr/>
        </p:nvSpPr>
        <p:spPr>
          <a:xfrm rot="-5473987">
            <a:off x="16139311" y="3869291"/>
            <a:ext cx="1316802" cy="2834168"/>
          </a:xfrm>
          <a:custGeom>
            <a:avLst/>
            <a:gdLst/>
            <a:ahLst/>
            <a:cxnLst/>
            <a:rect l="l" t="t" r="r" b="b"/>
            <a:pathLst>
              <a:path w="1316802" h="2834168">
                <a:moveTo>
                  <a:pt x="0" y="0"/>
                </a:moveTo>
                <a:lnTo>
                  <a:pt x="1316801" y="0"/>
                </a:lnTo>
                <a:lnTo>
                  <a:pt x="1316801" y="2834168"/>
                </a:lnTo>
                <a:lnTo>
                  <a:pt x="0" y="2834168"/>
                </a:lnTo>
                <a:lnTo>
                  <a:pt x="0" y="0"/>
                </a:lnTo>
                <a:close/>
              </a:path>
            </a:pathLst>
          </a:custGeom>
          <a:blipFill>
            <a:blip r:embed="rId4"/>
            <a:stretch>
              <a:fillRect l="-6837"/>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Freeform 8">
            <a:extLst>
              <a:ext uri="{FF2B5EF4-FFF2-40B4-BE49-F238E27FC236}">
                <a16:creationId xmlns:a16="http://schemas.microsoft.com/office/drawing/2014/main" id="{C6145412-1457-6757-970F-0D8062C8F988}"/>
              </a:ext>
            </a:extLst>
          </p:cNvPr>
          <p:cNvSpPr/>
          <p:nvPr/>
        </p:nvSpPr>
        <p:spPr>
          <a:xfrm rot="-5466484">
            <a:off x="16099554" y="6159632"/>
            <a:ext cx="1396316" cy="3127166"/>
          </a:xfrm>
          <a:custGeom>
            <a:avLst/>
            <a:gdLst/>
            <a:ahLst/>
            <a:cxnLst/>
            <a:rect l="l" t="t" r="r" b="b"/>
            <a:pathLst>
              <a:path w="1396316" h="3127166">
                <a:moveTo>
                  <a:pt x="0" y="0"/>
                </a:moveTo>
                <a:lnTo>
                  <a:pt x="1396316" y="0"/>
                </a:lnTo>
                <a:lnTo>
                  <a:pt x="1396316" y="3127166"/>
                </a:lnTo>
                <a:lnTo>
                  <a:pt x="0" y="3127166"/>
                </a:lnTo>
                <a:lnTo>
                  <a:pt x="0" y="0"/>
                </a:lnTo>
                <a:close/>
              </a:path>
            </a:pathLst>
          </a:custGeom>
          <a:blipFill>
            <a:blip r:embed="rId5"/>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Freeform 9">
            <a:extLst>
              <a:ext uri="{FF2B5EF4-FFF2-40B4-BE49-F238E27FC236}">
                <a16:creationId xmlns:a16="http://schemas.microsoft.com/office/drawing/2014/main" id="{28D011FB-2F68-0F5F-AC5E-6A333FA91BEB}"/>
              </a:ext>
            </a:extLst>
          </p:cNvPr>
          <p:cNvSpPr/>
          <p:nvPr/>
        </p:nvSpPr>
        <p:spPr>
          <a:xfrm rot="-5400000">
            <a:off x="16309085" y="969997"/>
            <a:ext cx="1176942" cy="3061538"/>
          </a:xfrm>
          <a:custGeom>
            <a:avLst/>
            <a:gdLst/>
            <a:ahLst/>
            <a:cxnLst/>
            <a:rect l="l" t="t" r="r" b="b"/>
            <a:pathLst>
              <a:path w="1176942" h="3061538">
                <a:moveTo>
                  <a:pt x="0" y="0"/>
                </a:moveTo>
                <a:lnTo>
                  <a:pt x="1176942" y="0"/>
                </a:lnTo>
                <a:lnTo>
                  <a:pt x="1176942" y="3061538"/>
                </a:lnTo>
                <a:lnTo>
                  <a:pt x="0" y="3061538"/>
                </a:lnTo>
                <a:lnTo>
                  <a:pt x="0" y="0"/>
                </a:lnTo>
                <a:close/>
              </a:path>
            </a:pathLst>
          </a:custGeom>
          <a:blipFill>
            <a:blip r:embed="rId6"/>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0" name="Group 10">
            <a:extLst>
              <a:ext uri="{FF2B5EF4-FFF2-40B4-BE49-F238E27FC236}">
                <a16:creationId xmlns:a16="http://schemas.microsoft.com/office/drawing/2014/main" id="{FAADA7BF-AC8B-BF2A-7DC6-D3012D00390F}"/>
              </a:ext>
            </a:extLst>
          </p:cNvPr>
          <p:cNvGrpSpPr/>
          <p:nvPr/>
        </p:nvGrpSpPr>
        <p:grpSpPr>
          <a:xfrm>
            <a:off x="603650" y="508040"/>
            <a:ext cx="16372589" cy="9270920"/>
            <a:chOff x="0" y="0"/>
            <a:chExt cx="4312122" cy="2441724"/>
          </a:xfrm>
        </p:grpSpPr>
        <p:sp>
          <p:nvSpPr>
            <p:cNvPr id="11" name="Freeform 11">
              <a:extLst>
                <a:ext uri="{FF2B5EF4-FFF2-40B4-BE49-F238E27FC236}">
                  <a16:creationId xmlns:a16="http://schemas.microsoft.com/office/drawing/2014/main" id="{870D3837-B44D-BAC2-256F-A32FBABBCF70}"/>
                </a:ext>
              </a:extLst>
            </p:cNvPr>
            <p:cNvSpPr/>
            <p:nvPr/>
          </p:nvSpPr>
          <p:spPr>
            <a:xfrm>
              <a:off x="0" y="0"/>
              <a:ext cx="4312122" cy="2441724"/>
            </a:xfrm>
            <a:custGeom>
              <a:avLst/>
              <a:gdLst/>
              <a:ahLst/>
              <a:cxnLst/>
              <a:rect l="l" t="t" r="r" b="b"/>
              <a:pathLst>
                <a:path w="4312122" h="2441724">
                  <a:moveTo>
                    <a:pt x="13713" y="0"/>
                  </a:moveTo>
                  <a:lnTo>
                    <a:pt x="4298410" y="0"/>
                  </a:lnTo>
                  <a:cubicBezTo>
                    <a:pt x="4302046" y="0"/>
                    <a:pt x="4305534" y="1445"/>
                    <a:pt x="4308106" y="4016"/>
                  </a:cubicBezTo>
                  <a:cubicBezTo>
                    <a:pt x="4310678" y="6588"/>
                    <a:pt x="4312122" y="10076"/>
                    <a:pt x="4312122" y="13713"/>
                  </a:cubicBezTo>
                  <a:lnTo>
                    <a:pt x="4312122" y="2428011"/>
                  </a:lnTo>
                  <a:cubicBezTo>
                    <a:pt x="4312122" y="2431648"/>
                    <a:pt x="4310678" y="2435135"/>
                    <a:pt x="4308106" y="2437707"/>
                  </a:cubicBezTo>
                  <a:cubicBezTo>
                    <a:pt x="4305534" y="2440279"/>
                    <a:pt x="4302046" y="2441724"/>
                    <a:pt x="4298410" y="2441724"/>
                  </a:cubicBezTo>
                  <a:lnTo>
                    <a:pt x="13713" y="2441724"/>
                  </a:lnTo>
                  <a:cubicBezTo>
                    <a:pt x="10076" y="2441724"/>
                    <a:pt x="6588" y="2440279"/>
                    <a:pt x="4016" y="2437707"/>
                  </a:cubicBezTo>
                  <a:cubicBezTo>
                    <a:pt x="1445" y="2435135"/>
                    <a:pt x="0" y="2431648"/>
                    <a:pt x="0" y="2428011"/>
                  </a:cubicBezTo>
                  <a:lnTo>
                    <a:pt x="0" y="13713"/>
                  </a:lnTo>
                  <a:cubicBezTo>
                    <a:pt x="0" y="10076"/>
                    <a:pt x="1445" y="6588"/>
                    <a:pt x="4016" y="4016"/>
                  </a:cubicBezTo>
                  <a:cubicBezTo>
                    <a:pt x="6588" y="1445"/>
                    <a:pt x="10076" y="0"/>
                    <a:pt x="1371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Box 12">
              <a:extLst>
                <a:ext uri="{FF2B5EF4-FFF2-40B4-BE49-F238E27FC236}">
                  <a16:creationId xmlns:a16="http://schemas.microsoft.com/office/drawing/2014/main" id="{E890D0DF-F2F1-FA3D-D94E-79C053723B2D}"/>
                </a:ext>
              </a:extLst>
            </p:cNvPr>
            <p:cNvSpPr txBox="1"/>
            <p:nvPr/>
          </p:nvSpPr>
          <p:spPr>
            <a:xfrm>
              <a:off x="0" y="-38100"/>
              <a:ext cx="4312122" cy="247982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3" name="Freeform 13">
            <a:extLst>
              <a:ext uri="{FF2B5EF4-FFF2-40B4-BE49-F238E27FC236}">
                <a16:creationId xmlns:a16="http://schemas.microsoft.com/office/drawing/2014/main" id="{31B0D116-6047-13EA-08DE-BCCA655D7EA2}"/>
              </a:ext>
            </a:extLst>
          </p:cNvPr>
          <p:cNvSpPr/>
          <p:nvPr/>
        </p:nvSpPr>
        <p:spPr>
          <a:xfrm>
            <a:off x="234255" y="508040"/>
            <a:ext cx="1155550" cy="9210904"/>
          </a:xfrm>
          <a:custGeom>
            <a:avLst/>
            <a:gdLst/>
            <a:ahLst/>
            <a:cxnLst/>
            <a:rect l="l" t="t" r="r" b="b"/>
            <a:pathLst>
              <a:path w="1155550" h="9210904">
                <a:moveTo>
                  <a:pt x="0" y="0"/>
                </a:moveTo>
                <a:lnTo>
                  <a:pt x="1155549" y="0"/>
                </a:lnTo>
                <a:lnTo>
                  <a:pt x="1155549" y="9210904"/>
                </a:lnTo>
                <a:lnTo>
                  <a:pt x="0" y="921090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Box 14">
            <a:extLst>
              <a:ext uri="{FF2B5EF4-FFF2-40B4-BE49-F238E27FC236}">
                <a16:creationId xmlns:a16="http://schemas.microsoft.com/office/drawing/2014/main" id="{3DDF9663-1697-07A3-1E96-57C80D7487A9}"/>
              </a:ext>
            </a:extLst>
          </p:cNvPr>
          <p:cNvSpPr txBox="1"/>
          <p:nvPr/>
        </p:nvSpPr>
        <p:spPr>
          <a:xfrm>
            <a:off x="1696286" y="1520597"/>
            <a:ext cx="14895427" cy="7112909"/>
          </a:xfrm>
          <a:prstGeom prst="rect">
            <a:avLst/>
          </a:prstGeom>
        </p:spPr>
        <p:txBody>
          <a:bodyPr wrap="square" lIns="0" tIns="0" rIns="0" bIns="0" rtlCol="0" anchor="t">
            <a:spAutoFit/>
          </a:bodyPr>
          <a:lstStyle/>
          <a:p>
            <a:pPr>
              <a:lnSpc>
                <a:spcPct val="150000"/>
              </a:lnSpc>
              <a:spcBef>
                <a:spcPts val="600"/>
              </a:spcBef>
              <a:spcAft>
                <a:spcPts val="600"/>
              </a:spcAft>
              <a:buNone/>
            </a:pPr>
            <a:r>
              <a:rPr lang="en-US" sz="5000" b="1" kern="100">
                <a:solidFill>
                  <a:srgbClr val="9437FF"/>
                </a:solidFill>
                <a:latin typeface="American Typewriter" panose="02090604020004020304" pitchFamily="18" charset="77"/>
                <a:ea typeface="Calibri" panose="020F0502020204030204" pitchFamily="34" charset="0"/>
                <a:cs typeface="Times New Roman" panose="02020603050405020304" pitchFamily="18" charset="0"/>
              </a:rPr>
              <a:t>1.2 Liên từ phụ thuộc</a:t>
            </a:r>
            <a:endParaRPr lang="en-VN" sz="5000" kern="100">
              <a:solidFill>
                <a:srgbClr val="9437FF"/>
              </a:solidFill>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Bef>
                <a:spcPts val="600"/>
              </a:spcBef>
              <a:spcAft>
                <a:spcPts val="600"/>
              </a:spcAft>
              <a:buNone/>
            </a:pPr>
            <a:r>
              <a:rPr lang="en-US" sz="50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Liên từ phụ thuộc có chức năng g</a:t>
            </a:r>
            <a:r>
              <a:rPr lang="vi-VN" sz="50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ắn kết mệnh đề chính với mệnh đề phụ.</a:t>
            </a:r>
            <a:endParaRPr lang="en-VN" sz="5000" kern="10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Bef>
                <a:spcPts val="600"/>
              </a:spcBef>
              <a:spcAft>
                <a:spcPts val="600"/>
              </a:spcAft>
            </a:pPr>
            <a:r>
              <a:rPr lang="vi-VN" sz="5000" kern="100">
                <a:solidFill>
                  <a:srgbClr val="000000"/>
                </a:solidFill>
                <a:latin typeface="Apple Color Emoji" pitchFamily="2" charset="0"/>
                <a:ea typeface="Calibri" panose="020F0502020204030204" pitchFamily="34" charset="0"/>
                <a:cs typeface="Apple Color Emoji" pitchFamily="2" charset="0"/>
              </a:rPr>
              <a:t>🔹</a:t>
            </a:r>
            <a:r>
              <a:rPr lang="vi-VN" sz="50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Liên từ phụ thuộc </a:t>
            </a:r>
            <a:r>
              <a:rPr lang="vi-VN" sz="50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mở đầu mệnh đề phụ</a:t>
            </a:r>
            <a:r>
              <a:rPr lang="vi-VN" sz="50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thường thể hiện mối quan hệ: </a:t>
            </a:r>
            <a:r>
              <a:rPr lang="vi-VN" sz="5000" i="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nguyên nhân</a:t>
            </a:r>
            <a:r>
              <a:rPr lang="vi-VN" sz="50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a:t>
            </a:r>
            <a:r>
              <a:rPr lang="vi-VN" sz="5000" i="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thời gian</a:t>
            </a:r>
            <a:r>
              <a:rPr lang="vi-VN" sz="50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a:t>
            </a:r>
            <a:r>
              <a:rPr lang="vi-VN" sz="5000" i="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điều kiện</a:t>
            </a:r>
            <a:r>
              <a:rPr lang="vi-VN" sz="50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a:t>
            </a:r>
            <a:r>
              <a:rPr lang="vi-VN" sz="5000" i="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mục đích</a:t>
            </a:r>
            <a:r>
              <a:rPr lang="vi-VN" sz="50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a:t>
            </a:r>
            <a:r>
              <a:rPr lang="vi-VN" sz="5000" i="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tương phản</a:t>
            </a:r>
            <a:r>
              <a:rPr lang="vi-VN" sz="50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a:t>
            </a:r>
            <a:endParaRPr lang="en-VN" sz="5000" kern="10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76172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additive="base">
                                        <p:cTn id="7"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xEl>
                                              <p:pRg st="1" end="1"/>
                                            </p:txEl>
                                          </p:spTgt>
                                        </p:tgtEl>
                                        <p:attrNameLst>
                                          <p:attrName>style.visibility</p:attrName>
                                        </p:attrNameLst>
                                      </p:cBhvr>
                                      <p:to>
                                        <p:strVal val="visible"/>
                                      </p:to>
                                    </p:set>
                                    <p:anim calcmode="lin" valueType="num">
                                      <p:cBhvr additive="base">
                                        <p:cTn id="13"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
                                            <p:txEl>
                                              <p:pRg st="2" end="2"/>
                                            </p:txEl>
                                          </p:spTgt>
                                        </p:tgtEl>
                                        <p:attrNameLst>
                                          <p:attrName>style.visibility</p:attrName>
                                        </p:attrNameLst>
                                      </p:cBhvr>
                                      <p:to>
                                        <p:strVal val="visible"/>
                                      </p:to>
                                    </p:set>
                                    <p:anim calcmode="lin" valueType="num">
                                      <p:cBhvr additive="base">
                                        <p:cTn id="19" dur="500" fill="hold"/>
                                        <p:tgtEl>
                                          <p:spTgt spid="1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bg>
      <p:bgPr>
        <a:solidFill>
          <a:srgbClr val="F3E1D1"/>
        </a:solidFill>
        <a:effectLst/>
      </p:bgPr>
    </p:bg>
    <p:spTree>
      <p:nvGrpSpPr>
        <p:cNvPr id="1" name="">
          <a:extLst>
            <a:ext uri="{FF2B5EF4-FFF2-40B4-BE49-F238E27FC236}">
              <a16:creationId xmlns:a16="http://schemas.microsoft.com/office/drawing/2014/main" id="{EF4F84A8-14AB-0221-EDC7-83DAE35B67D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78F8C4A-A1F3-9E32-05DE-79A947563E9D}"/>
              </a:ext>
            </a:extLst>
          </p:cNvPr>
          <p:cNvGrpSpPr/>
          <p:nvPr/>
        </p:nvGrpSpPr>
        <p:grpSpPr>
          <a:xfrm rot="148260">
            <a:off x="1824598" y="1813471"/>
            <a:ext cx="15256309" cy="8604490"/>
            <a:chOff x="0" y="0"/>
            <a:chExt cx="4018122" cy="2266203"/>
          </a:xfrm>
        </p:grpSpPr>
        <p:sp>
          <p:nvSpPr>
            <p:cNvPr id="3" name="Freeform 3">
              <a:extLst>
                <a:ext uri="{FF2B5EF4-FFF2-40B4-BE49-F238E27FC236}">
                  <a16:creationId xmlns:a16="http://schemas.microsoft.com/office/drawing/2014/main" id="{D0C02E9D-1B51-955E-5138-50F496D71BF0}"/>
                </a:ext>
              </a:extLst>
            </p:cNvPr>
            <p:cNvSpPr/>
            <p:nvPr/>
          </p:nvSpPr>
          <p:spPr>
            <a:xfrm>
              <a:off x="0" y="0"/>
              <a:ext cx="4018123" cy="2266203"/>
            </a:xfrm>
            <a:custGeom>
              <a:avLst/>
              <a:gdLst/>
              <a:ahLst/>
              <a:cxnLst/>
              <a:rect l="l" t="t" r="r" b="b"/>
              <a:pathLst>
                <a:path w="4018123" h="2266203">
                  <a:moveTo>
                    <a:pt x="14716" y="0"/>
                  </a:moveTo>
                  <a:lnTo>
                    <a:pt x="4003406" y="0"/>
                  </a:lnTo>
                  <a:cubicBezTo>
                    <a:pt x="4007309" y="0"/>
                    <a:pt x="4011052" y="1550"/>
                    <a:pt x="4013812" y="4310"/>
                  </a:cubicBezTo>
                  <a:cubicBezTo>
                    <a:pt x="4016572" y="7070"/>
                    <a:pt x="4018123" y="10813"/>
                    <a:pt x="4018123" y="14716"/>
                  </a:cubicBezTo>
                  <a:lnTo>
                    <a:pt x="4018123" y="2251487"/>
                  </a:lnTo>
                  <a:cubicBezTo>
                    <a:pt x="4018123" y="2255390"/>
                    <a:pt x="4016572" y="2259133"/>
                    <a:pt x="4013812" y="2261893"/>
                  </a:cubicBezTo>
                  <a:cubicBezTo>
                    <a:pt x="4011052" y="2264653"/>
                    <a:pt x="4007309" y="2266203"/>
                    <a:pt x="4003406" y="2266203"/>
                  </a:cubicBezTo>
                  <a:lnTo>
                    <a:pt x="14716" y="2266203"/>
                  </a:lnTo>
                  <a:cubicBezTo>
                    <a:pt x="10813" y="2266203"/>
                    <a:pt x="7070" y="2264653"/>
                    <a:pt x="4310" y="2261893"/>
                  </a:cubicBezTo>
                  <a:cubicBezTo>
                    <a:pt x="1550" y="2259133"/>
                    <a:pt x="0" y="2255390"/>
                    <a:pt x="0" y="2251487"/>
                  </a:cubicBezTo>
                  <a:lnTo>
                    <a:pt x="0" y="14716"/>
                  </a:lnTo>
                  <a:cubicBezTo>
                    <a:pt x="0" y="10813"/>
                    <a:pt x="1550" y="7070"/>
                    <a:pt x="4310" y="4310"/>
                  </a:cubicBezTo>
                  <a:cubicBezTo>
                    <a:pt x="7070" y="1550"/>
                    <a:pt x="10813" y="0"/>
                    <a:pt x="14716" y="0"/>
                  </a:cubicBezTo>
                  <a:close/>
                </a:path>
              </a:pathLst>
            </a:custGeom>
            <a:solidFill>
              <a:srgbClr val="C6B7A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F39555BC-4573-8A71-B866-983650454777}"/>
                </a:ext>
              </a:extLst>
            </p:cNvPr>
            <p:cNvSpPr txBox="1"/>
            <p:nvPr/>
          </p:nvSpPr>
          <p:spPr>
            <a:xfrm>
              <a:off x="0" y="-38100"/>
              <a:ext cx="4018122" cy="2304303"/>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a:extLst>
              <a:ext uri="{FF2B5EF4-FFF2-40B4-BE49-F238E27FC236}">
                <a16:creationId xmlns:a16="http://schemas.microsoft.com/office/drawing/2014/main" id="{1EC4B998-D894-162C-BCE0-9B2AE3009BF8}"/>
              </a:ext>
            </a:extLst>
          </p:cNvPr>
          <p:cNvSpPr/>
          <p:nvPr/>
        </p:nvSpPr>
        <p:spPr>
          <a:xfrm rot="-5400000">
            <a:off x="16416216" y="5195731"/>
            <a:ext cx="962680" cy="2578608"/>
          </a:xfrm>
          <a:custGeom>
            <a:avLst/>
            <a:gdLst/>
            <a:ahLst/>
            <a:cxnLst/>
            <a:rect l="l" t="t" r="r" b="b"/>
            <a:pathLst>
              <a:path w="962680" h="2578608">
                <a:moveTo>
                  <a:pt x="0" y="0"/>
                </a:moveTo>
                <a:lnTo>
                  <a:pt x="962680" y="0"/>
                </a:lnTo>
                <a:lnTo>
                  <a:pt x="962680" y="2578608"/>
                </a:lnTo>
                <a:lnTo>
                  <a:pt x="0" y="2578608"/>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Freeform 6">
            <a:extLst>
              <a:ext uri="{FF2B5EF4-FFF2-40B4-BE49-F238E27FC236}">
                <a16:creationId xmlns:a16="http://schemas.microsoft.com/office/drawing/2014/main" id="{39CEDD2D-11DB-50B9-48D0-00A878D9D8D8}"/>
              </a:ext>
            </a:extLst>
          </p:cNvPr>
          <p:cNvSpPr/>
          <p:nvPr/>
        </p:nvSpPr>
        <p:spPr>
          <a:xfrm rot="-5400000">
            <a:off x="16149303" y="2563412"/>
            <a:ext cx="1496505" cy="2814855"/>
          </a:xfrm>
          <a:custGeom>
            <a:avLst/>
            <a:gdLst/>
            <a:ahLst/>
            <a:cxnLst/>
            <a:rect l="l" t="t" r="r" b="b"/>
            <a:pathLst>
              <a:path w="1496505" h="2814855">
                <a:moveTo>
                  <a:pt x="0" y="0"/>
                </a:moveTo>
                <a:lnTo>
                  <a:pt x="1496505" y="0"/>
                </a:lnTo>
                <a:lnTo>
                  <a:pt x="1496505" y="2814855"/>
                </a:lnTo>
                <a:lnTo>
                  <a:pt x="0" y="2814855"/>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Freeform 7">
            <a:extLst>
              <a:ext uri="{FF2B5EF4-FFF2-40B4-BE49-F238E27FC236}">
                <a16:creationId xmlns:a16="http://schemas.microsoft.com/office/drawing/2014/main" id="{9F9C01B8-52B3-A5FB-E990-147C6B53BCB2}"/>
              </a:ext>
            </a:extLst>
          </p:cNvPr>
          <p:cNvSpPr/>
          <p:nvPr/>
        </p:nvSpPr>
        <p:spPr>
          <a:xfrm rot="-5473987">
            <a:off x="16139311" y="3869291"/>
            <a:ext cx="1316802" cy="2834168"/>
          </a:xfrm>
          <a:custGeom>
            <a:avLst/>
            <a:gdLst/>
            <a:ahLst/>
            <a:cxnLst/>
            <a:rect l="l" t="t" r="r" b="b"/>
            <a:pathLst>
              <a:path w="1316802" h="2834168">
                <a:moveTo>
                  <a:pt x="0" y="0"/>
                </a:moveTo>
                <a:lnTo>
                  <a:pt x="1316801" y="0"/>
                </a:lnTo>
                <a:lnTo>
                  <a:pt x="1316801" y="2834168"/>
                </a:lnTo>
                <a:lnTo>
                  <a:pt x="0" y="2834168"/>
                </a:lnTo>
                <a:lnTo>
                  <a:pt x="0" y="0"/>
                </a:lnTo>
                <a:close/>
              </a:path>
            </a:pathLst>
          </a:custGeom>
          <a:blipFill>
            <a:blip r:embed="rId4"/>
            <a:stretch>
              <a:fillRect l="-6837"/>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Freeform 8">
            <a:extLst>
              <a:ext uri="{FF2B5EF4-FFF2-40B4-BE49-F238E27FC236}">
                <a16:creationId xmlns:a16="http://schemas.microsoft.com/office/drawing/2014/main" id="{42F0A2B9-4BD6-4B79-6BDC-C08E863A9A6A}"/>
              </a:ext>
            </a:extLst>
          </p:cNvPr>
          <p:cNvSpPr/>
          <p:nvPr/>
        </p:nvSpPr>
        <p:spPr>
          <a:xfrm rot="-5466484">
            <a:off x="16099554" y="6159632"/>
            <a:ext cx="1396316" cy="3127166"/>
          </a:xfrm>
          <a:custGeom>
            <a:avLst/>
            <a:gdLst/>
            <a:ahLst/>
            <a:cxnLst/>
            <a:rect l="l" t="t" r="r" b="b"/>
            <a:pathLst>
              <a:path w="1396316" h="3127166">
                <a:moveTo>
                  <a:pt x="0" y="0"/>
                </a:moveTo>
                <a:lnTo>
                  <a:pt x="1396316" y="0"/>
                </a:lnTo>
                <a:lnTo>
                  <a:pt x="1396316" y="3127166"/>
                </a:lnTo>
                <a:lnTo>
                  <a:pt x="0" y="3127166"/>
                </a:lnTo>
                <a:lnTo>
                  <a:pt x="0" y="0"/>
                </a:lnTo>
                <a:close/>
              </a:path>
            </a:pathLst>
          </a:custGeom>
          <a:blipFill>
            <a:blip r:embed="rId5"/>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Freeform 9">
            <a:extLst>
              <a:ext uri="{FF2B5EF4-FFF2-40B4-BE49-F238E27FC236}">
                <a16:creationId xmlns:a16="http://schemas.microsoft.com/office/drawing/2014/main" id="{01EE72F2-95A0-7B58-D76A-ADC7784D09BB}"/>
              </a:ext>
            </a:extLst>
          </p:cNvPr>
          <p:cNvSpPr/>
          <p:nvPr/>
        </p:nvSpPr>
        <p:spPr>
          <a:xfrm rot="-5400000">
            <a:off x="16309085" y="969997"/>
            <a:ext cx="1176942" cy="3061538"/>
          </a:xfrm>
          <a:custGeom>
            <a:avLst/>
            <a:gdLst/>
            <a:ahLst/>
            <a:cxnLst/>
            <a:rect l="l" t="t" r="r" b="b"/>
            <a:pathLst>
              <a:path w="1176942" h="3061538">
                <a:moveTo>
                  <a:pt x="0" y="0"/>
                </a:moveTo>
                <a:lnTo>
                  <a:pt x="1176942" y="0"/>
                </a:lnTo>
                <a:lnTo>
                  <a:pt x="1176942" y="3061538"/>
                </a:lnTo>
                <a:lnTo>
                  <a:pt x="0" y="3061538"/>
                </a:lnTo>
                <a:lnTo>
                  <a:pt x="0" y="0"/>
                </a:lnTo>
                <a:close/>
              </a:path>
            </a:pathLst>
          </a:custGeom>
          <a:blipFill>
            <a:blip r:embed="rId6"/>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0" name="Group 10">
            <a:extLst>
              <a:ext uri="{FF2B5EF4-FFF2-40B4-BE49-F238E27FC236}">
                <a16:creationId xmlns:a16="http://schemas.microsoft.com/office/drawing/2014/main" id="{FED68C75-D504-7159-011E-6398BEE8481A}"/>
              </a:ext>
            </a:extLst>
          </p:cNvPr>
          <p:cNvGrpSpPr/>
          <p:nvPr/>
        </p:nvGrpSpPr>
        <p:grpSpPr>
          <a:xfrm>
            <a:off x="603650" y="508040"/>
            <a:ext cx="16372589" cy="9270920"/>
            <a:chOff x="0" y="0"/>
            <a:chExt cx="4312122" cy="2441724"/>
          </a:xfrm>
        </p:grpSpPr>
        <p:sp>
          <p:nvSpPr>
            <p:cNvPr id="11" name="Freeform 11">
              <a:extLst>
                <a:ext uri="{FF2B5EF4-FFF2-40B4-BE49-F238E27FC236}">
                  <a16:creationId xmlns:a16="http://schemas.microsoft.com/office/drawing/2014/main" id="{C1BD14CC-9049-9DC1-1B96-607EA73782C5}"/>
                </a:ext>
              </a:extLst>
            </p:cNvPr>
            <p:cNvSpPr/>
            <p:nvPr/>
          </p:nvSpPr>
          <p:spPr>
            <a:xfrm>
              <a:off x="0" y="0"/>
              <a:ext cx="4312122" cy="2441724"/>
            </a:xfrm>
            <a:custGeom>
              <a:avLst/>
              <a:gdLst/>
              <a:ahLst/>
              <a:cxnLst/>
              <a:rect l="l" t="t" r="r" b="b"/>
              <a:pathLst>
                <a:path w="4312122" h="2441724">
                  <a:moveTo>
                    <a:pt x="13713" y="0"/>
                  </a:moveTo>
                  <a:lnTo>
                    <a:pt x="4298410" y="0"/>
                  </a:lnTo>
                  <a:cubicBezTo>
                    <a:pt x="4302046" y="0"/>
                    <a:pt x="4305534" y="1445"/>
                    <a:pt x="4308106" y="4016"/>
                  </a:cubicBezTo>
                  <a:cubicBezTo>
                    <a:pt x="4310678" y="6588"/>
                    <a:pt x="4312122" y="10076"/>
                    <a:pt x="4312122" y="13713"/>
                  </a:cubicBezTo>
                  <a:lnTo>
                    <a:pt x="4312122" y="2428011"/>
                  </a:lnTo>
                  <a:cubicBezTo>
                    <a:pt x="4312122" y="2431648"/>
                    <a:pt x="4310678" y="2435135"/>
                    <a:pt x="4308106" y="2437707"/>
                  </a:cubicBezTo>
                  <a:cubicBezTo>
                    <a:pt x="4305534" y="2440279"/>
                    <a:pt x="4302046" y="2441724"/>
                    <a:pt x="4298410" y="2441724"/>
                  </a:cubicBezTo>
                  <a:lnTo>
                    <a:pt x="13713" y="2441724"/>
                  </a:lnTo>
                  <a:cubicBezTo>
                    <a:pt x="10076" y="2441724"/>
                    <a:pt x="6588" y="2440279"/>
                    <a:pt x="4016" y="2437707"/>
                  </a:cubicBezTo>
                  <a:cubicBezTo>
                    <a:pt x="1445" y="2435135"/>
                    <a:pt x="0" y="2431648"/>
                    <a:pt x="0" y="2428011"/>
                  </a:cubicBezTo>
                  <a:lnTo>
                    <a:pt x="0" y="13713"/>
                  </a:lnTo>
                  <a:cubicBezTo>
                    <a:pt x="0" y="10076"/>
                    <a:pt x="1445" y="6588"/>
                    <a:pt x="4016" y="4016"/>
                  </a:cubicBezTo>
                  <a:cubicBezTo>
                    <a:pt x="6588" y="1445"/>
                    <a:pt x="10076" y="0"/>
                    <a:pt x="1371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Box 12">
              <a:extLst>
                <a:ext uri="{FF2B5EF4-FFF2-40B4-BE49-F238E27FC236}">
                  <a16:creationId xmlns:a16="http://schemas.microsoft.com/office/drawing/2014/main" id="{7C8CB899-082C-E560-E950-46D2353D0707}"/>
                </a:ext>
              </a:extLst>
            </p:cNvPr>
            <p:cNvSpPr txBox="1"/>
            <p:nvPr/>
          </p:nvSpPr>
          <p:spPr>
            <a:xfrm>
              <a:off x="0" y="-38100"/>
              <a:ext cx="4312122" cy="247982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3" name="Freeform 13">
            <a:extLst>
              <a:ext uri="{FF2B5EF4-FFF2-40B4-BE49-F238E27FC236}">
                <a16:creationId xmlns:a16="http://schemas.microsoft.com/office/drawing/2014/main" id="{413DEA39-16C7-1177-28F9-339386AABEC8}"/>
              </a:ext>
            </a:extLst>
          </p:cNvPr>
          <p:cNvSpPr/>
          <p:nvPr/>
        </p:nvSpPr>
        <p:spPr>
          <a:xfrm>
            <a:off x="234255" y="508040"/>
            <a:ext cx="1155550" cy="9210904"/>
          </a:xfrm>
          <a:custGeom>
            <a:avLst/>
            <a:gdLst/>
            <a:ahLst/>
            <a:cxnLst/>
            <a:rect l="l" t="t" r="r" b="b"/>
            <a:pathLst>
              <a:path w="1155550" h="9210904">
                <a:moveTo>
                  <a:pt x="0" y="0"/>
                </a:moveTo>
                <a:lnTo>
                  <a:pt x="1155549" y="0"/>
                </a:lnTo>
                <a:lnTo>
                  <a:pt x="1155549" y="9210904"/>
                </a:lnTo>
                <a:lnTo>
                  <a:pt x="0" y="921090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pic>
        <p:nvPicPr>
          <p:cNvPr id="15" name="Picture 14" descr="A screenshot of a phone&#10;&#10;AI-generated content may be incorrect.">
            <a:extLst>
              <a:ext uri="{FF2B5EF4-FFF2-40B4-BE49-F238E27FC236}">
                <a16:creationId xmlns:a16="http://schemas.microsoft.com/office/drawing/2014/main" id="{BA0D28C8-041F-BD5B-0328-2D6DEC323AEE}"/>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312415" y="2461274"/>
            <a:ext cx="15663824" cy="5642244"/>
          </a:xfrm>
          <a:prstGeom prst="rect">
            <a:avLst/>
          </a:prstGeom>
        </p:spPr>
      </p:pic>
    </p:spTree>
    <p:extLst>
      <p:ext uri="{BB962C8B-B14F-4D97-AF65-F5344CB8AC3E}">
        <p14:creationId xmlns:p14="http://schemas.microsoft.com/office/powerpoint/2010/main" val="33609569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rgbClr val="F3E1D1"/>
        </a:solidFill>
        <a:effectLst/>
      </p:bgPr>
    </p:bg>
    <p:spTree>
      <p:nvGrpSpPr>
        <p:cNvPr id="1" name="">
          <a:extLst>
            <a:ext uri="{FF2B5EF4-FFF2-40B4-BE49-F238E27FC236}">
              <a16:creationId xmlns:a16="http://schemas.microsoft.com/office/drawing/2014/main" id="{2DA167B5-8088-D89F-1171-599903E941E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3531C7E-C579-24A6-8372-CA456B38DACC}"/>
              </a:ext>
            </a:extLst>
          </p:cNvPr>
          <p:cNvGrpSpPr/>
          <p:nvPr/>
        </p:nvGrpSpPr>
        <p:grpSpPr>
          <a:xfrm rot="148260">
            <a:off x="1824598" y="1813471"/>
            <a:ext cx="15256309" cy="8604490"/>
            <a:chOff x="0" y="0"/>
            <a:chExt cx="4018122" cy="2266203"/>
          </a:xfrm>
        </p:grpSpPr>
        <p:sp>
          <p:nvSpPr>
            <p:cNvPr id="3" name="Freeform 3">
              <a:extLst>
                <a:ext uri="{FF2B5EF4-FFF2-40B4-BE49-F238E27FC236}">
                  <a16:creationId xmlns:a16="http://schemas.microsoft.com/office/drawing/2014/main" id="{D0E67DC3-A36E-1243-D789-5B6DD920A9E9}"/>
                </a:ext>
              </a:extLst>
            </p:cNvPr>
            <p:cNvSpPr/>
            <p:nvPr/>
          </p:nvSpPr>
          <p:spPr>
            <a:xfrm>
              <a:off x="0" y="0"/>
              <a:ext cx="4018123" cy="2266203"/>
            </a:xfrm>
            <a:custGeom>
              <a:avLst/>
              <a:gdLst/>
              <a:ahLst/>
              <a:cxnLst/>
              <a:rect l="l" t="t" r="r" b="b"/>
              <a:pathLst>
                <a:path w="4018123" h="2266203">
                  <a:moveTo>
                    <a:pt x="14716" y="0"/>
                  </a:moveTo>
                  <a:lnTo>
                    <a:pt x="4003406" y="0"/>
                  </a:lnTo>
                  <a:cubicBezTo>
                    <a:pt x="4007309" y="0"/>
                    <a:pt x="4011052" y="1550"/>
                    <a:pt x="4013812" y="4310"/>
                  </a:cubicBezTo>
                  <a:cubicBezTo>
                    <a:pt x="4016572" y="7070"/>
                    <a:pt x="4018123" y="10813"/>
                    <a:pt x="4018123" y="14716"/>
                  </a:cubicBezTo>
                  <a:lnTo>
                    <a:pt x="4018123" y="2251487"/>
                  </a:lnTo>
                  <a:cubicBezTo>
                    <a:pt x="4018123" y="2255390"/>
                    <a:pt x="4016572" y="2259133"/>
                    <a:pt x="4013812" y="2261893"/>
                  </a:cubicBezTo>
                  <a:cubicBezTo>
                    <a:pt x="4011052" y="2264653"/>
                    <a:pt x="4007309" y="2266203"/>
                    <a:pt x="4003406" y="2266203"/>
                  </a:cubicBezTo>
                  <a:lnTo>
                    <a:pt x="14716" y="2266203"/>
                  </a:lnTo>
                  <a:cubicBezTo>
                    <a:pt x="10813" y="2266203"/>
                    <a:pt x="7070" y="2264653"/>
                    <a:pt x="4310" y="2261893"/>
                  </a:cubicBezTo>
                  <a:cubicBezTo>
                    <a:pt x="1550" y="2259133"/>
                    <a:pt x="0" y="2255390"/>
                    <a:pt x="0" y="2251487"/>
                  </a:cubicBezTo>
                  <a:lnTo>
                    <a:pt x="0" y="14716"/>
                  </a:lnTo>
                  <a:cubicBezTo>
                    <a:pt x="0" y="10813"/>
                    <a:pt x="1550" y="7070"/>
                    <a:pt x="4310" y="4310"/>
                  </a:cubicBezTo>
                  <a:cubicBezTo>
                    <a:pt x="7070" y="1550"/>
                    <a:pt x="10813" y="0"/>
                    <a:pt x="14716" y="0"/>
                  </a:cubicBezTo>
                  <a:close/>
                </a:path>
              </a:pathLst>
            </a:custGeom>
            <a:solidFill>
              <a:srgbClr val="C6B7A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6B253964-D772-2534-78E3-DDCFDC6A2A1D}"/>
                </a:ext>
              </a:extLst>
            </p:cNvPr>
            <p:cNvSpPr txBox="1"/>
            <p:nvPr/>
          </p:nvSpPr>
          <p:spPr>
            <a:xfrm>
              <a:off x="0" y="-38100"/>
              <a:ext cx="4018122" cy="2304303"/>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a:extLst>
              <a:ext uri="{FF2B5EF4-FFF2-40B4-BE49-F238E27FC236}">
                <a16:creationId xmlns:a16="http://schemas.microsoft.com/office/drawing/2014/main" id="{72154FEB-D97C-6EB5-6B35-6F987DFB687A}"/>
              </a:ext>
            </a:extLst>
          </p:cNvPr>
          <p:cNvSpPr/>
          <p:nvPr/>
        </p:nvSpPr>
        <p:spPr>
          <a:xfrm rot="-5400000">
            <a:off x="16416216" y="5195731"/>
            <a:ext cx="962680" cy="2578608"/>
          </a:xfrm>
          <a:custGeom>
            <a:avLst/>
            <a:gdLst/>
            <a:ahLst/>
            <a:cxnLst/>
            <a:rect l="l" t="t" r="r" b="b"/>
            <a:pathLst>
              <a:path w="962680" h="2578608">
                <a:moveTo>
                  <a:pt x="0" y="0"/>
                </a:moveTo>
                <a:lnTo>
                  <a:pt x="962680" y="0"/>
                </a:lnTo>
                <a:lnTo>
                  <a:pt x="962680" y="2578608"/>
                </a:lnTo>
                <a:lnTo>
                  <a:pt x="0" y="2578608"/>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Freeform 6">
            <a:extLst>
              <a:ext uri="{FF2B5EF4-FFF2-40B4-BE49-F238E27FC236}">
                <a16:creationId xmlns:a16="http://schemas.microsoft.com/office/drawing/2014/main" id="{7084D9C4-B89B-3CA3-B261-550797509910}"/>
              </a:ext>
            </a:extLst>
          </p:cNvPr>
          <p:cNvSpPr/>
          <p:nvPr/>
        </p:nvSpPr>
        <p:spPr>
          <a:xfrm rot="-5400000">
            <a:off x="16149303" y="2563412"/>
            <a:ext cx="1496505" cy="2814855"/>
          </a:xfrm>
          <a:custGeom>
            <a:avLst/>
            <a:gdLst/>
            <a:ahLst/>
            <a:cxnLst/>
            <a:rect l="l" t="t" r="r" b="b"/>
            <a:pathLst>
              <a:path w="1496505" h="2814855">
                <a:moveTo>
                  <a:pt x="0" y="0"/>
                </a:moveTo>
                <a:lnTo>
                  <a:pt x="1496505" y="0"/>
                </a:lnTo>
                <a:lnTo>
                  <a:pt x="1496505" y="2814855"/>
                </a:lnTo>
                <a:lnTo>
                  <a:pt x="0" y="2814855"/>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Freeform 7">
            <a:extLst>
              <a:ext uri="{FF2B5EF4-FFF2-40B4-BE49-F238E27FC236}">
                <a16:creationId xmlns:a16="http://schemas.microsoft.com/office/drawing/2014/main" id="{DA6BA966-4CB2-805C-37F7-855116A2EF53}"/>
              </a:ext>
            </a:extLst>
          </p:cNvPr>
          <p:cNvSpPr/>
          <p:nvPr/>
        </p:nvSpPr>
        <p:spPr>
          <a:xfrm rot="-5473987">
            <a:off x="16139311" y="3869291"/>
            <a:ext cx="1316802" cy="2834168"/>
          </a:xfrm>
          <a:custGeom>
            <a:avLst/>
            <a:gdLst/>
            <a:ahLst/>
            <a:cxnLst/>
            <a:rect l="l" t="t" r="r" b="b"/>
            <a:pathLst>
              <a:path w="1316802" h="2834168">
                <a:moveTo>
                  <a:pt x="0" y="0"/>
                </a:moveTo>
                <a:lnTo>
                  <a:pt x="1316801" y="0"/>
                </a:lnTo>
                <a:lnTo>
                  <a:pt x="1316801" y="2834168"/>
                </a:lnTo>
                <a:lnTo>
                  <a:pt x="0" y="2834168"/>
                </a:lnTo>
                <a:lnTo>
                  <a:pt x="0" y="0"/>
                </a:lnTo>
                <a:close/>
              </a:path>
            </a:pathLst>
          </a:custGeom>
          <a:blipFill>
            <a:blip r:embed="rId4"/>
            <a:stretch>
              <a:fillRect l="-6837"/>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Freeform 8">
            <a:extLst>
              <a:ext uri="{FF2B5EF4-FFF2-40B4-BE49-F238E27FC236}">
                <a16:creationId xmlns:a16="http://schemas.microsoft.com/office/drawing/2014/main" id="{3B456F2B-3963-6F2C-F038-C3F3C19013DD}"/>
              </a:ext>
            </a:extLst>
          </p:cNvPr>
          <p:cNvSpPr/>
          <p:nvPr/>
        </p:nvSpPr>
        <p:spPr>
          <a:xfrm rot="-5466484">
            <a:off x="16099554" y="6159632"/>
            <a:ext cx="1396316" cy="3127166"/>
          </a:xfrm>
          <a:custGeom>
            <a:avLst/>
            <a:gdLst/>
            <a:ahLst/>
            <a:cxnLst/>
            <a:rect l="l" t="t" r="r" b="b"/>
            <a:pathLst>
              <a:path w="1396316" h="3127166">
                <a:moveTo>
                  <a:pt x="0" y="0"/>
                </a:moveTo>
                <a:lnTo>
                  <a:pt x="1396316" y="0"/>
                </a:lnTo>
                <a:lnTo>
                  <a:pt x="1396316" y="3127166"/>
                </a:lnTo>
                <a:lnTo>
                  <a:pt x="0" y="3127166"/>
                </a:lnTo>
                <a:lnTo>
                  <a:pt x="0" y="0"/>
                </a:lnTo>
                <a:close/>
              </a:path>
            </a:pathLst>
          </a:custGeom>
          <a:blipFill>
            <a:blip r:embed="rId5"/>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Freeform 9">
            <a:extLst>
              <a:ext uri="{FF2B5EF4-FFF2-40B4-BE49-F238E27FC236}">
                <a16:creationId xmlns:a16="http://schemas.microsoft.com/office/drawing/2014/main" id="{CD474E31-F368-2FA7-5F5D-AFBDAB6E7509}"/>
              </a:ext>
            </a:extLst>
          </p:cNvPr>
          <p:cNvSpPr/>
          <p:nvPr/>
        </p:nvSpPr>
        <p:spPr>
          <a:xfrm rot="-5400000">
            <a:off x="16309085" y="969997"/>
            <a:ext cx="1176942" cy="3061538"/>
          </a:xfrm>
          <a:custGeom>
            <a:avLst/>
            <a:gdLst/>
            <a:ahLst/>
            <a:cxnLst/>
            <a:rect l="l" t="t" r="r" b="b"/>
            <a:pathLst>
              <a:path w="1176942" h="3061538">
                <a:moveTo>
                  <a:pt x="0" y="0"/>
                </a:moveTo>
                <a:lnTo>
                  <a:pt x="1176942" y="0"/>
                </a:lnTo>
                <a:lnTo>
                  <a:pt x="1176942" y="3061538"/>
                </a:lnTo>
                <a:lnTo>
                  <a:pt x="0" y="3061538"/>
                </a:lnTo>
                <a:lnTo>
                  <a:pt x="0" y="0"/>
                </a:lnTo>
                <a:close/>
              </a:path>
            </a:pathLst>
          </a:custGeom>
          <a:blipFill>
            <a:blip r:embed="rId6"/>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0" name="Group 10">
            <a:extLst>
              <a:ext uri="{FF2B5EF4-FFF2-40B4-BE49-F238E27FC236}">
                <a16:creationId xmlns:a16="http://schemas.microsoft.com/office/drawing/2014/main" id="{15114474-4056-1287-D7CF-87E9B8B1178A}"/>
              </a:ext>
            </a:extLst>
          </p:cNvPr>
          <p:cNvGrpSpPr/>
          <p:nvPr/>
        </p:nvGrpSpPr>
        <p:grpSpPr>
          <a:xfrm>
            <a:off x="603650" y="508040"/>
            <a:ext cx="16372589" cy="9270920"/>
            <a:chOff x="0" y="0"/>
            <a:chExt cx="4312122" cy="2441724"/>
          </a:xfrm>
        </p:grpSpPr>
        <p:sp>
          <p:nvSpPr>
            <p:cNvPr id="11" name="Freeform 11">
              <a:extLst>
                <a:ext uri="{FF2B5EF4-FFF2-40B4-BE49-F238E27FC236}">
                  <a16:creationId xmlns:a16="http://schemas.microsoft.com/office/drawing/2014/main" id="{A05C1FB9-1CBD-9CC9-EF2C-DBE605F73A97}"/>
                </a:ext>
              </a:extLst>
            </p:cNvPr>
            <p:cNvSpPr/>
            <p:nvPr/>
          </p:nvSpPr>
          <p:spPr>
            <a:xfrm>
              <a:off x="0" y="0"/>
              <a:ext cx="4312122" cy="2441724"/>
            </a:xfrm>
            <a:custGeom>
              <a:avLst/>
              <a:gdLst/>
              <a:ahLst/>
              <a:cxnLst/>
              <a:rect l="l" t="t" r="r" b="b"/>
              <a:pathLst>
                <a:path w="4312122" h="2441724">
                  <a:moveTo>
                    <a:pt x="13713" y="0"/>
                  </a:moveTo>
                  <a:lnTo>
                    <a:pt x="4298410" y="0"/>
                  </a:lnTo>
                  <a:cubicBezTo>
                    <a:pt x="4302046" y="0"/>
                    <a:pt x="4305534" y="1445"/>
                    <a:pt x="4308106" y="4016"/>
                  </a:cubicBezTo>
                  <a:cubicBezTo>
                    <a:pt x="4310678" y="6588"/>
                    <a:pt x="4312122" y="10076"/>
                    <a:pt x="4312122" y="13713"/>
                  </a:cubicBezTo>
                  <a:lnTo>
                    <a:pt x="4312122" y="2428011"/>
                  </a:lnTo>
                  <a:cubicBezTo>
                    <a:pt x="4312122" y="2431648"/>
                    <a:pt x="4310678" y="2435135"/>
                    <a:pt x="4308106" y="2437707"/>
                  </a:cubicBezTo>
                  <a:cubicBezTo>
                    <a:pt x="4305534" y="2440279"/>
                    <a:pt x="4302046" y="2441724"/>
                    <a:pt x="4298410" y="2441724"/>
                  </a:cubicBezTo>
                  <a:lnTo>
                    <a:pt x="13713" y="2441724"/>
                  </a:lnTo>
                  <a:cubicBezTo>
                    <a:pt x="10076" y="2441724"/>
                    <a:pt x="6588" y="2440279"/>
                    <a:pt x="4016" y="2437707"/>
                  </a:cubicBezTo>
                  <a:cubicBezTo>
                    <a:pt x="1445" y="2435135"/>
                    <a:pt x="0" y="2431648"/>
                    <a:pt x="0" y="2428011"/>
                  </a:cubicBezTo>
                  <a:lnTo>
                    <a:pt x="0" y="13713"/>
                  </a:lnTo>
                  <a:cubicBezTo>
                    <a:pt x="0" y="10076"/>
                    <a:pt x="1445" y="6588"/>
                    <a:pt x="4016" y="4016"/>
                  </a:cubicBezTo>
                  <a:cubicBezTo>
                    <a:pt x="6588" y="1445"/>
                    <a:pt x="10076" y="0"/>
                    <a:pt x="1371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Box 12">
              <a:extLst>
                <a:ext uri="{FF2B5EF4-FFF2-40B4-BE49-F238E27FC236}">
                  <a16:creationId xmlns:a16="http://schemas.microsoft.com/office/drawing/2014/main" id="{6621D69B-820D-4734-4EDC-CD298576DDFF}"/>
                </a:ext>
              </a:extLst>
            </p:cNvPr>
            <p:cNvSpPr txBox="1"/>
            <p:nvPr/>
          </p:nvSpPr>
          <p:spPr>
            <a:xfrm>
              <a:off x="0" y="-38100"/>
              <a:ext cx="4312122" cy="247982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3" name="Freeform 13">
            <a:extLst>
              <a:ext uri="{FF2B5EF4-FFF2-40B4-BE49-F238E27FC236}">
                <a16:creationId xmlns:a16="http://schemas.microsoft.com/office/drawing/2014/main" id="{4A57728D-E399-9EF6-85AF-ACFF8D400609}"/>
              </a:ext>
            </a:extLst>
          </p:cNvPr>
          <p:cNvSpPr/>
          <p:nvPr/>
        </p:nvSpPr>
        <p:spPr>
          <a:xfrm>
            <a:off x="234255" y="508040"/>
            <a:ext cx="1155550" cy="9210904"/>
          </a:xfrm>
          <a:custGeom>
            <a:avLst/>
            <a:gdLst/>
            <a:ahLst/>
            <a:cxnLst/>
            <a:rect l="l" t="t" r="r" b="b"/>
            <a:pathLst>
              <a:path w="1155550" h="9210904">
                <a:moveTo>
                  <a:pt x="0" y="0"/>
                </a:moveTo>
                <a:lnTo>
                  <a:pt x="1155549" y="0"/>
                </a:lnTo>
                <a:lnTo>
                  <a:pt x="1155549" y="9210904"/>
                </a:lnTo>
                <a:lnTo>
                  <a:pt x="0" y="921090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Box 14">
            <a:extLst>
              <a:ext uri="{FF2B5EF4-FFF2-40B4-BE49-F238E27FC236}">
                <a16:creationId xmlns:a16="http://schemas.microsoft.com/office/drawing/2014/main" id="{85FEE5FE-5412-FFC2-38C2-616C4D12B20D}"/>
              </a:ext>
            </a:extLst>
          </p:cNvPr>
          <p:cNvSpPr txBox="1"/>
          <p:nvPr/>
        </p:nvSpPr>
        <p:spPr>
          <a:xfrm>
            <a:off x="1696286" y="690197"/>
            <a:ext cx="14895427" cy="8906605"/>
          </a:xfrm>
          <a:prstGeom prst="rect">
            <a:avLst/>
          </a:prstGeom>
        </p:spPr>
        <p:txBody>
          <a:bodyPr wrap="square" lIns="0" tIns="0" rIns="0" bIns="0" rtlCol="0" anchor="t">
            <a:spAutoFit/>
          </a:bodyPr>
          <a:lstStyle/>
          <a:p>
            <a:pPr>
              <a:lnSpc>
                <a:spcPct val="150000"/>
              </a:lnSpc>
              <a:spcBef>
                <a:spcPts val="600"/>
              </a:spcBef>
              <a:spcAft>
                <a:spcPts val="600"/>
              </a:spcAft>
              <a:buNone/>
            </a:pPr>
            <a:r>
              <a:rPr lang="en-US" sz="4000" b="1" kern="100">
                <a:solidFill>
                  <a:srgbClr val="000000"/>
                </a:solidFill>
                <a:latin typeface="Apple Color Emoji" pitchFamily="2" charset="0"/>
                <a:ea typeface="Calibri" panose="020F0502020204030204" pitchFamily="34" charset="0"/>
                <a:cs typeface="Apple Color Emoji" pitchFamily="2" charset="0"/>
              </a:rPr>
              <a:t>✅</a:t>
            </a:r>
            <a:r>
              <a:rPr lang="en-US" sz="40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a:t>
            </a:r>
            <a:r>
              <a:rPr lang="vi-VN" sz="40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LƯU Ý:</a:t>
            </a:r>
            <a:endParaRPr lang="en-VN" sz="4000" kern="100">
              <a:latin typeface="Calibri" panose="020F0502020204030204" pitchFamily="34" charset="0"/>
              <a:ea typeface="Calibri" panose="020F0502020204030204" pitchFamily="34" charset="0"/>
              <a:cs typeface="Times New Roman" panose="02020603050405020304" pitchFamily="18" charset="0"/>
            </a:endParaRPr>
          </a:p>
          <a:p>
            <a:pPr marL="571500" lvl="0" indent="-571500" algn="just">
              <a:lnSpc>
                <a:spcPct val="150000"/>
              </a:lnSpc>
              <a:spcAft>
                <a:spcPts val="600"/>
              </a:spcAft>
              <a:buFont typeface="Wingdings" pitchFamily="2" charset="2"/>
              <a:buChar char="§"/>
              <a:tabLst>
                <a:tab pos="457200" algn="l"/>
              </a:tabLst>
            </a:pPr>
            <a:r>
              <a:rPr lang="vi-VN" sz="40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Mệnh đề phụ có thể đứng trước hoặc sau mệnh đề chính. Nếu mệnh đề phụ đứng trước </a:t>
            </a:r>
            <a:r>
              <a:rPr lang="vi-VN" sz="4000" kern="10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r>
              <a:rPr lang="vi-VN" sz="40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cần dấu phẩy. </a:t>
            </a:r>
            <a:endParaRPr lang="en-VN" sz="4000" kern="10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50000"/>
              </a:lnSpc>
              <a:spcBef>
                <a:spcPts val="600"/>
              </a:spcBef>
              <a:spcAft>
                <a:spcPts val="600"/>
              </a:spcAft>
              <a:buFont typeface="Wingdings" pitchFamily="2" charset="2"/>
              <a:buChar char=""/>
            </a:pPr>
            <a:r>
              <a:rPr lang="vi-VN" sz="4000" b="1" i="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EX 01:</a:t>
            </a:r>
            <a:r>
              <a:rPr lang="vi-VN" sz="4000" i="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a:t>
            </a:r>
            <a:r>
              <a:rPr lang="vi-VN" sz="4000" b="1" i="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Although</a:t>
            </a:r>
            <a:r>
              <a:rPr lang="vi-VN" sz="4000" i="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she was tired, she kept smiling.</a:t>
            </a:r>
            <a:endParaRPr lang="en-VN" sz="4000" kern="100">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Bef>
                <a:spcPts val="600"/>
              </a:spcBef>
              <a:spcAft>
                <a:spcPts val="600"/>
              </a:spcAft>
              <a:buNone/>
            </a:pPr>
            <a:r>
              <a:rPr lang="vi-VN" sz="4000" i="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She kept smiling </a:t>
            </a:r>
            <a:r>
              <a:rPr lang="vi-VN" sz="4000" b="1" i="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although</a:t>
            </a:r>
            <a:r>
              <a:rPr lang="vi-VN" sz="4000" i="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she was tired.</a:t>
            </a:r>
            <a:endParaRPr lang="en-VN" sz="4000" kern="10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Bef>
                <a:spcPts val="600"/>
              </a:spcBef>
              <a:spcAft>
                <a:spcPts val="600"/>
              </a:spcAft>
              <a:buFont typeface="Wingdings" pitchFamily="2" charset="2"/>
              <a:buChar char=""/>
            </a:pPr>
            <a:r>
              <a:rPr lang="vi-VN" sz="4000" b="1" i="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EX 02</a:t>
            </a:r>
            <a:r>
              <a:rPr lang="vi-VN" sz="4000" i="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I failed the test </a:t>
            </a:r>
            <a:r>
              <a:rPr lang="vi-VN" sz="4000" b="1" i="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because</a:t>
            </a:r>
            <a:r>
              <a:rPr lang="vi-VN" sz="4000" i="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I did not review the 					lessons.</a:t>
            </a:r>
            <a:endParaRPr lang="en-VN" sz="4000" kern="100">
              <a:latin typeface="Calibri" panose="020F0502020204030204" pitchFamily="34" charset="0"/>
              <a:ea typeface="Calibri" panose="020F0502020204030204" pitchFamily="34" charset="0"/>
              <a:cs typeface="Times New Roman" panose="02020603050405020304" pitchFamily="18" charset="0"/>
            </a:endParaRPr>
          </a:p>
          <a:p>
            <a:pPr marL="817245" indent="262890" algn="just">
              <a:lnSpc>
                <a:spcPct val="150000"/>
              </a:lnSpc>
              <a:spcBef>
                <a:spcPts val="600"/>
              </a:spcBef>
              <a:spcAft>
                <a:spcPts val="600"/>
              </a:spcAft>
            </a:pPr>
            <a:r>
              <a:rPr lang="vi-VN" sz="4000" b="1" i="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Because</a:t>
            </a:r>
            <a:r>
              <a:rPr lang="vi-VN" sz="4000" i="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I did not review the lessons, I 						failed the test.</a:t>
            </a:r>
            <a:endParaRPr lang="en-VN" sz="4000" kern="10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99347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additive="base">
                                        <p:cTn id="7"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xEl>
                                              <p:pRg st="1" end="1"/>
                                            </p:txEl>
                                          </p:spTgt>
                                        </p:tgtEl>
                                        <p:attrNameLst>
                                          <p:attrName>style.visibility</p:attrName>
                                        </p:attrNameLst>
                                      </p:cBhvr>
                                      <p:to>
                                        <p:strVal val="visible"/>
                                      </p:to>
                                    </p:set>
                                    <p:anim calcmode="lin" valueType="num">
                                      <p:cBhvr additive="base">
                                        <p:cTn id="13"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
                                            <p:txEl>
                                              <p:pRg st="2" end="2"/>
                                            </p:txEl>
                                          </p:spTgt>
                                        </p:tgtEl>
                                        <p:attrNameLst>
                                          <p:attrName>style.visibility</p:attrName>
                                        </p:attrNameLst>
                                      </p:cBhvr>
                                      <p:to>
                                        <p:strVal val="visible"/>
                                      </p:to>
                                    </p:set>
                                    <p:anim calcmode="lin" valueType="num">
                                      <p:cBhvr additive="base">
                                        <p:cTn id="19" dur="500" fill="hold"/>
                                        <p:tgtEl>
                                          <p:spTgt spid="1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4">
                                            <p:txEl>
                                              <p:pRg st="3" end="3"/>
                                            </p:txEl>
                                          </p:spTgt>
                                        </p:tgtEl>
                                        <p:attrNameLst>
                                          <p:attrName>style.visibility</p:attrName>
                                        </p:attrNameLst>
                                      </p:cBhvr>
                                      <p:to>
                                        <p:strVal val="visible"/>
                                      </p:to>
                                    </p:set>
                                    <p:anim calcmode="lin" valueType="num">
                                      <p:cBhvr additive="base">
                                        <p:cTn id="25" dur="500" fill="hold"/>
                                        <p:tgtEl>
                                          <p:spTgt spid="1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4">
                                            <p:txEl>
                                              <p:pRg st="4" end="4"/>
                                            </p:txEl>
                                          </p:spTgt>
                                        </p:tgtEl>
                                        <p:attrNameLst>
                                          <p:attrName>style.visibility</p:attrName>
                                        </p:attrNameLst>
                                      </p:cBhvr>
                                      <p:to>
                                        <p:strVal val="visible"/>
                                      </p:to>
                                    </p:set>
                                    <p:anim calcmode="lin" valueType="num">
                                      <p:cBhvr additive="base">
                                        <p:cTn id="31" dur="500" fill="hold"/>
                                        <p:tgtEl>
                                          <p:spTgt spid="1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4">
                                            <p:txEl>
                                              <p:pRg st="5" end="5"/>
                                            </p:txEl>
                                          </p:spTgt>
                                        </p:tgtEl>
                                        <p:attrNameLst>
                                          <p:attrName>style.visibility</p:attrName>
                                        </p:attrNameLst>
                                      </p:cBhvr>
                                      <p:to>
                                        <p:strVal val="visible"/>
                                      </p:to>
                                    </p:set>
                                    <p:anim calcmode="lin" valueType="num">
                                      <p:cBhvr additive="base">
                                        <p:cTn id="37" dur="500" fill="hold"/>
                                        <p:tgtEl>
                                          <p:spTgt spid="14">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bg>
      <p:bgPr>
        <a:solidFill>
          <a:srgbClr val="F3E1D1"/>
        </a:solidFill>
        <a:effectLst/>
      </p:bgPr>
    </p:bg>
    <p:spTree>
      <p:nvGrpSpPr>
        <p:cNvPr id="1" name="">
          <a:extLst>
            <a:ext uri="{FF2B5EF4-FFF2-40B4-BE49-F238E27FC236}">
              <a16:creationId xmlns:a16="http://schemas.microsoft.com/office/drawing/2014/main" id="{46FB7168-4C28-9627-1CDB-392FEABF2D2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E91A61C-0638-975E-13AE-B4D64986BB6D}"/>
              </a:ext>
            </a:extLst>
          </p:cNvPr>
          <p:cNvGrpSpPr/>
          <p:nvPr/>
        </p:nvGrpSpPr>
        <p:grpSpPr>
          <a:xfrm rot="148260">
            <a:off x="1824598" y="1813471"/>
            <a:ext cx="15256309" cy="8604490"/>
            <a:chOff x="0" y="0"/>
            <a:chExt cx="4018122" cy="2266203"/>
          </a:xfrm>
        </p:grpSpPr>
        <p:sp>
          <p:nvSpPr>
            <p:cNvPr id="3" name="Freeform 3">
              <a:extLst>
                <a:ext uri="{FF2B5EF4-FFF2-40B4-BE49-F238E27FC236}">
                  <a16:creationId xmlns:a16="http://schemas.microsoft.com/office/drawing/2014/main" id="{DE1D7CF5-9D9F-36ED-25B0-1327B15CB50E}"/>
                </a:ext>
              </a:extLst>
            </p:cNvPr>
            <p:cNvSpPr/>
            <p:nvPr/>
          </p:nvSpPr>
          <p:spPr>
            <a:xfrm>
              <a:off x="0" y="0"/>
              <a:ext cx="4018123" cy="2266203"/>
            </a:xfrm>
            <a:custGeom>
              <a:avLst/>
              <a:gdLst/>
              <a:ahLst/>
              <a:cxnLst/>
              <a:rect l="l" t="t" r="r" b="b"/>
              <a:pathLst>
                <a:path w="4018123" h="2266203">
                  <a:moveTo>
                    <a:pt x="14716" y="0"/>
                  </a:moveTo>
                  <a:lnTo>
                    <a:pt x="4003406" y="0"/>
                  </a:lnTo>
                  <a:cubicBezTo>
                    <a:pt x="4007309" y="0"/>
                    <a:pt x="4011052" y="1550"/>
                    <a:pt x="4013812" y="4310"/>
                  </a:cubicBezTo>
                  <a:cubicBezTo>
                    <a:pt x="4016572" y="7070"/>
                    <a:pt x="4018123" y="10813"/>
                    <a:pt x="4018123" y="14716"/>
                  </a:cubicBezTo>
                  <a:lnTo>
                    <a:pt x="4018123" y="2251487"/>
                  </a:lnTo>
                  <a:cubicBezTo>
                    <a:pt x="4018123" y="2255390"/>
                    <a:pt x="4016572" y="2259133"/>
                    <a:pt x="4013812" y="2261893"/>
                  </a:cubicBezTo>
                  <a:cubicBezTo>
                    <a:pt x="4011052" y="2264653"/>
                    <a:pt x="4007309" y="2266203"/>
                    <a:pt x="4003406" y="2266203"/>
                  </a:cubicBezTo>
                  <a:lnTo>
                    <a:pt x="14716" y="2266203"/>
                  </a:lnTo>
                  <a:cubicBezTo>
                    <a:pt x="10813" y="2266203"/>
                    <a:pt x="7070" y="2264653"/>
                    <a:pt x="4310" y="2261893"/>
                  </a:cubicBezTo>
                  <a:cubicBezTo>
                    <a:pt x="1550" y="2259133"/>
                    <a:pt x="0" y="2255390"/>
                    <a:pt x="0" y="2251487"/>
                  </a:cubicBezTo>
                  <a:lnTo>
                    <a:pt x="0" y="14716"/>
                  </a:lnTo>
                  <a:cubicBezTo>
                    <a:pt x="0" y="10813"/>
                    <a:pt x="1550" y="7070"/>
                    <a:pt x="4310" y="4310"/>
                  </a:cubicBezTo>
                  <a:cubicBezTo>
                    <a:pt x="7070" y="1550"/>
                    <a:pt x="10813" y="0"/>
                    <a:pt x="14716" y="0"/>
                  </a:cubicBezTo>
                  <a:close/>
                </a:path>
              </a:pathLst>
            </a:custGeom>
            <a:solidFill>
              <a:srgbClr val="C6B7A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253DBDD3-FD22-2B9F-4E6E-8142E4DDE2FA}"/>
                </a:ext>
              </a:extLst>
            </p:cNvPr>
            <p:cNvSpPr txBox="1"/>
            <p:nvPr/>
          </p:nvSpPr>
          <p:spPr>
            <a:xfrm>
              <a:off x="0" y="-38100"/>
              <a:ext cx="4018122" cy="2304303"/>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a:extLst>
              <a:ext uri="{FF2B5EF4-FFF2-40B4-BE49-F238E27FC236}">
                <a16:creationId xmlns:a16="http://schemas.microsoft.com/office/drawing/2014/main" id="{CFBAF28E-AB25-B187-D9D4-3D5D12DD6498}"/>
              </a:ext>
            </a:extLst>
          </p:cNvPr>
          <p:cNvSpPr/>
          <p:nvPr/>
        </p:nvSpPr>
        <p:spPr>
          <a:xfrm rot="-5400000">
            <a:off x="16416216" y="5195731"/>
            <a:ext cx="962680" cy="2578608"/>
          </a:xfrm>
          <a:custGeom>
            <a:avLst/>
            <a:gdLst/>
            <a:ahLst/>
            <a:cxnLst/>
            <a:rect l="l" t="t" r="r" b="b"/>
            <a:pathLst>
              <a:path w="962680" h="2578608">
                <a:moveTo>
                  <a:pt x="0" y="0"/>
                </a:moveTo>
                <a:lnTo>
                  <a:pt x="962680" y="0"/>
                </a:lnTo>
                <a:lnTo>
                  <a:pt x="962680" y="2578608"/>
                </a:lnTo>
                <a:lnTo>
                  <a:pt x="0" y="2578608"/>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Freeform 6">
            <a:extLst>
              <a:ext uri="{FF2B5EF4-FFF2-40B4-BE49-F238E27FC236}">
                <a16:creationId xmlns:a16="http://schemas.microsoft.com/office/drawing/2014/main" id="{63912286-7EC4-7EF0-EF15-3932ED794AF6}"/>
              </a:ext>
            </a:extLst>
          </p:cNvPr>
          <p:cNvSpPr/>
          <p:nvPr/>
        </p:nvSpPr>
        <p:spPr>
          <a:xfrm rot="-5400000">
            <a:off x="16149303" y="2563412"/>
            <a:ext cx="1496505" cy="2814855"/>
          </a:xfrm>
          <a:custGeom>
            <a:avLst/>
            <a:gdLst/>
            <a:ahLst/>
            <a:cxnLst/>
            <a:rect l="l" t="t" r="r" b="b"/>
            <a:pathLst>
              <a:path w="1496505" h="2814855">
                <a:moveTo>
                  <a:pt x="0" y="0"/>
                </a:moveTo>
                <a:lnTo>
                  <a:pt x="1496505" y="0"/>
                </a:lnTo>
                <a:lnTo>
                  <a:pt x="1496505" y="2814855"/>
                </a:lnTo>
                <a:lnTo>
                  <a:pt x="0" y="2814855"/>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Freeform 7">
            <a:extLst>
              <a:ext uri="{FF2B5EF4-FFF2-40B4-BE49-F238E27FC236}">
                <a16:creationId xmlns:a16="http://schemas.microsoft.com/office/drawing/2014/main" id="{A0A5EA08-C8AD-FDD2-1C11-F81FD551A187}"/>
              </a:ext>
            </a:extLst>
          </p:cNvPr>
          <p:cNvSpPr/>
          <p:nvPr/>
        </p:nvSpPr>
        <p:spPr>
          <a:xfrm rot="-5473987">
            <a:off x="16139311" y="3869291"/>
            <a:ext cx="1316802" cy="2834168"/>
          </a:xfrm>
          <a:custGeom>
            <a:avLst/>
            <a:gdLst/>
            <a:ahLst/>
            <a:cxnLst/>
            <a:rect l="l" t="t" r="r" b="b"/>
            <a:pathLst>
              <a:path w="1316802" h="2834168">
                <a:moveTo>
                  <a:pt x="0" y="0"/>
                </a:moveTo>
                <a:lnTo>
                  <a:pt x="1316801" y="0"/>
                </a:lnTo>
                <a:lnTo>
                  <a:pt x="1316801" y="2834168"/>
                </a:lnTo>
                <a:lnTo>
                  <a:pt x="0" y="2834168"/>
                </a:lnTo>
                <a:lnTo>
                  <a:pt x="0" y="0"/>
                </a:lnTo>
                <a:close/>
              </a:path>
            </a:pathLst>
          </a:custGeom>
          <a:blipFill>
            <a:blip r:embed="rId4"/>
            <a:stretch>
              <a:fillRect l="-6837"/>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Freeform 8">
            <a:extLst>
              <a:ext uri="{FF2B5EF4-FFF2-40B4-BE49-F238E27FC236}">
                <a16:creationId xmlns:a16="http://schemas.microsoft.com/office/drawing/2014/main" id="{634917FC-A2FB-323B-A4B3-A9FEC637884F}"/>
              </a:ext>
            </a:extLst>
          </p:cNvPr>
          <p:cNvSpPr/>
          <p:nvPr/>
        </p:nvSpPr>
        <p:spPr>
          <a:xfrm rot="-5466484">
            <a:off x="16099554" y="6159632"/>
            <a:ext cx="1396316" cy="3127166"/>
          </a:xfrm>
          <a:custGeom>
            <a:avLst/>
            <a:gdLst/>
            <a:ahLst/>
            <a:cxnLst/>
            <a:rect l="l" t="t" r="r" b="b"/>
            <a:pathLst>
              <a:path w="1396316" h="3127166">
                <a:moveTo>
                  <a:pt x="0" y="0"/>
                </a:moveTo>
                <a:lnTo>
                  <a:pt x="1396316" y="0"/>
                </a:lnTo>
                <a:lnTo>
                  <a:pt x="1396316" y="3127166"/>
                </a:lnTo>
                <a:lnTo>
                  <a:pt x="0" y="3127166"/>
                </a:lnTo>
                <a:lnTo>
                  <a:pt x="0" y="0"/>
                </a:lnTo>
                <a:close/>
              </a:path>
            </a:pathLst>
          </a:custGeom>
          <a:blipFill>
            <a:blip r:embed="rId5"/>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Freeform 9">
            <a:extLst>
              <a:ext uri="{FF2B5EF4-FFF2-40B4-BE49-F238E27FC236}">
                <a16:creationId xmlns:a16="http://schemas.microsoft.com/office/drawing/2014/main" id="{0FB443D3-8B6D-E675-A681-D12BAA4A35B7}"/>
              </a:ext>
            </a:extLst>
          </p:cNvPr>
          <p:cNvSpPr/>
          <p:nvPr/>
        </p:nvSpPr>
        <p:spPr>
          <a:xfrm rot="-5400000">
            <a:off x="16309085" y="969997"/>
            <a:ext cx="1176942" cy="3061538"/>
          </a:xfrm>
          <a:custGeom>
            <a:avLst/>
            <a:gdLst/>
            <a:ahLst/>
            <a:cxnLst/>
            <a:rect l="l" t="t" r="r" b="b"/>
            <a:pathLst>
              <a:path w="1176942" h="3061538">
                <a:moveTo>
                  <a:pt x="0" y="0"/>
                </a:moveTo>
                <a:lnTo>
                  <a:pt x="1176942" y="0"/>
                </a:lnTo>
                <a:lnTo>
                  <a:pt x="1176942" y="3061538"/>
                </a:lnTo>
                <a:lnTo>
                  <a:pt x="0" y="3061538"/>
                </a:lnTo>
                <a:lnTo>
                  <a:pt x="0" y="0"/>
                </a:lnTo>
                <a:close/>
              </a:path>
            </a:pathLst>
          </a:custGeom>
          <a:blipFill>
            <a:blip r:embed="rId6"/>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0" name="Group 10">
            <a:extLst>
              <a:ext uri="{FF2B5EF4-FFF2-40B4-BE49-F238E27FC236}">
                <a16:creationId xmlns:a16="http://schemas.microsoft.com/office/drawing/2014/main" id="{8B88AC52-485B-7BB3-CAEB-CCD8D13B9153}"/>
              </a:ext>
            </a:extLst>
          </p:cNvPr>
          <p:cNvGrpSpPr/>
          <p:nvPr/>
        </p:nvGrpSpPr>
        <p:grpSpPr>
          <a:xfrm>
            <a:off x="603650" y="508040"/>
            <a:ext cx="16372589" cy="9270920"/>
            <a:chOff x="0" y="0"/>
            <a:chExt cx="4312122" cy="2441724"/>
          </a:xfrm>
        </p:grpSpPr>
        <p:sp>
          <p:nvSpPr>
            <p:cNvPr id="11" name="Freeform 11">
              <a:extLst>
                <a:ext uri="{FF2B5EF4-FFF2-40B4-BE49-F238E27FC236}">
                  <a16:creationId xmlns:a16="http://schemas.microsoft.com/office/drawing/2014/main" id="{EF690262-04CA-2917-6256-E6C4F63CD6F1}"/>
                </a:ext>
              </a:extLst>
            </p:cNvPr>
            <p:cNvSpPr/>
            <p:nvPr/>
          </p:nvSpPr>
          <p:spPr>
            <a:xfrm>
              <a:off x="0" y="0"/>
              <a:ext cx="4312122" cy="2441724"/>
            </a:xfrm>
            <a:custGeom>
              <a:avLst/>
              <a:gdLst/>
              <a:ahLst/>
              <a:cxnLst/>
              <a:rect l="l" t="t" r="r" b="b"/>
              <a:pathLst>
                <a:path w="4312122" h="2441724">
                  <a:moveTo>
                    <a:pt x="13713" y="0"/>
                  </a:moveTo>
                  <a:lnTo>
                    <a:pt x="4298410" y="0"/>
                  </a:lnTo>
                  <a:cubicBezTo>
                    <a:pt x="4302046" y="0"/>
                    <a:pt x="4305534" y="1445"/>
                    <a:pt x="4308106" y="4016"/>
                  </a:cubicBezTo>
                  <a:cubicBezTo>
                    <a:pt x="4310678" y="6588"/>
                    <a:pt x="4312122" y="10076"/>
                    <a:pt x="4312122" y="13713"/>
                  </a:cubicBezTo>
                  <a:lnTo>
                    <a:pt x="4312122" y="2428011"/>
                  </a:lnTo>
                  <a:cubicBezTo>
                    <a:pt x="4312122" y="2431648"/>
                    <a:pt x="4310678" y="2435135"/>
                    <a:pt x="4308106" y="2437707"/>
                  </a:cubicBezTo>
                  <a:cubicBezTo>
                    <a:pt x="4305534" y="2440279"/>
                    <a:pt x="4302046" y="2441724"/>
                    <a:pt x="4298410" y="2441724"/>
                  </a:cubicBezTo>
                  <a:lnTo>
                    <a:pt x="13713" y="2441724"/>
                  </a:lnTo>
                  <a:cubicBezTo>
                    <a:pt x="10076" y="2441724"/>
                    <a:pt x="6588" y="2440279"/>
                    <a:pt x="4016" y="2437707"/>
                  </a:cubicBezTo>
                  <a:cubicBezTo>
                    <a:pt x="1445" y="2435135"/>
                    <a:pt x="0" y="2431648"/>
                    <a:pt x="0" y="2428011"/>
                  </a:cubicBezTo>
                  <a:lnTo>
                    <a:pt x="0" y="13713"/>
                  </a:lnTo>
                  <a:cubicBezTo>
                    <a:pt x="0" y="10076"/>
                    <a:pt x="1445" y="6588"/>
                    <a:pt x="4016" y="4016"/>
                  </a:cubicBezTo>
                  <a:cubicBezTo>
                    <a:pt x="6588" y="1445"/>
                    <a:pt x="10076" y="0"/>
                    <a:pt x="1371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Box 12">
              <a:extLst>
                <a:ext uri="{FF2B5EF4-FFF2-40B4-BE49-F238E27FC236}">
                  <a16:creationId xmlns:a16="http://schemas.microsoft.com/office/drawing/2014/main" id="{E9E40B89-BB6E-2A4E-0BA6-EB0869E6CF46}"/>
                </a:ext>
              </a:extLst>
            </p:cNvPr>
            <p:cNvSpPr txBox="1"/>
            <p:nvPr/>
          </p:nvSpPr>
          <p:spPr>
            <a:xfrm>
              <a:off x="0" y="-38100"/>
              <a:ext cx="4312122" cy="247982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3" name="Freeform 13">
            <a:extLst>
              <a:ext uri="{FF2B5EF4-FFF2-40B4-BE49-F238E27FC236}">
                <a16:creationId xmlns:a16="http://schemas.microsoft.com/office/drawing/2014/main" id="{E5579F38-946E-AA10-2552-EBC8FBE637C5}"/>
              </a:ext>
            </a:extLst>
          </p:cNvPr>
          <p:cNvSpPr/>
          <p:nvPr/>
        </p:nvSpPr>
        <p:spPr>
          <a:xfrm>
            <a:off x="234255" y="508040"/>
            <a:ext cx="1155550" cy="9210904"/>
          </a:xfrm>
          <a:custGeom>
            <a:avLst/>
            <a:gdLst/>
            <a:ahLst/>
            <a:cxnLst/>
            <a:rect l="l" t="t" r="r" b="b"/>
            <a:pathLst>
              <a:path w="1155550" h="9210904">
                <a:moveTo>
                  <a:pt x="0" y="0"/>
                </a:moveTo>
                <a:lnTo>
                  <a:pt x="1155549" y="0"/>
                </a:lnTo>
                <a:lnTo>
                  <a:pt x="1155549" y="9210904"/>
                </a:lnTo>
                <a:lnTo>
                  <a:pt x="0" y="921090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Box 14">
            <a:extLst>
              <a:ext uri="{FF2B5EF4-FFF2-40B4-BE49-F238E27FC236}">
                <a16:creationId xmlns:a16="http://schemas.microsoft.com/office/drawing/2014/main" id="{E62D3B8A-FAD5-168F-CF0D-EA03A1B6BB7E}"/>
              </a:ext>
            </a:extLst>
          </p:cNvPr>
          <p:cNvSpPr txBox="1"/>
          <p:nvPr/>
        </p:nvSpPr>
        <p:spPr>
          <a:xfrm>
            <a:off x="1696286" y="2383945"/>
            <a:ext cx="14895427" cy="5804859"/>
          </a:xfrm>
          <a:prstGeom prst="rect">
            <a:avLst/>
          </a:prstGeom>
        </p:spPr>
        <p:txBody>
          <a:bodyPr wrap="square" lIns="0" tIns="0" rIns="0" bIns="0" rtlCol="0" anchor="t">
            <a:spAutoFit/>
          </a:bodyPr>
          <a:lstStyle/>
          <a:p>
            <a:pPr>
              <a:lnSpc>
                <a:spcPct val="150000"/>
              </a:lnSpc>
              <a:spcBef>
                <a:spcPts val="600"/>
              </a:spcBef>
              <a:spcAft>
                <a:spcPts val="600"/>
              </a:spcAft>
              <a:buNone/>
            </a:pPr>
            <a:r>
              <a:rPr lang="en-US" sz="5000" b="1" kern="100">
                <a:solidFill>
                  <a:srgbClr val="9437FF"/>
                </a:solidFill>
                <a:latin typeface="American Typewriter" panose="02090604020004020304" pitchFamily="18" charset="77"/>
                <a:ea typeface="Calibri" panose="020F0502020204030204" pitchFamily="34" charset="0"/>
                <a:cs typeface="Times New Roman" panose="02020603050405020304" pitchFamily="18" charset="0"/>
              </a:rPr>
              <a:t>1.3 Liên từ tương quan</a:t>
            </a:r>
            <a:endParaRPr lang="en-VN" sz="5000" kern="100">
              <a:solidFill>
                <a:srgbClr val="9437FF"/>
              </a:solidFill>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Bef>
                <a:spcPts val="600"/>
              </a:spcBef>
              <a:spcAft>
                <a:spcPts val="600"/>
              </a:spcAft>
            </a:pPr>
            <a:r>
              <a:rPr lang="en-US" sz="50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Liên từ tương quan có chức năng </a:t>
            </a:r>
            <a:r>
              <a:rPr lang="vi-VN" sz="50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để </a:t>
            </a:r>
            <a:r>
              <a:rPr lang="vi-VN" sz="5000" i="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nhấn mạnh</a:t>
            </a:r>
            <a:r>
              <a:rPr lang="vi-VN" sz="50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a:t>
            </a:r>
            <a:r>
              <a:rPr lang="vi-VN" sz="5000" i="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đối chiếu</a:t>
            </a:r>
            <a:r>
              <a:rPr lang="vi-VN" sz="50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a:t>
            </a:r>
            <a:r>
              <a:rPr lang="vi-VN" sz="5000" i="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lựa chọn </a:t>
            </a:r>
            <a:r>
              <a:rPr lang="vi-VN" sz="5000"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giữa hai thành phần tương đương nhau trong câu. Phải dùng đủ cặp, đúng vị trí.</a:t>
            </a:r>
            <a:endParaRPr lang="en-VN" sz="5000" kern="10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97740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additive="base">
                                        <p:cTn id="7"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xEl>
                                              <p:pRg st="1" end="1"/>
                                            </p:txEl>
                                          </p:spTgt>
                                        </p:tgtEl>
                                        <p:attrNameLst>
                                          <p:attrName>style.visibility</p:attrName>
                                        </p:attrNameLst>
                                      </p:cBhvr>
                                      <p:to>
                                        <p:strVal val="visible"/>
                                      </p:to>
                                    </p:set>
                                    <p:anim calcmode="lin" valueType="num">
                                      <p:cBhvr additive="base">
                                        <p:cTn id="13"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bg>
      <p:bgPr>
        <a:solidFill>
          <a:srgbClr val="F3E1D1"/>
        </a:solidFill>
        <a:effectLst/>
      </p:bgPr>
    </p:bg>
    <p:spTree>
      <p:nvGrpSpPr>
        <p:cNvPr id="1" name="">
          <a:extLst>
            <a:ext uri="{FF2B5EF4-FFF2-40B4-BE49-F238E27FC236}">
              <a16:creationId xmlns:a16="http://schemas.microsoft.com/office/drawing/2014/main" id="{6D63DDE0-36B4-8B8C-7642-C5CE3722F36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A88B17F-D6DA-0135-1FA0-A877D363AC20}"/>
              </a:ext>
            </a:extLst>
          </p:cNvPr>
          <p:cNvGrpSpPr/>
          <p:nvPr/>
        </p:nvGrpSpPr>
        <p:grpSpPr>
          <a:xfrm rot="148260">
            <a:off x="1824598" y="1813471"/>
            <a:ext cx="15256309" cy="8604490"/>
            <a:chOff x="0" y="0"/>
            <a:chExt cx="4018122" cy="2266203"/>
          </a:xfrm>
        </p:grpSpPr>
        <p:sp>
          <p:nvSpPr>
            <p:cNvPr id="3" name="Freeform 3">
              <a:extLst>
                <a:ext uri="{FF2B5EF4-FFF2-40B4-BE49-F238E27FC236}">
                  <a16:creationId xmlns:a16="http://schemas.microsoft.com/office/drawing/2014/main" id="{9A8A8882-F711-D6B4-3CCA-DDB17C65C3AD}"/>
                </a:ext>
              </a:extLst>
            </p:cNvPr>
            <p:cNvSpPr/>
            <p:nvPr/>
          </p:nvSpPr>
          <p:spPr>
            <a:xfrm>
              <a:off x="0" y="0"/>
              <a:ext cx="4018123" cy="2266203"/>
            </a:xfrm>
            <a:custGeom>
              <a:avLst/>
              <a:gdLst/>
              <a:ahLst/>
              <a:cxnLst/>
              <a:rect l="l" t="t" r="r" b="b"/>
              <a:pathLst>
                <a:path w="4018123" h="2266203">
                  <a:moveTo>
                    <a:pt x="14716" y="0"/>
                  </a:moveTo>
                  <a:lnTo>
                    <a:pt x="4003406" y="0"/>
                  </a:lnTo>
                  <a:cubicBezTo>
                    <a:pt x="4007309" y="0"/>
                    <a:pt x="4011052" y="1550"/>
                    <a:pt x="4013812" y="4310"/>
                  </a:cubicBezTo>
                  <a:cubicBezTo>
                    <a:pt x="4016572" y="7070"/>
                    <a:pt x="4018123" y="10813"/>
                    <a:pt x="4018123" y="14716"/>
                  </a:cubicBezTo>
                  <a:lnTo>
                    <a:pt x="4018123" y="2251487"/>
                  </a:lnTo>
                  <a:cubicBezTo>
                    <a:pt x="4018123" y="2255390"/>
                    <a:pt x="4016572" y="2259133"/>
                    <a:pt x="4013812" y="2261893"/>
                  </a:cubicBezTo>
                  <a:cubicBezTo>
                    <a:pt x="4011052" y="2264653"/>
                    <a:pt x="4007309" y="2266203"/>
                    <a:pt x="4003406" y="2266203"/>
                  </a:cubicBezTo>
                  <a:lnTo>
                    <a:pt x="14716" y="2266203"/>
                  </a:lnTo>
                  <a:cubicBezTo>
                    <a:pt x="10813" y="2266203"/>
                    <a:pt x="7070" y="2264653"/>
                    <a:pt x="4310" y="2261893"/>
                  </a:cubicBezTo>
                  <a:cubicBezTo>
                    <a:pt x="1550" y="2259133"/>
                    <a:pt x="0" y="2255390"/>
                    <a:pt x="0" y="2251487"/>
                  </a:cubicBezTo>
                  <a:lnTo>
                    <a:pt x="0" y="14716"/>
                  </a:lnTo>
                  <a:cubicBezTo>
                    <a:pt x="0" y="10813"/>
                    <a:pt x="1550" y="7070"/>
                    <a:pt x="4310" y="4310"/>
                  </a:cubicBezTo>
                  <a:cubicBezTo>
                    <a:pt x="7070" y="1550"/>
                    <a:pt x="10813" y="0"/>
                    <a:pt x="14716" y="0"/>
                  </a:cubicBezTo>
                  <a:close/>
                </a:path>
              </a:pathLst>
            </a:custGeom>
            <a:solidFill>
              <a:srgbClr val="C6B7A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C8590DAF-B46F-3A68-826A-5350F8A9D2A2}"/>
                </a:ext>
              </a:extLst>
            </p:cNvPr>
            <p:cNvSpPr txBox="1"/>
            <p:nvPr/>
          </p:nvSpPr>
          <p:spPr>
            <a:xfrm>
              <a:off x="0" y="-38100"/>
              <a:ext cx="4018122" cy="2304303"/>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a:extLst>
              <a:ext uri="{FF2B5EF4-FFF2-40B4-BE49-F238E27FC236}">
                <a16:creationId xmlns:a16="http://schemas.microsoft.com/office/drawing/2014/main" id="{C32A6829-7AF8-4566-885E-861FB7B2ECC3}"/>
              </a:ext>
            </a:extLst>
          </p:cNvPr>
          <p:cNvSpPr/>
          <p:nvPr/>
        </p:nvSpPr>
        <p:spPr>
          <a:xfrm rot="-5400000">
            <a:off x="16416216" y="5195731"/>
            <a:ext cx="962680" cy="2578608"/>
          </a:xfrm>
          <a:custGeom>
            <a:avLst/>
            <a:gdLst/>
            <a:ahLst/>
            <a:cxnLst/>
            <a:rect l="l" t="t" r="r" b="b"/>
            <a:pathLst>
              <a:path w="962680" h="2578608">
                <a:moveTo>
                  <a:pt x="0" y="0"/>
                </a:moveTo>
                <a:lnTo>
                  <a:pt x="962680" y="0"/>
                </a:lnTo>
                <a:lnTo>
                  <a:pt x="962680" y="2578608"/>
                </a:lnTo>
                <a:lnTo>
                  <a:pt x="0" y="2578608"/>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Freeform 6">
            <a:extLst>
              <a:ext uri="{FF2B5EF4-FFF2-40B4-BE49-F238E27FC236}">
                <a16:creationId xmlns:a16="http://schemas.microsoft.com/office/drawing/2014/main" id="{87025993-39E3-DB66-026F-BCC5C69D773B}"/>
              </a:ext>
            </a:extLst>
          </p:cNvPr>
          <p:cNvSpPr/>
          <p:nvPr/>
        </p:nvSpPr>
        <p:spPr>
          <a:xfrm rot="-5400000">
            <a:off x="16149303" y="2563412"/>
            <a:ext cx="1496505" cy="2814855"/>
          </a:xfrm>
          <a:custGeom>
            <a:avLst/>
            <a:gdLst/>
            <a:ahLst/>
            <a:cxnLst/>
            <a:rect l="l" t="t" r="r" b="b"/>
            <a:pathLst>
              <a:path w="1496505" h="2814855">
                <a:moveTo>
                  <a:pt x="0" y="0"/>
                </a:moveTo>
                <a:lnTo>
                  <a:pt x="1496505" y="0"/>
                </a:lnTo>
                <a:lnTo>
                  <a:pt x="1496505" y="2814855"/>
                </a:lnTo>
                <a:lnTo>
                  <a:pt x="0" y="2814855"/>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Freeform 7">
            <a:extLst>
              <a:ext uri="{FF2B5EF4-FFF2-40B4-BE49-F238E27FC236}">
                <a16:creationId xmlns:a16="http://schemas.microsoft.com/office/drawing/2014/main" id="{6A91A628-1AAF-44C3-1A9D-0B9BF437AAFA}"/>
              </a:ext>
            </a:extLst>
          </p:cNvPr>
          <p:cNvSpPr/>
          <p:nvPr/>
        </p:nvSpPr>
        <p:spPr>
          <a:xfrm rot="-5473987">
            <a:off x="16139311" y="3869291"/>
            <a:ext cx="1316802" cy="2834168"/>
          </a:xfrm>
          <a:custGeom>
            <a:avLst/>
            <a:gdLst/>
            <a:ahLst/>
            <a:cxnLst/>
            <a:rect l="l" t="t" r="r" b="b"/>
            <a:pathLst>
              <a:path w="1316802" h="2834168">
                <a:moveTo>
                  <a:pt x="0" y="0"/>
                </a:moveTo>
                <a:lnTo>
                  <a:pt x="1316801" y="0"/>
                </a:lnTo>
                <a:lnTo>
                  <a:pt x="1316801" y="2834168"/>
                </a:lnTo>
                <a:lnTo>
                  <a:pt x="0" y="2834168"/>
                </a:lnTo>
                <a:lnTo>
                  <a:pt x="0" y="0"/>
                </a:lnTo>
                <a:close/>
              </a:path>
            </a:pathLst>
          </a:custGeom>
          <a:blipFill>
            <a:blip r:embed="rId4"/>
            <a:stretch>
              <a:fillRect l="-6837"/>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Freeform 8">
            <a:extLst>
              <a:ext uri="{FF2B5EF4-FFF2-40B4-BE49-F238E27FC236}">
                <a16:creationId xmlns:a16="http://schemas.microsoft.com/office/drawing/2014/main" id="{35B66A7B-9899-09DE-666D-856154A07264}"/>
              </a:ext>
            </a:extLst>
          </p:cNvPr>
          <p:cNvSpPr/>
          <p:nvPr/>
        </p:nvSpPr>
        <p:spPr>
          <a:xfrm rot="-5466484">
            <a:off x="16099554" y="6159632"/>
            <a:ext cx="1396316" cy="3127166"/>
          </a:xfrm>
          <a:custGeom>
            <a:avLst/>
            <a:gdLst/>
            <a:ahLst/>
            <a:cxnLst/>
            <a:rect l="l" t="t" r="r" b="b"/>
            <a:pathLst>
              <a:path w="1396316" h="3127166">
                <a:moveTo>
                  <a:pt x="0" y="0"/>
                </a:moveTo>
                <a:lnTo>
                  <a:pt x="1396316" y="0"/>
                </a:lnTo>
                <a:lnTo>
                  <a:pt x="1396316" y="3127166"/>
                </a:lnTo>
                <a:lnTo>
                  <a:pt x="0" y="3127166"/>
                </a:lnTo>
                <a:lnTo>
                  <a:pt x="0" y="0"/>
                </a:lnTo>
                <a:close/>
              </a:path>
            </a:pathLst>
          </a:custGeom>
          <a:blipFill>
            <a:blip r:embed="rId5"/>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Freeform 9">
            <a:extLst>
              <a:ext uri="{FF2B5EF4-FFF2-40B4-BE49-F238E27FC236}">
                <a16:creationId xmlns:a16="http://schemas.microsoft.com/office/drawing/2014/main" id="{4451CCAA-1649-F152-8EC1-AA8BEA2DF68F}"/>
              </a:ext>
            </a:extLst>
          </p:cNvPr>
          <p:cNvSpPr/>
          <p:nvPr/>
        </p:nvSpPr>
        <p:spPr>
          <a:xfrm rot="-5400000">
            <a:off x="16309085" y="969997"/>
            <a:ext cx="1176942" cy="3061538"/>
          </a:xfrm>
          <a:custGeom>
            <a:avLst/>
            <a:gdLst/>
            <a:ahLst/>
            <a:cxnLst/>
            <a:rect l="l" t="t" r="r" b="b"/>
            <a:pathLst>
              <a:path w="1176942" h="3061538">
                <a:moveTo>
                  <a:pt x="0" y="0"/>
                </a:moveTo>
                <a:lnTo>
                  <a:pt x="1176942" y="0"/>
                </a:lnTo>
                <a:lnTo>
                  <a:pt x="1176942" y="3061538"/>
                </a:lnTo>
                <a:lnTo>
                  <a:pt x="0" y="3061538"/>
                </a:lnTo>
                <a:lnTo>
                  <a:pt x="0" y="0"/>
                </a:lnTo>
                <a:close/>
              </a:path>
            </a:pathLst>
          </a:custGeom>
          <a:blipFill>
            <a:blip r:embed="rId6"/>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0" name="Group 10">
            <a:extLst>
              <a:ext uri="{FF2B5EF4-FFF2-40B4-BE49-F238E27FC236}">
                <a16:creationId xmlns:a16="http://schemas.microsoft.com/office/drawing/2014/main" id="{745869EF-6AFF-D7ED-FB6D-C70B88DBF6C0}"/>
              </a:ext>
            </a:extLst>
          </p:cNvPr>
          <p:cNvGrpSpPr/>
          <p:nvPr/>
        </p:nvGrpSpPr>
        <p:grpSpPr>
          <a:xfrm>
            <a:off x="603650" y="508040"/>
            <a:ext cx="16372589" cy="9270920"/>
            <a:chOff x="0" y="0"/>
            <a:chExt cx="4312122" cy="2441724"/>
          </a:xfrm>
        </p:grpSpPr>
        <p:sp>
          <p:nvSpPr>
            <p:cNvPr id="11" name="Freeform 11">
              <a:extLst>
                <a:ext uri="{FF2B5EF4-FFF2-40B4-BE49-F238E27FC236}">
                  <a16:creationId xmlns:a16="http://schemas.microsoft.com/office/drawing/2014/main" id="{6CCCD992-56CA-A1EE-17CA-07EDB73BB81F}"/>
                </a:ext>
              </a:extLst>
            </p:cNvPr>
            <p:cNvSpPr/>
            <p:nvPr/>
          </p:nvSpPr>
          <p:spPr>
            <a:xfrm>
              <a:off x="0" y="0"/>
              <a:ext cx="4312122" cy="2441724"/>
            </a:xfrm>
            <a:custGeom>
              <a:avLst/>
              <a:gdLst/>
              <a:ahLst/>
              <a:cxnLst/>
              <a:rect l="l" t="t" r="r" b="b"/>
              <a:pathLst>
                <a:path w="4312122" h="2441724">
                  <a:moveTo>
                    <a:pt x="13713" y="0"/>
                  </a:moveTo>
                  <a:lnTo>
                    <a:pt x="4298410" y="0"/>
                  </a:lnTo>
                  <a:cubicBezTo>
                    <a:pt x="4302046" y="0"/>
                    <a:pt x="4305534" y="1445"/>
                    <a:pt x="4308106" y="4016"/>
                  </a:cubicBezTo>
                  <a:cubicBezTo>
                    <a:pt x="4310678" y="6588"/>
                    <a:pt x="4312122" y="10076"/>
                    <a:pt x="4312122" y="13713"/>
                  </a:cubicBezTo>
                  <a:lnTo>
                    <a:pt x="4312122" y="2428011"/>
                  </a:lnTo>
                  <a:cubicBezTo>
                    <a:pt x="4312122" y="2431648"/>
                    <a:pt x="4310678" y="2435135"/>
                    <a:pt x="4308106" y="2437707"/>
                  </a:cubicBezTo>
                  <a:cubicBezTo>
                    <a:pt x="4305534" y="2440279"/>
                    <a:pt x="4302046" y="2441724"/>
                    <a:pt x="4298410" y="2441724"/>
                  </a:cubicBezTo>
                  <a:lnTo>
                    <a:pt x="13713" y="2441724"/>
                  </a:lnTo>
                  <a:cubicBezTo>
                    <a:pt x="10076" y="2441724"/>
                    <a:pt x="6588" y="2440279"/>
                    <a:pt x="4016" y="2437707"/>
                  </a:cubicBezTo>
                  <a:cubicBezTo>
                    <a:pt x="1445" y="2435135"/>
                    <a:pt x="0" y="2431648"/>
                    <a:pt x="0" y="2428011"/>
                  </a:cubicBezTo>
                  <a:lnTo>
                    <a:pt x="0" y="13713"/>
                  </a:lnTo>
                  <a:cubicBezTo>
                    <a:pt x="0" y="10076"/>
                    <a:pt x="1445" y="6588"/>
                    <a:pt x="4016" y="4016"/>
                  </a:cubicBezTo>
                  <a:cubicBezTo>
                    <a:pt x="6588" y="1445"/>
                    <a:pt x="10076" y="0"/>
                    <a:pt x="1371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Box 12">
              <a:extLst>
                <a:ext uri="{FF2B5EF4-FFF2-40B4-BE49-F238E27FC236}">
                  <a16:creationId xmlns:a16="http://schemas.microsoft.com/office/drawing/2014/main" id="{1781D915-2567-9F8B-3649-D64E8F5E9E61}"/>
                </a:ext>
              </a:extLst>
            </p:cNvPr>
            <p:cNvSpPr txBox="1"/>
            <p:nvPr/>
          </p:nvSpPr>
          <p:spPr>
            <a:xfrm>
              <a:off x="0" y="-38100"/>
              <a:ext cx="4312122" cy="247982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3" name="Freeform 13">
            <a:extLst>
              <a:ext uri="{FF2B5EF4-FFF2-40B4-BE49-F238E27FC236}">
                <a16:creationId xmlns:a16="http://schemas.microsoft.com/office/drawing/2014/main" id="{0B7E3FF1-2139-F990-060B-5BFD56F48916}"/>
              </a:ext>
            </a:extLst>
          </p:cNvPr>
          <p:cNvSpPr/>
          <p:nvPr/>
        </p:nvSpPr>
        <p:spPr>
          <a:xfrm>
            <a:off x="234255" y="508040"/>
            <a:ext cx="1155550" cy="9210904"/>
          </a:xfrm>
          <a:custGeom>
            <a:avLst/>
            <a:gdLst/>
            <a:ahLst/>
            <a:cxnLst/>
            <a:rect l="l" t="t" r="r" b="b"/>
            <a:pathLst>
              <a:path w="1155550" h="9210904">
                <a:moveTo>
                  <a:pt x="0" y="0"/>
                </a:moveTo>
                <a:lnTo>
                  <a:pt x="1155549" y="0"/>
                </a:lnTo>
                <a:lnTo>
                  <a:pt x="1155549" y="9210904"/>
                </a:lnTo>
                <a:lnTo>
                  <a:pt x="0" y="921090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pic>
        <p:nvPicPr>
          <p:cNvPr id="15" name="Picture 14" descr="A screenshot of a phone&#10;&#10;AI-generated content may be incorrect.">
            <a:extLst>
              <a:ext uri="{FF2B5EF4-FFF2-40B4-BE49-F238E27FC236}">
                <a16:creationId xmlns:a16="http://schemas.microsoft.com/office/drawing/2014/main" id="{E20D3541-424A-119E-A558-E70A517EC0A8}"/>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299231" y="2152349"/>
            <a:ext cx="15598324" cy="5837640"/>
          </a:xfrm>
          <a:prstGeom prst="rect">
            <a:avLst/>
          </a:prstGeom>
        </p:spPr>
      </p:pic>
    </p:spTree>
    <p:extLst>
      <p:ext uri="{BB962C8B-B14F-4D97-AF65-F5344CB8AC3E}">
        <p14:creationId xmlns:p14="http://schemas.microsoft.com/office/powerpoint/2010/main" val="90381808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rgbClr val="F3E1D1"/>
        </a:solidFill>
        <a:effectLst/>
      </p:bgPr>
    </p:bg>
    <p:spTree>
      <p:nvGrpSpPr>
        <p:cNvPr id="1" name="">
          <a:extLst>
            <a:ext uri="{FF2B5EF4-FFF2-40B4-BE49-F238E27FC236}">
              <a16:creationId xmlns:a16="http://schemas.microsoft.com/office/drawing/2014/main" id="{8A05BD5B-6B3D-485C-98E9-36611D043C3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0775E7B-48C9-653E-92C0-1E6173851FE8}"/>
              </a:ext>
            </a:extLst>
          </p:cNvPr>
          <p:cNvGrpSpPr/>
          <p:nvPr/>
        </p:nvGrpSpPr>
        <p:grpSpPr>
          <a:xfrm rot="148260">
            <a:off x="1824598" y="1813471"/>
            <a:ext cx="15256309" cy="8604490"/>
            <a:chOff x="0" y="0"/>
            <a:chExt cx="4018122" cy="2266203"/>
          </a:xfrm>
        </p:grpSpPr>
        <p:sp>
          <p:nvSpPr>
            <p:cNvPr id="3" name="Freeform 3">
              <a:extLst>
                <a:ext uri="{FF2B5EF4-FFF2-40B4-BE49-F238E27FC236}">
                  <a16:creationId xmlns:a16="http://schemas.microsoft.com/office/drawing/2014/main" id="{A0198831-E442-06A3-8A6B-0FE91E19CF2A}"/>
                </a:ext>
              </a:extLst>
            </p:cNvPr>
            <p:cNvSpPr/>
            <p:nvPr/>
          </p:nvSpPr>
          <p:spPr>
            <a:xfrm>
              <a:off x="0" y="0"/>
              <a:ext cx="4018123" cy="2266203"/>
            </a:xfrm>
            <a:custGeom>
              <a:avLst/>
              <a:gdLst/>
              <a:ahLst/>
              <a:cxnLst/>
              <a:rect l="l" t="t" r="r" b="b"/>
              <a:pathLst>
                <a:path w="4018123" h="2266203">
                  <a:moveTo>
                    <a:pt x="14716" y="0"/>
                  </a:moveTo>
                  <a:lnTo>
                    <a:pt x="4003406" y="0"/>
                  </a:lnTo>
                  <a:cubicBezTo>
                    <a:pt x="4007309" y="0"/>
                    <a:pt x="4011052" y="1550"/>
                    <a:pt x="4013812" y="4310"/>
                  </a:cubicBezTo>
                  <a:cubicBezTo>
                    <a:pt x="4016572" y="7070"/>
                    <a:pt x="4018123" y="10813"/>
                    <a:pt x="4018123" y="14716"/>
                  </a:cubicBezTo>
                  <a:lnTo>
                    <a:pt x="4018123" y="2251487"/>
                  </a:lnTo>
                  <a:cubicBezTo>
                    <a:pt x="4018123" y="2255390"/>
                    <a:pt x="4016572" y="2259133"/>
                    <a:pt x="4013812" y="2261893"/>
                  </a:cubicBezTo>
                  <a:cubicBezTo>
                    <a:pt x="4011052" y="2264653"/>
                    <a:pt x="4007309" y="2266203"/>
                    <a:pt x="4003406" y="2266203"/>
                  </a:cubicBezTo>
                  <a:lnTo>
                    <a:pt x="14716" y="2266203"/>
                  </a:lnTo>
                  <a:cubicBezTo>
                    <a:pt x="10813" y="2266203"/>
                    <a:pt x="7070" y="2264653"/>
                    <a:pt x="4310" y="2261893"/>
                  </a:cubicBezTo>
                  <a:cubicBezTo>
                    <a:pt x="1550" y="2259133"/>
                    <a:pt x="0" y="2255390"/>
                    <a:pt x="0" y="2251487"/>
                  </a:cubicBezTo>
                  <a:lnTo>
                    <a:pt x="0" y="14716"/>
                  </a:lnTo>
                  <a:cubicBezTo>
                    <a:pt x="0" y="10813"/>
                    <a:pt x="1550" y="7070"/>
                    <a:pt x="4310" y="4310"/>
                  </a:cubicBezTo>
                  <a:cubicBezTo>
                    <a:pt x="7070" y="1550"/>
                    <a:pt x="10813" y="0"/>
                    <a:pt x="14716" y="0"/>
                  </a:cubicBezTo>
                  <a:close/>
                </a:path>
              </a:pathLst>
            </a:custGeom>
            <a:solidFill>
              <a:srgbClr val="C6B7A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3A3BDEBB-7660-6194-7C60-2FB3E1B68F4B}"/>
                </a:ext>
              </a:extLst>
            </p:cNvPr>
            <p:cNvSpPr txBox="1"/>
            <p:nvPr/>
          </p:nvSpPr>
          <p:spPr>
            <a:xfrm>
              <a:off x="0" y="-38100"/>
              <a:ext cx="4018122" cy="2304303"/>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a:extLst>
              <a:ext uri="{FF2B5EF4-FFF2-40B4-BE49-F238E27FC236}">
                <a16:creationId xmlns:a16="http://schemas.microsoft.com/office/drawing/2014/main" id="{8198A117-68C1-F892-3BD7-D9D144142356}"/>
              </a:ext>
            </a:extLst>
          </p:cNvPr>
          <p:cNvSpPr/>
          <p:nvPr/>
        </p:nvSpPr>
        <p:spPr>
          <a:xfrm rot="-5400000">
            <a:off x="16416216" y="5195731"/>
            <a:ext cx="962680" cy="2578608"/>
          </a:xfrm>
          <a:custGeom>
            <a:avLst/>
            <a:gdLst/>
            <a:ahLst/>
            <a:cxnLst/>
            <a:rect l="l" t="t" r="r" b="b"/>
            <a:pathLst>
              <a:path w="962680" h="2578608">
                <a:moveTo>
                  <a:pt x="0" y="0"/>
                </a:moveTo>
                <a:lnTo>
                  <a:pt x="962680" y="0"/>
                </a:lnTo>
                <a:lnTo>
                  <a:pt x="962680" y="2578608"/>
                </a:lnTo>
                <a:lnTo>
                  <a:pt x="0" y="2578608"/>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Freeform 6">
            <a:extLst>
              <a:ext uri="{FF2B5EF4-FFF2-40B4-BE49-F238E27FC236}">
                <a16:creationId xmlns:a16="http://schemas.microsoft.com/office/drawing/2014/main" id="{76403022-2F19-51E2-F3E5-B78CE399E822}"/>
              </a:ext>
            </a:extLst>
          </p:cNvPr>
          <p:cNvSpPr/>
          <p:nvPr/>
        </p:nvSpPr>
        <p:spPr>
          <a:xfrm rot="-5400000">
            <a:off x="16149303" y="2563412"/>
            <a:ext cx="1496505" cy="2814855"/>
          </a:xfrm>
          <a:custGeom>
            <a:avLst/>
            <a:gdLst/>
            <a:ahLst/>
            <a:cxnLst/>
            <a:rect l="l" t="t" r="r" b="b"/>
            <a:pathLst>
              <a:path w="1496505" h="2814855">
                <a:moveTo>
                  <a:pt x="0" y="0"/>
                </a:moveTo>
                <a:lnTo>
                  <a:pt x="1496505" y="0"/>
                </a:lnTo>
                <a:lnTo>
                  <a:pt x="1496505" y="2814855"/>
                </a:lnTo>
                <a:lnTo>
                  <a:pt x="0" y="2814855"/>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Freeform 7">
            <a:extLst>
              <a:ext uri="{FF2B5EF4-FFF2-40B4-BE49-F238E27FC236}">
                <a16:creationId xmlns:a16="http://schemas.microsoft.com/office/drawing/2014/main" id="{C894722A-809D-9BD2-A5A6-83D57C2C12FD}"/>
              </a:ext>
            </a:extLst>
          </p:cNvPr>
          <p:cNvSpPr/>
          <p:nvPr/>
        </p:nvSpPr>
        <p:spPr>
          <a:xfrm rot="-5473987">
            <a:off x="16139311" y="3869291"/>
            <a:ext cx="1316802" cy="2834168"/>
          </a:xfrm>
          <a:custGeom>
            <a:avLst/>
            <a:gdLst/>
            <a:ahLst/>
            <a:cxnLst/>
            <a:rect l="l" t="t" r="r" b="b"/>
            <a:pathLst>
              <a:path w="1316802" h="2834168">
                <a:moveTo>
                  <a:pt x="0" y="0"/>
                </a:moveTo>
                <a:lnTo>
                  <a:pt x="1316801" y="0"/>
                </a:lnTo>
                <a:lnTo>
                  <a:pt x="1316801" y="2834168"/>
                </a:lnTo>
                <a:lnTo>
                  <a:pt x="0" y="2834168"/>
                </a:lnTo>
                <a:lnTo>
                  <a:pt x="0" y="0"/>
                </a:lnTo>
                <a:close/>
              </a:path>
            </a:pathLst>
          </a:custGeom>
          <a:blipFill>
            <a:blip r:embed="rId4"/>
            <a:stretch>
              <a:fillRect l="-6837"/>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Freeform 8">
            <a:extLst>
              <a:ext uri="{FF2B5EF4-FFF2-40B4-BE49-F238E27FC236}">
                <a16:creationId xmlns:a16="http://schemas.microsoft.com/office/drawing/2014/main" id="{1207B211-E54D-1AFF-604B-0FA8F8092ED6}"/>
              </a:ext>
            </a:extLst>
          </p:cNvPr>
          <p:cNvSpPr/>
          <p:nvPr/>
        </p:nvSpPr>
        <p:spPr>
          <a:xfrm rot="-5466484">
            <a:off x="16099554" y="6159632"/>
            <a:ext cx="1396316" cy="3127166"/>
          </a:xfrm>
          <a:custGeom>
            <a:avLst/>
            <a:gdLst/>
            <a:ahLst/>
            <a:cxnLst/>
            <a:rect l="l" t="t" r="r" b="b"/>
            <a:pathLst>
              <a:path w="1396316" h="3127166">
                <a:moveTo>
                  <a:pt x="0" y="0"/>
                </a:moveTo>
                <a:lnTo>
                  <a:pt x="1396316" y="0"/>
                </a:lnTo>
                <a:lnTo>
                  <a:pt x="1396316" y="3127166"/>
                </a:lnTo>
                <a:lnTo>
                  <a:pt x="0" y="3127166"/>
                </a:lnTo>
                <a:lnTo>
                  <a:pt x="0" y="0"/>
                </a:lnTo>
                <a:close/>
              </a:path>
            </a:pathLst>
          </a:custGeom>
          <a:blipFill>
            <a:blip r:embed="rId5"/>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Freeform 9">
            <a:extLst>
              <a:ext uri="{FF2B5EF4-FFF2-40B4-BE49-F238E27FC236}">
                <a16:creationId xmlns:a16="http://schemas.microsoft.com/office/drawing/2014/main" id="{C104AD07-3CFC-3EE4-936B-B44D5A9E1F19}"/>
              </a:ext>
            </a:extLst>
          </p:cNvPr>
          <p:cNvSpPr/>
          <p:nvPr/>
        </p:nvSpPr>
        <p:spPr>
          <a:xfrm rot="-5400000">
            <a:off x="16309085" y="969997"/>
            <a:ext cx="1176942" cy="3061538"/>
          </a:xfrm>
          <a:custGeom>
            <a:avLst/>
            <a:gdLst/>
            <a:ahLst/>
            <a:cxnLst/>
            <a:rect l="l" t="t" r="r" b="b"/>
            <a:pathLst>
              <a:path w="1176942" h="3061538">
                <a:moveTo>
                  <a:pt x="0" y="0"/>
                </a:moveTo>
                <a:lnTo>
                  <a:pt x="1176942" y="0"/>
                </a:lnTo>
                <a:lnTo>
                  <a:pt x="1176942" y="3061538"/>
                </a:lnTo>
                <a:lnTo>
                  <a:pt x="0" y="3061538"/>
                </a:lnTo>
                <a:lnTo>
                  <a:pt x="0" y="0"/>
                </a:lnTo>
                <a:close/>
              </a:path>
            </a:pathLst>
          </a:custGeom>
          <a:blipFill>
            <a:blip r:embed="rId6"/>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0" name="Group 10">
            <a:extLst>
              <a:ext uri="{FF2B5EF4-FFF2-40B4-BE49-F238E27FC236}">
                <a16:creationId xmlns:a16="http://schemas.microsoft.com/office/drawing/2014/main" id="{2F1E4470-135E-0B80-403B-14EBB6C684C7}"/>
              </a:ext>
            </a:extLst>
          </p:cNvPr>
          <p:cNvGrpSpPr/>
          <p:nvPr/>
        </p:nvGrpSpPr>
        <p:grpSpPr>
          <a:xfrm>
            <a:off x="603650" y="508040"/>
            <a:ext cx="16372589" cy="9270920"/>
            <a:chOff x="0" y="0"/>
            <a:chExt cx="4312122" cy="2441724"/>
          </a:xfrm>
        </p:grpSpPr>
        <p:sp>
          <p:nvSpPr>
            <p:cNvPr id="11" name="Freeform 11">
              <a:extLst>
                <a:ext uri="{FF2B5EF4-FFF2-40B4-BE49-F238E27FC236}">
                  <a16:creationId xmlns:a16="http://schemas.microsoft.com/office/drawing/2014/main" id="{D2D1A34C-E267-E1E7-B822-06FBB1867AAC}"/>
                </a:ext>
              </a:extLst>
            </p:cNvPr>
            <p:cNvSpPr/>
            <p:nvPr/>
          </p:nvSpPr>
          <p:spPr>
            <a:xfrm>
              <a:off x="0" y="0"/>
              <a:ext cx="4312122" cy="2441724"/>
            </a:xfrm>
            <a:custGeom>
              <a:avLst/>
              <a:gdLst/>
              <a:ahLst/>
              <a:cxnLst/>
              <a:rect l="l" t="t" r="r" b="b"/>
              <a:pathLst>
                <a:path w="4312122" h="2441724">
                  <a:moveTo>
                    <a:pt x="13713" y="0"/>
                  </a:moveTo>
                  <a:lnTo>
                    <a:pt x="4298410" y="0"/>
                  </a:lnTo>
                  <a:cubicBezTo>
                    <a:pt x="4302046" y="0"/>
                    <a:pt x="4305534" y="1445"/>
                    <a:pt x="4308106" y="4016"/>
                  </a:cubicBezTo>
                  <a:cubicBezTo>
                    <a:pt x="4310678" y="6588"/>
                    <a:pt x="4312122" y="10076"/>
                    <a:pt x="4312122" y="13713"/>
                  </a:cubicBezTo>
                  <a:lnTo>
                    <a:pt x="4312122" y="2428011"/>
                  </a:lnTo>
                  <a:cubicBezTo>
                    <a:pt x="4312122" y="2431648"/>
                    <a:pt x="4310678" y="2435135"/>
                    <a:pt x="4308106" y="2437707"/>
                  </a:cubicBezTo>
                  <a:cubicBezTo>
                    <a:pt x="4305534" y="2440279"/>
                    <a:pt x="4302046" y="2441724"/>
                    <a:pt x="4298410" y="2441724"/>
                  </a:cubicBezTo>
                  <a:lnTo>
                    <a:pt x="13713" y="2441724"/>
                  </a:lnTo>
                  <a:cubicBezTo>
                    <a:pt x="10076" y="2441724"/>
                    <a:pt x="6588" y="2440279"/>
                    <a:pt x="4016" y="2437707"/>
                  </a:cubicBezTo>
                  <a:cubicBezTo>
                    <a:pt x="1445" y="2435135"/>
                    <a:pt x="0" y="2431648"/>
                    <a:pt x="0" y="2428011"/>
                  </a:cubicBezTo>
                  <a:lnTo>
                    <a:pt x="0" y="13713"/>
                  </a:lnTo>
                  <a:cubicBezTo>
                    <a:pt x="0" y="10076"/>
                    <a:pt x="1445" y="6588"/>
                    <a:pt x="4016" y="4016"/>
                  </a:cubicBezTo>
                  <a:cubicBezTo>
                    <a:pt x="6588" y="1445"/>
                    <a:pt x="10076" y="0"/>
                    <a:pt x="1371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Box 12">
              <a:extLst>
                <a:ext uri="{FF2B5EF4-FFF2-40B4-BE49-F238E27FC236}">
                  <a16:creationId xmlns:a16="http://schemas.microsoft.com/office/drawing/2014/main" id="{88DF4475-23F5-1E81-1D11-DC81B26ECA9F}"/>
                </a:ext>
              </a:extLst>
            </p:cNvPr>
            <p:cNvSpPr txBox="1"/>
            <p:nvPr/>
          </p:nvSpPr>
          <p:spPr>
            <a:xfrm>
              <a:off x="0" y="-38100"/>
              <a:ext cx="4312122" cy="247982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3" name="Freeform 13">
            <a:extLst>
              <a:ext uri="{FF2B5EF4-FFF2-40B4-BE49-F238E27FC236}">
                <a16:creationId xmlns:a16="http://schemas.microsoft.com/office/drawing/2014/main" id="{91862C99-CF8E-68F5-14B1-2EA93AEF1C81}"/>
              </a:ext>
            </a:extLst>
          </p:cNvPr>
          <p:cNvSpPr/>
          <p:nvPr/>
        </p:nvSpPr>
        <p:spPr>
          <a:xfrm>
            <a:off x="234255" y="508040"/>
            <a:ext cx="1155550" cy="9210904"/>
          </a:xfrm>
          <a:custGeom>
            <a:avLst/>
            <a:gdLst/>
            <a:ahLst/>
            <a:cxnLst/>
            <a:rect l="l" t="t" r="r" b="b"/>
            <a:pathLst>
              <a:path w="1155550" h="9210904">
                <a:moveTo>
                  <a:pt x="0" y="0"/>
                </a:moveTo>
                <a:lnTo>
                  <a:pt x="1155549" y="0"/>
                </a:lnTo>
                <a:lnTo>
                  <a:pt x="1155549" y="9210904"/>
                </a:lnTo>
                <a:lnTo>
                  <a:pt x="0" y="921090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Box 14">
            <a:extLst>
              <a:ext uri="{FF2B5EF4-FFF2-40B4-BE49-F238E27FC236}">
                <a16:creationId xmlns:a16="http://schemas.microsoft.com/office/drawing/2014/main" id="{E3C0332F-6186-9DE8-4E4E-5E04526BE8CE}"/>
              </a:ext>
            </a:extLst>
          </p:cNvPr>
          <p:cNvSpPr txBox="1"/>
          <p:nvPr/>
        </p:nvSpPr>
        <p:spPr>
          <a:xfrm>
            <a:off x="1696286" y="904006"/>
            <a:ext cx="14895427" cy="8418971"/>
          </a:xfrm>
          <a:prstGeom prst="rect">
            <a:avLst/>
          </a:prstGeom>
        </p:spPr>
        <p:txBody>
          <a:bodyPr wrap="square" lIns="0" tIns="0" rIns="0" bIns="0" rtlCol="0" anchor="t">
            <a:spAutoFit/>
          </a:bodyPr>
          <a:lstStyle/>
          <a:p>
            <a:pPr algn="ctr">
              <a:lnSpc>
                <a:spcPct val="150000"/>
              </a:lnSpc>
              <a:spcBef>
                <a:spcPts val="600"/>
              </a:spcBef>
              <a:spcAft>
                <a:spcPts val="600"/>
              </a:spcAft>
              <a:buNone/>
            </a:pPr>
            <a:r>
              <a:rPr lang="en-US" sz="5000" b="1" kern="100">
                <a:solidFill>
                  <a:srgbClr val="9437FF"/>
                </a:solidFill>
                <a:latin typeface="American Typewriter" panose="02090604020004020304" pitchFamily="18" charset="77"/>
                <a:ea typeface="Calibri" panose="020F0502020204030204" pitchFamily="34" charset="0"/>
                <a:cs typeface="Times New Roman" panose="02020603050405020304" pitchFamily="18" charset="0"/>
              </a:rPr>
              <a:t>BÀI TẬP ÁP DỤNG</a:t>
            </a:r>
            <a:endParaRPr lang="en-VN" sz="5000" kern="100">
              <a:solidFill>
                <a:srgbClr val="9437FF"/>
              </a:solidFill>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Bef>
                <a:spcPts val="600"/>
              </a:spcBef>
              <a:spcAft>
                <a:spcPts val="600"/>
              </a:spcAft>
            </a:pPr>
            <a:r>
              <a:rPr lang="vi-VN" sz="5000" b="1" kern="100">
                <a:solidFill>
                  <a:srgbClr val="00B050"/>
                </a:solidFill>
                <a:latin typeface="American Typewriter" panose="02090604020004020304" pitchFamily="18" charset="77"/>
                <a:ea typeface="Calibri" panose="020F0502020204030204" pitchFamily="34" charset="0"/>
                <a:cs typeface="Times New Roman" panose="02020603050405020304" pitchFamily="18" charset="0"/>
              </a:rPr>
              <a:t>EXERCISE 01: Dịch sang tiếng Anh (dùng liên từ phù hợp)</a:t>
            </a:r>
          </a:p>
          <a:p>
            <a:pPr algn="just">
              <a:lnSpc>
                <a:spcPct val="150000"/>
              </a:lnSpc>
              <a:spcBef>
                <a:spcPts val="600"/>
              </a:spcBef>
              <a:spcAft>
                <a:spcPts val="600"/>
              </a:spcAft>
            </a:pPr>
            <a:r>
              <a:rPr lang="vi-VN" sz="50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1. Tôi thường </a:t>
            </a:r>
            <a:r>
              <a:rPr lang="vi-VN" sz="5000" b="1" kern="100">
                <a:solidFill>
                  <a:schemeClr val="accent6"/>
                </a:solidFill>
                <a:latin typeface="American Typewriter" panose="02090604020004020304" pitchFamily="18" charset="77"/>
                <a:ea typeface="Calibri" panose="020F0502020204030204" pitchFamily="34" charset="0"/>
                <a:cs typeface="Times New Roman" panose="02020603050405020304" pitchFamily="18" charset="0"/>
              </a:rPr>
              <a:t>sử dụng phương tiện công cộng </a:t>
            </a:r>
            <a:r>
              <a:rPr lang="vi-VN" sz="5000" b="1" kern="100">
                <a:solidFill>
                  <a:srgbClr val="000000"/>
                </a:solidFill>
                <a:highlight>
                  <a:srgbClr val="FFFF00"/>
                </a:highlight>
                <a:latin typeface="American Typewriter" panose="02090604020004020304" pitchFamily="18" charset="77"/>
                <a:ea typeface="Calibri" panose="020F0502020204030204" pitchFamily="34" charset="0"/>
                <a:cs typeface="Times New Roman" panose="02020603050405020304" pitchFamily="18" charset="0"/>
              </a:rPr>
              <a:t>bởi vì</a:t>
            </a:r>
            <a:r>
              <a:rPr lang="vi-VN" sz="50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tôi muốn </a:t>
            </a:r>
            <a:r>
              <a:rPr lang="vi-VN" sz="5000" b="1" kern="100">
                <a:solidFill>
                  <a:schemeClr val="accent5"/>
                </a:solidFill>
                <a:latin typeface="American Typewriter" panose="02090604020004020304" pitchFamily="18" charset="77"/>
                <a:ea typeface="Calibri" panose="020F0502020204030204" pitchFamily="34" charset="0"/>
                <a:cs typeface="Times New Roman" panose="02020603050405020304" pitchFamily="18" charset="0"/>
              </a:rPr>
              <a:t>tiết kiệm tiền</a:t>
            </a:r>
            <a:r>
              <a:rPr lang="vi-VN" sz="50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a:t>
            </a:r>
          </a:p>
          <a:p>
            <a:pPr algn="just">
              <a:lnSpc>
                <a:spcPct val="150000"/>
              </a:lnSpc>
              <a:spcBef>
                <a:spcPts val="600"/>
              </a:spcBef>
              <a:spcAft>
                <a:spcPts val="600"/>
              </a:spcAft>
            </a:pPr>
            <a:r>
              <a:rPr lang="vi-VN" sz="50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I often </a:t>
            </a:r>
            <a:r>
              <a:rPr lang="vi-VN" sz="5000" b="1" kern="100">
                <a:solidFill>
                  <a:schemeClr val="accent6"/>
                </a:solidFill>
                <a:latin typeface="American Typewriter" panose="02090604020004020304" pitchFamily="18" charset="77"/>
                <a:ea typeface="Calibri" panose="020F0502020204030204" pitchFamily="34" charset="0"/>
                <a:cs typeface="Times New Roman" panose="02020603050405020304" pitchFamily="18" charset="0"/>
              </a:rPr>
              <a:t>use public transportation </a:t>
            </a:r>
            <a:r>
              <a:rPr lang="vi-VN" sz="5000" b="1" kern="100">
                <a:solidFill>
                  <a:srgbClr val="000000"/>
                </a:solidFill>
                <a:highlight>
                  <a:srgbClr val="FFFF00"/>
                </a:highlight>
                <a:latin typeface="American Typewriter" panose="02090604020004020304" pitchFamily="18" charset="77"/>
                <a:ea typeface="Calibri" panose="020F0502020204030204" pitchFamily="34" charset="0"/>
                <a:cs typeface="Times New Roman" panose="02020603050405020304" pitchFamily="18" charset="0"/>
              </a:rPr>
              <a:t>because</a:t>
            </a:r>
            <a:r>
              <a:rPr lang="vi-VN" sz="50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I want to </a:t>
            </a:r>
            <a:r>
              <a:rPr lang="vi-VN" sz="5000" b="1" kern="100">
                <a:solidFill>
                  <a:schemeClr val="accent5"/>
                </a:solidFill>
                <a:latin typeface="American Typewriter" panose="02090604020004020304" pitchFamily="18" charset="77"/>
                <a:ea typeface="Calibri" panose="020F0502020204030204" pitchFamily="34" charset="0"/>
                <a:cs typeface="Times New Roman" panose="02020603050405020304" pitchFamily="18" charset="0"/>
              </a:rPr>
              <a:t>save money</a:t>
            </a:r>
            <a:r>
              <a:rPr lang="vi-VN" sz="50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a:t>
            </a:r>
          </a:p>
        </p:txBody>
      </p:sp>
    </p:spTree>
    <p:extLst>
      <p:ext uri="{BB962C8B-B14F-4D97-AF65-F5344CB8AC3E}">
        <p14:creationId xmlns:p14="http://schemas.microsoft.com/office/powerpoint/2010/main" val="2187019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additive="base">
                                        <p:cTn id="7"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bg>
      <p:bgPr>
        <a:solidFill>
          <a:srgbClr val="F3E1D1"/>
        </a:solidFill>
        <a:effectLst/>
      </p:bgPr>
    </p:bg>
    <p:spTree>
      <p:nvGrpSpPr>
        <p:cNvPr id="1" name="">
          <a:extLst>
            <a:ext uri="{FF2B5EF4-FFF2-40B4-BE49-F238E27FC236}">
              <a16:creationId xmlns:a16="http://schemas.microsoft.com/office/drawing/2014/main" id="{75D09A67-4C06-6663-FAC2-EE2C27AADF8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4D1DCE1-23D3-7D38-68E4-39C769980C9B}"/>
              </a:ext>
            </a:extLst>
          </p:cNvPr>
          <p:cNvGrpSpPr/>
          <p:nvPr/>
        </p:nvGrpSpPr>
        <p:grpSpPr>
          <a:xfrm rot="148260">
            <a:off x="1824598" y="1813471"/>
            <a:ext cx="15256309" cy="8604490"/>
            <a:chOff x="0" y="0"/>
            <a:chExt cx="4018122" cy="2266203"/>
          </a:xfrm>
        </p:grpSpPr>
        <p:sp>
          <p:nvSpPr>
            <p:cNvPr id="3" name="Freeform 3">
              <a:extLst>
                <a:ext uri="{FF2B5EF4-FFF2-40B4-BE49-F238E27FC236}">
                  <a16:creationId xmlns:a16="http://schemas.microsoft.com/office/drawing/2014/main" id="{50FBEE8A-3BAB-A650-BAD2-E03A23B1F663}"/>
                </a:ext>
              </a:extLst>
            </p:cNvPr>
            <p:cNvSpPr/>
            <p:nvPr/>
          </p:nvSpPr>
          <p:spPr>
            <a:xfrm>
              <a:off x="0" y="0"/>
              <a:ext cx="4018123" cy="2266203"/>
            </a:xfrm>
            <a:custGeom>
              <a:avLst/>
              <a:gdLst/>
              <a:ahLst/>
              <a:cxnLst/>
              <a:rect l="l" t="t" r="r" b="b"/>
              <a:pathLst>
                <a:path w="4018123" h="2266203">
                  <a:moveTo>
                    <a:pt x="14716" y="0"/>
                  </a:moveTo>
                  <a:lnTo>
                    <a:pt x="4003406" y="0"/>
                  </a:lnTo>
                  <a:cubicBezTo>
                    <a:pt x="4007309" y="0"/>
                    <a:pt x="4011052" y="1550"/>
                    <a:pt x="4013812" y="4310"/>
                  </a:cubicBezTo>
                  <a:cubicBezTo>
                    <a:pt x="4016572" y="7070"/>
                    <a:pt x="4018123" y="10813"/>
                    <a:pt x="4018123" y="14716"/>
                  </a:cubicBezTo>
                  <a:lnTo>
                    <a:pt x="4018123" y="2251487"/>
                  </a:lnTo>
                  <a:cubicBezTo>
                    <a:pt x="4018123" y="2255390"/>
                    <a:pt x="4016572" y="2259133"/>
                    <a:pt x="4013812" y="2261893"/>
                  </a:cubicBezTo>
                  <a:cubicBezTo>
                    <a:pt x="4011052" y="2264653"/>
                    <a:pt x="4007309" y="2266203"/>
                    <a:pt x="4003406" y="2266203"/>
                  </a:cubicBezTo>
                  <a:lnTo>
                    <a:pt x="14716" y="2266203"/>
                  </a:lnTo>
                  <a:cubicBezTo>
                    <a:pt x="10813" y="2266203"/>
                    <a:pt x="7070" y="2264653"/>
                    <a:pt x="4310" y="2261893"/>
                  </a:cubicBezTo>
                  <a:cubicBezTo>
                    <a:pt x="1550" y="2259133"/>
                    <a:pt x="0" y="2255390"/>
                    <a:pt x="0" y="2251487"/>
                  </a:cubicBezTo>
                  <a:lnTo>
                    <a:pt x="0" y="14716"/>
                  </a:lnTo>
                  <a:cubicBezTo>
                    <a:pt x="0" y="10813"/>
                    <a:pt x="1550" y="7070"/>
                    <a:pt x="4310" y="4310"/>
                  </a:cubicBezTo>
                  <a:cubicBezTo>
                    <a:pt x="7070" y="1550"/>
                    <a:pt x="10813" y="0"/>
                    <a:pt x="14716" y="0"/>
                  </a:cubicBezTo>
                  <a:close/>
                </a:path>
              </a:pathLst>
            </a:custGeom>
            <a:solidFill>
              <a:srgbClr val="C6B7A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08845C5A-E62E-86A1-F7A0-FD0CDEA64762}"/>
                </a:ext>
              </a:extLst>
            </p:cNvPr>
            <p:cNvSpPr txBox="1"/>
            <p:nvPr/>
          </p:nvSpPr>
          <p:spPr>
            <a:xfrm>
              <a:off x="0" y="-38100"/>
              <a:ext cx="4018122" cy="2304303"/>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a:extLst>
              <a:ext uri="{FF2B5EF4-FFF2-40B4-BE49-F238E27FC236}">
                <a16:creationId xmlns:a16="http://schemas.microsoft.com/office/drawing/2014/main" id="{ECC5CB72-12B5-F007-65FA-D9DA9792620F}"/>
              </a:ext>
            </a:extLst>
          </p:cNvPr>
          <p:cNvSpPr/>
          <p:nvPr/>
        </p:nvSpPr>
        <p:spPr>
          <a:xfrm rot="-5400000">
            <a:off x="16416216" y="5195731"/>
            <a:ext cx="962680" cy="2578608"/>
          </a:xfrm>
          <a:custGeom>
            <a:avLst/>
            <a:gdLst/>
            <a:ahLst/>
            <a:cxnLst/>
            <a:rect l="l" t="t" r="r" b="b"/>
            <a:pathLst>
              <a:path w="962680" h="2578608">
                <a:moveTo>
                  <a:pt x="0" y="0"/>
                </a:moveTo>
                <a:lnTo>
                  <a:pt x="962680" y="0"/>
                </a:lnTo>
                <a:lnTo>
                  <a:pt x="962680" y="2578608"/>
                </a:lnTo>
                <a:lnTo>
                  <a:pt x="0" y="2578608"/>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Freeform 6">
            <a:extLst>
              <a:ext uri="{FF2B5EF4-FFF2-40B4-BE49-F238E27FC236}">
                <a16:creationId xmlns:a16="http://schemas.microsoft.com/office/drawing/2014/main" id="{C79B2C57-4C29-C331-95BC-BB5595C0FF57}"/>
              </a:ext>
            </a:extLst>
          </p:cNvPr>
          <p:cNvSpPr/>
          <p:nvPr/>
        </p:nvSpPr>
        <p:spPr>
          <a:xfrm rot="-5400000">
            <a:off x="16149303" y="2563412"/>
            <a:ext cx="1496505" cy="2814855"/>
          </a:xfrm>
          <a:custGeom>
            <a:avLst/>
            <a:gdLst/>
            <a:ahLst/>
            <a:cxnLst/>
            <a:rect l="l" t="t" r="r" b="b"/>
            <a:pathLst>
              <a:path w="1496505" h="2814855">
                <a:moveTo>
                  <a:pt x="0" y="0"/>
                </a:moveTo>
                <a:lnTo>
                  <a:pt x="1496505" y="0"/>
                </a:lnTo>
                <a:lnTo>
                  <a:pt x="1496505" y="2814855"/>
                </a:lnTo>
                <a:lnTo>
                  <a:pt x="0" y="2814855"/>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Freeform 7">
            <a:extLst>
              <a:ext uri="{FF2B5EF4-FFF2-40B4-BE49-F238E27FC236}">
                <a16:creationId xmlns:a16="http://schemas.microsoft.com/office/drawing/2014/main" id="{8A4ED1FE-C1EF-7473-D23A-D381500F2E9D}"/>
              </a:ext>
            </a:extLst>
          </p:cNvPr>
          <p:cNvSpPr/>
          <p:nvPr/>
        </p:nvSpPr>
        <p:spPr>
          <a:xfrm rot="-5473987">
            <a:off x="16139311" y="3869291"/>
            <a:ext cx="1316802" cy="2834168"/>
          </a:xfrm>
          <a:custGeom>
            <a:avLst/>
            <a:gdLst/>
            <a:ahLst/>
            <a:cxnLst/>
            <a:rect l="l" t="t" r="r" b="b"/>
            <a:pathLst>
              <a:path w="1316802" h="2834168">
                <a:moveTo>
                  <a:pt x="0" y="0"/>
                </a:moveTo>
                <a:lnTo>
                  <a:pt x="1316801" y="0"/>
                </a:lnTo>
                <a:lnTo>
                  <a:pt x="1316801" y="2834168"/>
                </a:lnTo>
                <a:lnTo>
                  <a:pt x="0" y="2834168"/>
                </a:lnTo>
                <a:lnTo>
                  <a:pt x="0" y="0"/>
                </a:lnTo>
                <a:close/>
              </a:path>
            </a:pathLst>
          </a:custGeom>
          <a:blipFill>
            <a:blip r:embed="rId4"/>
            <a:stretch>
              <a:fillRect l="-6837"/>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Freeform 8">
            <a:extLst>
              <a:ext uri="{FF2B5EF4-FFF2-40B4-BE49-F238E27FC236}">
                <a16:creationId xmlns:a16="http://schemas.microsoft.com/office/drawing/2014/main" id="{1DBA4FB2-08A1-4A6C-E493-4806E3C25E69}"/>
              </a:ext>
            </a:extLst>
          </p:cNvPr>
          <p:cNvSpPr/>
          <p:nvPr/>
        </p:nvSpPr>
        <p:spPr>
          <a:xfrm rot="-5466484">
            <a:off x="16099554" y="6159632"/>
            <a:ext cx="1396316" cy="3127166"/>
          </a:xfrm>
          <a:custGeom>
            <a:avLst/>
            <a:gdLst/>
            <a:ahLst/>
            <a:cxnLst/>
            <a:rect l="l" t="t" r="r" b="b"/>
            <a:pathLst>
              <a:path w="1396316" h="3127166">
                <a:moveTo>
                  <a:pt x="0" y="0"/>
                </a:moveTo>
                <a:lnTo>
                  <a:pt x="1396316" y="0"/>
                </a:lnTo>
                <a:lnTo>
                  <a:pt x="1396316" y="3127166"/>
                </a:lnTo>
                <a:lnTo>
                  <a:pt x="0" y="3127166"/>
                </a:lnTo>
                <a:lnTo>
                  <a:pt x="0" y="0"/>
                </a:lnTo>
                <a:close/>
              </a:path>
            </a:pathLst>
          </a:custGeom>
          <a:blipFill>
            <a:blip r:embed="rId5"/>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Freeform 9">
            <a:extLst>
              <a:ext uri="{FF2B5EF4-FFF2-40B4-BE49-F238E27FC236}">
                <a16:creationId xmlns:a16="http://schemas.microsoft.com/office/drawing/2014/main" id="{709701F4-7B55-9D29-1590-524C8BFB7960}"/>
              </a:ext>
            </a:extLst>
          </p:cNvPr>
          <p:cNvSpPr/>
          <p:nvPr/>
        </p:nvSpPr>
        <p:spPr>
          <a:xfrm rot="-5400000">
            <a:off x="16309085" y="969997"/>
            <a:ext cx="1176942" cy="3061538"/>
          </a:xfrm>
          <a:custGeom>
            <a:avLst/>
            <a:gdLst/>
            <a:ahLst/>
            <a:cxnLst/>
            <a:rect l="l" t="t" r="r" b="b"/>
            <a:pathLst>
              <a:path w="1176942" h="3061538">
                <a:moveTo>
                  <a:pt x="0" y="0"/>
                </a:moveTo>
                <a:lnTo>
                  <a:pt x="1176942" y="0"/>
                </a:lnTo>
                <a:lnTo>
                  <a:pt x="1176942" y="3061538"/>
                </a:lnTo>
                <a:lnTo>
                  <a:pt x="0" y="3061538"/>
                </a:lnTo>
                <a:lnTo>
                  <a:pt x="0" y="0"/>
                </a:lnTo>
                <a:close/>
              </a:path>
            </a:pathLst>
          </a:custGeom>
          <a:blipFill>
            <a:blip r:embed="rId6"/>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0" name="Group 10">
            <a:extLst>
              <a:ext uri="{FF2B5EF4-FFF2-40B4-BE49-F238E27FC236}">
                <a16:creationId xmlns:a16="http://schemas.microsoft.com/office/drawing/2014/main" id="{66BCAC03-0737-55E5-C9B6-9E15E382451F}"/>
              </a:ext>
            </a:extLst>
          </p:cNvPr>
          <p:cNvGrpSpPr/>
          <p:nvPr/>
        </p:nvGrpSpPr>
        <p:grpSpPr>
          <a:xfrm>
            <a:off x="603650" y="508040"/>
            <a:ext cx="16372589" cy="9270920"/>
            <a:chOff x="0" y="0"/>
            <a:chExt cx="4312122" cy="2441724"/>
          </a:xfrm>
        </p:grpSpPr>
        <p:sp>
          <p:nvSpPr>
            <p:cNvPr id="11" name="Freeform 11">
              <a:extLst>
                <a:ext uri="{FF2B5EF4-FFF2-40B4-BE49-F238E27FC236}">
                  <a16:creationId xmlns:a16="http://schemas.microsoft.com/office/drawing/2014/main" id="{9AC239CE-5EFC-06E8-6AE2-3816A8C60CCD}"/>
                </a:ext>
              </a:extLst>
            </p:cNvPr>
            <p:cNvSpPr/>
            <p:nvPr/>
          </p:nvSpPr>
          <p:spPr>
            <a:xfrm>
              <a:off x="0" y="0"/>
              <a:ext cx="4312122" cy="2441724"/>
            </a:xfrm>
            <a:custGeom>
              <a:avLst/>
              <a:gdLst/>
              <a:ahLst/>
              <a:cxnLst/>
              <a:rect l="l" t="t" r="r" b="b"/>
              <a:pathLst>
                <a:path w="4312122" h="2441724">
                  <a:moveTo>
                    <a:pt x="13713" y="0"/>
                  </a:moveTo>
                  <a:lnTo>
                    <a:pt x="4298410" y="0"/>
                  </a:lnTo>
                  <a:cubicBezTo>
                    <a:pt x="4302046" y="0"/>
                    <a:pt x="4305534" y="1445"/>
                    <a:pt x="4308106" y="4016"/>
                  </a:cubicBezTo>
                  <a:cubicBezTo>
                    <a:pt x="4310678" y="6588"/>
                    <a:pt x="4312122" y="10076"/>
                    <a:pt x="4312122" y="13713"/>
                  </a:cubicBezTo>
                  <a:lnTo>
                    <a:pt x="4312122" y="2428011"/>
                  </a:lnTo>
                  <a:cubicBezTo>
                    <a:pt x="4312122" y="2431648"/>
                    <a:pt x="4310678" y="2435135"/>
                    <a:pt x="4308106" y="2437707"/>
                  </a:cubicBezTo>
                  <a:cubicBezTo>
                    <a:pt x="4305534" y="2440279"/>
                    <a:pt x="4302046" y="2441724"/>
                    <a:pt x="4298410" y="2441724"/>
                  </a:cubicBezTo>
                  <a:lnTo>
                    <a:pt x="13713" y="2441724"/>
                  </a:lnTo>
                  <a:cubicBezTo>
                    <a:pt x="10076" y="2441724"/>
                    <a:pt x="6588" y="2440279"/>
                    <a:pt x="4016" y="2437707"/>
                  </a:cubicBezTo>
                  <a:cubicBezTo>
                    <a:pt x="1445" y="2435135"/>
                    <a:pt x="0" y="2431648"/>
                    <a:pt x="0" y="2428011"/>
                  </a:cubicBezTo>
                  <a:lnTo>
                    <a:pt x="0" y="13713"/>
                  </a:lnTo>
                  <a:cubicBezTo>
                    <a:pt x="0" y="10076"/>
                    <a:pt x="1445" y="6588"/>
                    <a:pt x="4016" y="4016"/>
                  </a:cubicBezTo>
                  <a:cubicBezTo>
                    <a:pt x="6588" y="1445"/>
                    <a:pt x="10076" y="0"/>
                    <a:pt x="1371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Box 12">
              <a:extLst>
                <a:ext uri="{FF2B5EF4-FFF2-40B4-BE49-F238E27FC236}">
                  <a16:creationId xmlns:a16="http://schemas.microsoft.com/office/drawing/2014/main" id="{A0F34681-513F-6A85-7D45-11B500DB201B}"/>
                </a:ext>
              </a:extLst>
            </p:cNvPr>
            <p:cNvSpPr txBox="1"/>
            <p:nvPr/>
          </p:nvSpPr>
          <p:spPr>
            <a:xfrm>
              <a:off x="0" y="-38100"/>
              <a:ext cx="4312122" cy="247982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3" name="Freeform 13">
            <a:extLst>
              <a:ext uri="{FF2B5EF4-FFF2-40B4-BE49-F238E27FC236}">
                <a16:creationId xmlns:a16="http://schemas.microsoft.com/office/drawing/2014/main" id="{A77D8E61-A465-739B-1BA8-79BE9E2E77D5}"/>
              </a:ext>
            </a:extLst>
          </p:cNvPr>
          <p:cNvSpPr/>
          <p:nvPr/>
        </p:nvSpPr>
        <p:spPr>
          <a:xfrm>
            <a:off x="234255" y="508040"/>
            <a:ext cx="1155550" cy="9210904"/>
          </a:xfrm>
          <a:custGeom>
            <a:avLst/>
            <a:gdLst/>
            <a:ahLst/>
            <a:cxnLst/>
            <a:rect l="l" t="t" r="r" b="b"/>
            <a:pathLst>
              <a:path w="1155550" h="9210904">
                <a:moveTo>
                  <a:pt x="0" y="0"/>
                </a:moveTo>
                <a:lnTo>
                  <a:pt x="1155549" y="0"/>
                </a:lnTo>
                <a:lnTo>
                  <a:pt x="1155549" y="9210904"/>
                </a:lnTo>
                <a:lnTo>
                  <a:pt x="0" y="921090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Box 14">
            <a:extLst>
              <a:ext uri="{FF2B5EF4-FFF2-40B4-BE49-F238E27FC236}">
                <a16:creationId xmlns:a16="http://schemas.microsoft.com/office/drawing/2014/main" id="{AABF16C8-EEF0-967F-218E-5764C0CC00BD}"/>
              </a:ext>
            </a:extLst>
          </p:cNvPr>
          <p:cNvSpPr txBox="1"/>
          <p:nvPr/>
        </p:nvSpPr>
        <p:spPr>
          <a:xfrm>
            <a:off x="1673499" y="636906"/>
            <a:ext cx="15090501" cy="9142054"/>
          </a:xfrm>
          <a:prstGeom prst="rect">
            <a:avLst/>
          </a:prstGeom>
        </p:spPr>
        <p:txBody>
          <a:bodyPr wrap="square" lIns="0" tIns="0" rIns="0" bIns="0" rtlCol="0" anchor="t">
            <a:spAutoFit/>
          </a:bodyPr>
          <a:lstStyle/>
          <a:p>
            <a:pPr algn="just">
              <a:lnSpc>
                <a:spcPct val="150000"/>
              </a:lnSpc>
            </a:pPr>
            <a:r>
              <a:rPr lang="vi-VN" sz="40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2. </a:t>
            </a:r>
            <a:r>
              <a:rPr lang="vi-VN" sz="4000" b="1" kern="100">
                <a:solidFill>
                  <a:srgbClr val="000000"/>
                </a:solidFill>
                <a:highlight>
                  <a:srgbClr val="FFFF00"/>
                </a:highlight>
                <a:latin typeface="American Typewriter" panose="02090604020004020304" pitchFamily="18" charset="77"/>
                <a:ea typeface="Calibri" panose="020F0502020204030204" pitchFamily="34" charset="0"/>
                <a:cs typeface="Times New Roman" panose="02020603050405020304" pitchFamily="18" charset="0"/>
              </a:rPr>
              <a:t>Khi</a:t>
            </a:r>
            <a:r>
              <a:rPr lang="vi-VN" sz="40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bạn đến Cần Thơ, bạn có thể ghé thăm </a:t>
            </a:r>
            <a:r>
              <a:rPr lang="vi-VN" sz="4000" b="1" kern="100">
                <a:solidFill>
                  <a:schemeClr val="accent5"/>
                </a:solidFill>
                <a:latin typeface="American Typewriter" panose="02090604020004020304" pitchFamily="18" charset="77"/>
                <a:ea typeface="Calibri" panose="020F0502020204030204" pitchFamily="34" charset="0"/>
                <a:cs typeface="Times New Roman" panose="02020603050405020304" pitchFamily="18" charset="0"/>
              </a:rPr>
              <a:t>Bến Ninh Kiều</a:t>
            </a:r>
            <a:r>
              <a:rPr lang="vi-VN" sz="40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a:t>
            </a:r>
            <a:r>
              <a:rPr lang="vi-VN" sz="4000" b="1" kern="100">
                <a:solidFill>
                  <a:schemeClr val="accent5"/>
                </a:solidFill>
                <a:latin typeface="American Typewriter" panose="02090604020004020304" pitchFamily="18" charset="77"/>
                <a:ea typeface="Calibri" panose="020F0502020204030204" pitchFamily="34" charset="0"/>
                <a:cs typeface="Times New Roman" panose="02020603050405020304" pitchFamily="18" charset="0"/>
              </a:rPr>
              <a:t>Chợ nổi Cái Răng </a:t>
            </a:r>
            <a:r>
              <a:rPr lang="vi-VN" sz="4000" b="1" kern="100">
                <a:solidFill>
                  <a:srgbClr val="000000"/>
                </a:solidFill>
                <a:highlight>
                  <a:srgbClr val="FFFF00"/>
                </a:highlight>
                <a:latin typeface="American Typewriter" panose="02090604020004020304" pitchFamily="18" charset="77"/>
                <a:ea typeface="Calibri" panose="020F0502020204030204" pitchFamily="34" charset="0"/>
                <a:cs typeface="Times New Roman" panose="02020603050405020304" pitchFamily="18" charset="0"/>
              </a:rPr>
              <a:t>và</a:t>
            </a:r>
            <a:r>
              <a:rPr lang="vi-VN" sz="40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a:t>
            </a:r>
            <a:r>
              <a:rPr lang="vi-VN" sz="4000" b="1" kern="100">
                <a:solidFill>
                  <a:schemeClr val="accent5"/>
                </a:solidFill>
                <a:latin typeface="American Typewriter" panose="02090604020004020304" pitchFamily="18" charset="77"/>
                <a:ea typeface="Calibri" panose="020F0502020204030204" pitchFamily="34" charset="0"/>
                <a:cs typeface="Times New Roman" panose="02020603050405020304" pitchFamily="18" charset="0"/>
              </a:rPr>
              <a:t>Làng du lịch Mỹ Khánh</a:t>
            </a:r>
            <a:r>
              <a:rPr lang="vi-VN" sz="40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a:t>
            </a:r>
          </a:p>
          <a:p>
            <a:pPr algn="just">
              <a:lnSpc>
                <a:spcPct val="150000"/>
              </a:lnSpc>
            </a:pPr>
            <a:r>
              <a:rPr lang="vi-VN" sz="40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a:t>
            </a:r>
            <a:r>
              <a:rPr lang="vi-VN" sz="4000" b="1" kern="100">
                <a:solidFill>
                  <a:srgbClr val="000000"/>
                </a:solidFill>
                <a:highlight>
                  <a:srgbClr val="FFFF00"/>
                </a:highlight>
                <a:latin typeface="American Typewriter" panose="02090604020004020304" pitchFamily="18" charset="77"/>
                <a:ea typeface="Calibri" panose="020F0502020204030204" pitchFamily="34" charset="0"/>
                <a:cs typeface="Times New Roman" panose="02020603050405020304" pitchFamily="18" charset="0"/>
              </a:rPr>
              <a:t>When</a:t>
            </a:r>
            <a:r>
              <a:rPr lang="vi-VN" sz="40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you come to Can Tho, you can visit </a:t>
            </a:r>
            <a:r>
              <a:rPr lang="vi-VN" sz="4000" b="1" kern="100">
                <a:solidFill>
                  <a:schemeClr val="accent5"/>
                </a:solidFill>
                <a:latin typeface="American Typewriter" panose="02090604020004020304" pitchFamily="18" charset="77"/>
                <a:ea typeface="Calibri" panose="020F0502020204030204" pitchFamily="34" charset="0"/>
                <a:cs typeface="Times New Roman" panose="02020603050405020304" pitchFamily="18" charset="0"/>
              </a:rPr>
              <a:t>Ninh Kieu Quay</a:t>
            </a:r>
            <a:r>
              <a:rPr lang="vi-VN" sz="40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a:t>
            </a:r>
            <a:r>
              <a:rPr lang="vi-VN" sz="4000" b="1" kern="100">
                <a:solidFill>
                  <a:schemeClr val="accent5"/>
                </a:solidFill>
                <a:latin typeface="American Typewriter" panose="02090604020004020304" pitchFamily="18" charset="77"/>
                <a:ea typeface="Calibri" panose="020F0502020204030204" pitchFamily="34" charset="0"/>
                <a:cs typeface="Times New Roman" panose="02020603050405020304" pitchFamily="18" charset="0"/>
              </a:rPr>
              <a:t>Cai Rang Floating Market</a:t>
            </a:r>
            <a:r>
              <a:rPr lang="vi-VN" sz="40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a:t>
            </a:r>
            <a:r>
              <a:rPr lang="vi-VN" sz="4000" b="1" kern="100">
                <a:solidFill>
                  <a:srgbClr val="000000"/>
                </a:solidFill>
                <a:highlight>
                  <a:srgbClr val="FFFF00"/>
                </a:highlight>
                <a:latin typeface="American Typewriter" panose="02090604020004020304" pitchFamily="18" charset="77"/>
                <a:ea typeface="Calibri" panose="020F0502020204030204" pitchFamily="34" charset="0"/>
                <a:cs typeface="Times New Roman" panose="02020603050405020304" pitchFamily="18" charset="0"/>
              </a:rPr>
              <a:t>and</a:t>
            </a:r>
            <a:r>
              <a:rPr lang="vi-VN" sz="40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a:t>
            </a:r>
            <a:r>
              <a:rPr lang="vi-VN" sz="4000" b="1" kern="100">
                <a:solidFill>
                  <a:schemeClr val="accent5"/>
                </a:solidFill>
                <a:latin typeface="American Typewriter" panose="02090604020004020304" pitchFamily="18" charset="77"/>
                <a:ea typeface="Calibri" panose="020F0502020204030204" pitchFamily="34" charset="0"/>
                <a:cs typeface="Times New Roman" panose="02020603050405020304" pitchFamily="18" charset="0"/>
              </a:rPr>
              <a:t>My Khanh Tourist Village</a:t>
            </a:r>
            <a:r>
              <a:rPr lang="vi-VN" sz="40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a:t>
            </a:r>
          </a:p>
          <a:p>
            <a:pPr algn="just">
              <a:lnSpc>
                <a:spcPct val="150000"/>
              </a:lnSpc>
            </a:pPr>
            <a:r>
              <a:rPr lang="vi-VN" sz="40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3. Việc xem phim có thể giúp chúng ta giải toả căng thẳng, </a:t>
            </a:r>
            <a:r>
              <a:rPr lang="vi-VN" sz="4000" b="1" kern="100">
                <a:solidFill>
                  <a:srgbClr val="000000"/>
                </a:solidFill>
                <a:highlight>
                  <a:srgbClr val="FFFF00"/>
                </a:highlight>
                <a:latin typeface="American Typewriter" panose="02090604020004020304" pitchFamily="18" charset="77"/>
                <a:ea typeface="Calibri" panose="020F0502020204030204" pitchFamily="34" charset="0"/>
                <a:cs typeface="Times New Roman" panose="02020603050405020304" pitchFamily="18" charset="0"/>
              </a:rPr>
              <a:t>nhưng</a:t>
            </a:r>
            <a:r>
              <a:rPr lang="vi-VN" sz="40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a:t>
            </a:r>
            <a:r>
              <a:rPr lang="vi-VN" sz="4000" b="1" kern="100">
                <a:solidFill>
                  <a:schemeClr val="accent2"/>
                </a:solidFill>
                <a:latin typeface="American Typewriter" panose="02090604020004020304" pitchFamily="18" charset="77"/>
                <a:ea typeface="Calibri" panose="020F0502020204030204" pitchFamily="34" charset="0"/>
                <a:cs typeface="Times New Roman" panose="02020603050405020304" pitchFamily="18" charset="0"/>
              </a:rPr>
              <a:t>xem phim quá nhiều</a:t>
            </a:r>
            <a:r>
              <a:rPr lang="vi-VN" sz="40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a:t>
            </a:r>
            <a:r>
              <a:rPr lang="vi-VN" sz="4000" b="1" kern="100">
                <a:solidFill>
                  <a:schemeClr val="accent4"/>
                </a:solidFill>
                <a:latin typeface="American Typewriter" panose="02090604020004020304" pitchFamily="18" charset="77"/>
                <a:ea typeface="Calibri" panose="020F0502020204030204" pitchFamily="34" charset="0"/>
                <a:cs typeface="Times New Roman" panose="02020603050405020304" pitchFamily="18" charset="0"/>
              </a:rPr>
              <a:t>có ảnh hưởng tiêu cực lên </a:t>
            </a:r>
            <a:r>
              <a:rPr lang="vi-VN" sz="40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mắt của chúng ta.</a:t>
            </a:r>
          </a:p>
          <a:p>
            <a:pPr algn="just">
              <a:lnSpc>
                <a:spcPct val="150000"/>
              </a:lnSpc>
            </a:pPr>
            <a:r>
              <a:rPr lang="vi-VN" sz="40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Watching movies can help us reduce stress, but </a:t>
            </a:r>
            <a:r>
              <a:rPr lang="vi-VN" sz="4000" b="1" kern="100">
                <a:solidFill>
                  <a:schemeClr val="accent2"/>
                </a:solidFill>
                <a:latin typeface="American Typewriter" panose="02090604020004020304" pitchFamily="18" charset="77"/>
                <a:ea typeface="Calibri" panose="020F0502020204030204" pitchFamily="34" charset="0"/>
                <a:cs typeface="Times New Roman" panose="02020603050405020304" pitchFamily="18" charset="0"/>
              </a:rPr>
              <a:t>watching too much </a:t>
            </a:r>
            <a:r>
              <a:rPr lang="vi-VN" sz="4000" b="1" kern="100">
                <a:solidFill>
                  <a:schemeClr val="accent4"/>
                </a:solidFill>
                <a:latin typeface="American Typewriter" panose="02090604020004020304" pitchFamily="18" charset="77"/>
                <a:ea typeface="Calibri" panose="020F0502020204030204" pitchFamily="34" charset="0"/>
                <a:cs typeface="Times New Roman" panose="02020603050405020304" pitchFamily="18" charset="0"/>
              </a:rPr>
              <a:t>has negative effects on </a:t>
            </a:r>
            <a:r>
              <a:rPr lang="vi-VN" sz="40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our eyes.</a:t>
            </a:r>
          </a:p>
        </p:txBody>
      </p:sp>
    </p:spTree>
    <p:extLst>
      <p:ext uri="{BB962C8B-B14F-4D97-AF65-F5344CB8AC3E}">
        <p14:creationId xmlns:p14="http://schemas.microsoft.com/office/powerpoint/2010/main" val="2830909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additive="base">
                                        <p:cTn id="7"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xEl>
                                              <p:pRg st="1" end="1"/>
                                            </p:txEl>
                                          </p:spTgt>
                                        </p:tgtEl>
                                        <p:attrNameLst>
                                          <p:attrName>style.visibility</p:attrName>
                                        </p:attrNameLst>
                                      </p:cBhvr>
                                      <p:to>
                                        <p:strVal val="visible"/>
                                      </p:to>
                                    </p:set>
                                    <p:anim calcmode="lin" valueType="num">
                                      <p:cBhvr additive="base">
                                        <p:cTn id="13"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
                                            <p:txEl>
                                              <p:pRg st="2" end="2"/>
                                            </p:txEl>
                                          </p:spTgt>
                                        </p:tgtEl>
                                        <p:attrNameLst>
                                          <p:attrName>style.visibility</p:attrName>
                                        </p:attrNameLst>
                                      </p:cBhvr>
                                      <p:to>
                                        <p:strVal val="visible"/>
                                      </p:to>
                                    </p:set>
                                    <p:anim calcmode="lin" valueType="num">
                                      <p:cBhvr additive="base">
                                        <p:cTn id="19" dur="500" fill="hold"/>
                                        <p:tgtEl>
                                          <p:spTgt spid="1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4">
                                            <p:txEl>
                                              <p:pRg st="3" end="3"/>
                                            </p:txEl>
                                          </p:spTgt>
                                        </p:tgtEl>
                                        <p:attrNameLst>
                                          <p:attrName>style.visibility</p:attrName>
                                        </p:attrNameLst>
                                      </p:cBhvr>
                                      <p:to>
                                        <p:strVal val="visible"/>
                                      </p:to>
                                    </p:set>
                                    <p:anim calcmode="lin" valueType="num">
                                      <p:cBhvr additive="base">
                                        <p:cTn id="25" dur="500" fill="hold"/>
                                        <p:tgtEl>
                                          <p:spTgt spid="1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bg>
      <p:bgPr>
        <a:solidFill>
          <a:srgbClr val="F3E1D1"/>
        </a:solidFill>
        <a:effectLst/>
      </p:bgPr>
    </p:bg>
    <p:spTree>
      <p:nvGrpSpPr>
        <p:cNvPr id="1" name="">
          <a:extLst>
            <a:ext uri="{FF2B5EF4-FFF2-40B4-BE49-F238E27FC236}">
              <a16:creationId xmlns:a16="http://schemas.microsoft.com/office/drawing/2014/main" id="{BAED5CCF-3C43-35F1-2ADA-BD7FCDF98E8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517CA0F-FC87-88A7-2CF0-AB3C3F39C3FE}"/>
              </a:ext>
            </a:extLst>
          </p:cNvPr>
          <p:cNvGrpSpPr/>
          <p:nvPr/>
        </p:nvGrpSpPr>
        <p:grpSpPr>
          <a:xfrm rot="148260">
            <a:off x="1824598" y="1813471"/>
            <a:ext cx="15256309" cy="8604490"/>
            <a:chOff x="0" y="0"/>
            <a:chExt cx="4018122" cy="2266203"/>
          </a:xfrm>
        </p:grpSpPr>
        <p:sp>
          <p:nvSpPr>
            <p:cNvPr id="3" name="Freeform 3">
              <a:extLst>
                <a:ext uri="{FF2B5EF4-FFF2-40B4-BE49-F238E27FC236}">
                  <a16:creationId xmlns:a16="http://schemas.microsoft.com/office/drawing/2014/main" id="{6D954953-7EA6-1977-3018-738EFE1DC5C1}"/>
                </a:ext>
              </a:extLst>
            </p:cNvPr>
            <p:cNvSpPr/>
            <p:nvPr/>
          </p:nvSpPr>
          <p:spPr>
            <a:xfrm>
              <a:off x="0" y="0"/>
              <a:ext cx="4018123" cy="2266203"/>
            </a:xfrm>
            <a:custGeom>
              <a:avLst/>
              <a:gdLst/>
              <a:ahLst/>
              <a:cxnLst/>
              <a:rect l="l" t="t" r="r" b="b"/>
              <a:pathLst>
                <a:path w="4018123" h="2266203">
                  <a:moveTo>
                    <a:pt x="14716" y="0"/>
                  </a:moveTo>
                  <a:lnTo>
                    <a:pt x="4003406" y="0"/>
                  </a:lnTo>
                  <a:cubicBezTo>
                    <a:pt x="4007309" y="0"/>
                    <a:pt x="4011052" y="1550"/>
                    <a:pt x="4013812" y="4310"/>
                  </a:cubicBezTo>
                  <a:cubicBezTo>
                    <a:pt x="4016572" y="7070"/>
                    <a:pt x="4018123" y="10813"/>
                    <a:pt x="4018123" y="14716"/>
                  </a:cubicBezTo>
                  <a:lnTo>
                    <a:pt x="4018123" y="2251487"/>
                  </a:lnTo>
                  <a:cubicBezTo>
                    <a:pt x="4018123" y="2255390"/>
                    <a:pt x="4016572" y="2259133"/>
                    <a:pt x="4013812" y="2261893"/>
                  </a:cubicBezTo>
                  <a:cubicBezTo>
                    <a:pt x="4011052" y="2264653"/>
                    <a:pt x="4007309" y="2266203"/>
                    <a:pt x="4003406" y="2266203"/>
                  </a:cubicBezTo>
                  <a:lnTo>
                    <a:pt x="14716" y="2266203"/>
                  </a:lnTo>
                  <a:cubicBezTo>
                    <a:pt x="10813" y="2266203"/>
                    <a:pt x="7070" y="2264653"/>
                    <a:pt x="4310" y="2261893"/>
                  </a:cubicBezTo>
                  <a:cubicBezTo>
                    <a:pt x="1550" y="2259133"/>
                    <a:pt x="0" y="2255390"/>
                    <a:pt x="0" y="2251487"/>
                  </a:cubicBezTo>
                  <a:lnTo>
                    <a:pt x="0" y="14716"/>
                  </a:lnTo>
                  <a:cubicBezTo>
                    <a:pt x="0" y="10813"/>
                    <a:pt x="1550" y="7070"/>
                    <a:pt x="4310" y="4310"/>
                  </a:cubicBezTo>
                  <a:cubicBezTo>
                    <a:pt x="7070" y="1550"/>
                    <a:pt x="10813" y="0"/>
                    <a:pt x="14716" y="0"/>
                  </a:cubicBezTo>
                  <a:close/>
                </a:path>
              </a:pathLst>
            </a:custGeom>
            <a:solidFill>
              <a:srgbClr val="C6B7A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757234D1-DBDE-5C1B-C842-9F3B8E0555F5}"/>
                </a:ext>
              </a:extLst>
            </p:cNvPr>
            <p:cNvSpPr txBox="1"/>
            <p:nvPr/>
          </p:nvSpPr>
          <p:spPr>
            <a:xfrm>
              <a:off x="0" y="-38100"/>
              <a:ext cx="4018122" cy="2304303"/>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a:extLst>
              <a:ext uri="{FF2B5EF4-FFF2-40B4-BE49-F238E27FC236}">
                <a16:creationId xmlns:a16="http://schemas.microsoft.com/office/drawing/2014/main" id="{D5B2205C-D1B2-C0A2-F727-A5DF52242557}"/>
              </a:ext>
            </a:extLst>
          </p:cNvPr>
          <p:cNvSpPr/>
          <p:nvPr/>
        </p:nvSpPr>
        <p:spPr>
          <a:xfrm rot="-5400000">
            <a:off x="16416216" y="5195731"/>
            <a:ext cx="962680" cy="2578608"/>
          </a:xfrm>
          <a:custGeom>
            <a:avLst/>
            <a:gdLst/>
            <a:ahLst/>
            <a:cxnLst/>
            <a:rect l="l" t="t" r="r" b="b"/>
            <a:pathLst>
              <a:path w="962680" h="2578608">
                <a:moveTo>
                  <a:pt x="0" y="0"/>
                </a:moveTo>
                <a:lnTo>
                  <a:pt x="962680" y="0"/>
                </a:lnTo>
                <a:lnTo>
                  <a:pt x="962680" y="2578608"/>
                </a:lnTo>
                <a:lnTo>
                  <a:pt x="0" y="2578608"/>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Freeform 6">
            <a:extLst>
              <a:ext uri="{FF2B5EF4-FFF2-40B4-BE49-F238E27FC236}">
                <a16:creationId xmlns:a16="http://schemas.microsoft.com/office/drawing/2014/main" id="{BA772CB1-A722-BEC9-FDC5-9B9693CA36CC}"/>
              </a:ext>
            </a:extLst>
          </p:cNvPr>
          <p:cNvSpPr/>
          <p:nvPr/>
        </p:nvSpPr>
        <p:spPr>
          <a:xfrm rot="-5400000">
            <a:off x="16149303" y="2563412"/>
            <a:ext cx="1496505" cy="2814855"/>
          </a:xfrm>
          <a:custGeom>
            <a:avLst/>
            <a:gdLst/>
            <a:ahLst/>
            <a:cxnLst/>
            <a:rect l="l" t="t" r="r" b="b"/>
            <a:pathLst>
              <a:path w="1496505" h="2814855">
                <a:moveTo>
                  <a:pt x="0" y="0"/>
                </a:moveTo>
                <a:lnTo>
                  <a:pt x="1496505" y="0"/>
                </a:lnTo>
                <a:lnTo>
                  <a:pt x="1496505" y="2814855"/>
                </a:lnTo>
                <a:lnTo>
                  <a:pt x="0" y="2814855"/>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Freeform 7">
            <a:extLst>
              <a:ext uri="{FF2B5EF4-FFF2-40B4-BE49-F238E27FC236}">
                <a16:creationId xmlns:a16="http://schemas.microsoft.com/office/drawing/2014/main" id="{630CB397-474B-805D-0CC1-53DD8CCFD2FE}"/>
              </a:ext>
            </a:extLst>
          </p:cNvPr>
          <p:cNvSpPr/>
          <p:nvPr/>
        </p:nvSpPr>
        <p:spPr>
          <a:xfrm rot="-5473987">
            <a:off x="16139311" y="3869291"/>
            <a:ext cx="1316802" cy="2834168"/>
          </a:xfrm>
          <a:custGeom>
            <a:avLst/>
            <a:gdLst/>
            <a:ahLst/>
            <a:cxnLst/>
            <a:rect l="l" t="t" r="r" b="b"/>
            <a:pathLst>
              <a:path w="1316802" h="2834168">
                <a:moveTo>
                  <a:pt x="0" y="0"/>
                </a:moveTo>
                <a:lnTo>
                  <a:pt x="1316801" y="0"/>
                </a:lnTo>
                <a:lnTo>
                  <a:pt x="1316801" y="2834168"/>
                </a:lnTo>
                <a:lnTo>
                  <a:pt x="0" y="2834168"/>
                </a:lnTo>
                <a:lnTo>
                  <a:pt x="0" y="0"/>
                </a:lnTo>
                <a:close/>
              </a:path>
            </a:pathLst>
          </a:custGeom>
          <a:blipFill>
            <a:blip r:embed="rId4"/>
            <a:stretch>
              <a:fillRect l="-6837"/>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Freeform 8">
            <a:extLst>
              <a:ext uri="{FF2B5EF4-FFF2-40B4-BE49-F238E27FC236}">
                <a16:creationId xmlns:a16="http://schemas.microsoft.com/office/drawing/2014/main" id="{EF8CCF82-A17D-03DC-F95D-1D4075CCE5C3}"/>
              </a:ext>
            </a:extLst>
          </p:cNvPr>
          <p:cNvSpPr/>
          <p:nvPr/>
        </p:nvSpPr>
        <p:spPr>
          <a:xfrm rot="-5466484">
            <a:off x="16099554" y="6159632"/>
            <a:ext cx="1396316" cy="3127166"/>
          </a:xfrm>
          <a:custGeom>
            <a:avLst/>
            <a:gdLst/>
            <a:ahLst/>
            <a:cxnLst/>
            <a:rect l="l" t="t" r="r" b="b"/>
            <a:pathLst>
              <a:path w="1396316" h="3127166">
                <a:moveTo>
                  <a:pt x="0" y="0"/>
                </a:moveTo>
                <a:lnTo>
                  <a:pt x="1396316" y="0"/>
                </a:lnTo>
                <a:lnTo>
                  <a:pt x="1396316" y="3127166"/>
                </a:lnTo>
                <a:lnTo>
                  <a:pt x="0" y="3127166"/>
                </a:lnTo>
                <a:lnTo>
                  <a:pt x="0" y="0"/>
                </a:lnTo>
                <a:close/>
              </a:path>
            </a:pathLst>
          </a:custGeom>
          <a:blipFill>
            <a:blip r:embed="rId5"/>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Freeform 9">
            <a:extLst>
              <a:ext uri="{FF2B5EF4-FFF2-40B4-BE49-F238E27FC236}">
                <a16:creationId xmlns:a16="http://schemas.microsoft.com/office/drawing/2014/main" id="{0F7ED5F7-584F-5671-73C2-94DF765984FD}"/>
              </a:ext>
            </a:extLst>
          </p:cNvPr>
          <p:cNvSpPr/>
          <p:nvPr/>
        </p:nvSpPr>
        <p:spPr>
          <a:xfrm rot="-5400000">
            <a:off x="16309085" y="969997"/>
            <a:ext cx="1176942" cy="3061538"/>
          </a:xfrm>
          <a:custGeom>
            <a:avLst/>
            <a:gdLst/>
            <a:ahLst/>
            <a:cxnLst/>
            <a:rect l="l" t="t" r="r" b="b"/>
            <a:pathLst>
              <a:path w="1176942" h="3061538">
                <a:moveTo>
                  <a:pt x="0" y="0"/>
                </a:moveTo>
                <a:lnTo>
                  <a:pt x="1176942" y="0"/>
                </a:lnTo>
                <a:lnTo>
                  <a:pt x="1176942" y="3061538"/>
                </a:lnTo>
                <a:lnTo>
                  <a:pt x="0" y="3061538"/>
                </a:lnTo>
                <a:lnTo>
                  <a:pt x="0" y="0"/>
                </a:lnTo>
                <a:close/>
              </a:path>
            </a:pathLst>
          </a:custGeom>
          <a:blipFill>
            <a:blip r:embed="rId6"/>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0" name="Group 10">
            <a:extLst>
              <a:ext uri="{FF2B5EF4-FFF2-40B4-BE49-F238E27FC236}">
                <a16:creationId xmlns:a16="http://schemas.microsoft.com/office/drawing/2014/main" id="{6D65BEB5-CB3E-DEB7-EA15-8056963E318B}"/>
              </a:ext>
            </a:extLst>
          </p:cNvPr>
          <p:cNvGrpSpPr/>
          <p:nvPr/>
        </p:nvGrpSpPr>
        <p:grpSpPr>
          <a:xfrm>
            <a:off x="603650" y="508040"/>
            <a:ext cx="16372589" cy="9270920"/>
            <a:chOff x="0" y="0"/>
            <a:chExt cx="4312122" cy="2441724"/>
          </a:xfrm>
        </p:grpSpPr>
        <p:sp>
          <p:nvSpPr>
            <p:cNvPr id="11" name="Freeform 11">
              <a:extLst>
                <a:ext uri="{FF2B5EF4-FFF2-40B4-BE49-F238E27FC236}">
                  <a16:creationId xmlns:a16="http://schemas.microsoft.com/office/drawing/2014/main" id="{E224A90F-42DF-9489-884A-C3DF5B3A04DE}"/>
                </a:ext>
              </a:extLst>
            </p:cNvPr>
            <p:cNvSpPr/>
            <p:nvPr/>
          </p:nvSpPr>
          <p:spPr>
            <a:xfrm>
              <a:off x="0" y="0"/>
              <a:ext cx="4312122" cy="2441724"/>
            </a:xfrm>
            <a:custGeom>
              <a:avLst/>
              <a:gdLst/>
              <a:ahLst/>
              <a:cxnLst/>
              <a:rect l="l" t="t" r="r" b="b"/>
              <a:pathLst>
                <a:path w="4312122" h="2441724">
                  <a:moveTo>
                    <a:pt x="13713" y="0"/>
                  </a:moveTo>
                  <a:lnTo>
                    <a:pt x="4298410" y="0"/>
                  </a:lnTo>
                  <a:cubicBezTo>
                    <a:pt x="4302046" y="0"/>
                    <a:pt x="4305534" y="1445"/>
                    <a:pt x="4308106" y="4016"/>
                  </a:cubicBezTo>
                  <a:cubicBezTo>
                    <a:pt x="4310678" y="6588"/>
                    <a:pt x="4312122" y="10076"/>
                    <a:pt x="4312122" y="13713"/>
                  </a:cubicBezTo>
                  <a:lnTo>
                    <a:pt x="4312122" y="2428011"/>
                  </a:lnTo>
                  <a:cubicBezTo>
                    <a:pt x="4312122" y="2431648"/>
                    <a:pt x="4310678" y="2435135"/>
                    <a:pt x="4308106" y="2437707"/>
                  </a:cubicBezTo>
                  <a:cubicBezTo>
                    <a:pt x="4305534" y="2440279"/>
                    <a:pt x="4302046" y="2441724"/>
                    <a:pt x="4298410" y="2441724"/>
                  </a:cubicBezTo>
                  <a:lnTo>
                    <a:pt x="13713" y="2441724"/>
                  </a:lnTo>
                  <a:cubicBezTo>
                    <a:pt x="10076" y="2441724"/>
                    <a:pt x="6588" y="2440279"/>
                    <a:pt x="4016" y="2437707"/>
                  </a:cubicBezTo>
                  <a:cubicBezTo>
                    <a:pt x="1445" y="2435135"/>
                    <a:pt x="0" y="2431648"/>
                    <a:pt x="0" y="2428011"/>
                  </a:cubicBezTo>
                  <a:lnTo>
                    <a:pt x="0" y="13713"/>
                  </a:lnTo>
                  <a:cubicBezTo>
                    <a:pt x="0" y="10076"/>
                    <a:pt x="1445" y="6588"/>
                    <a:pt x="4016" y="4016"/>
                  </a:cubicBezTo>
                  <a:cubicBezTo>
                    <a:pt x="6588" y="1445"/>
                    <a:pt x="10076" y="0"/>
                    <a:pt x="1371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Box 12">
              <a:extLst>
                <a:ext uri="{FF2B5EF4-FFF2-40B4-BE49-F238E27FC236}">
                  <a16:creationId xmlns:a16="http://schemas.microsoft.com/office/drawing/2014/main" id="{E0E3DC02-41CD-52FE-C990-F84A4CBEFE4E}"/>
                </a:ext>
              </a:extLst>
            </p:cNvPr>
            <p:cNvSpPr txBox="1"/>
            <p:nvPr/>
          </p:nvSpPr>
          <p:spPr>
            <a:xfrm>
              <a:off x="0" y="-38100"/>
              <a:ext cx="4312122" cy="247982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3" name="Freeform 13">
            <a:extLst>
              <a:ext uri="{FF2B5EF4-FFF2-40B4-BE49-F238E27FC236}">
                <a16:creationId xmlns:a16="http://schemas.microsoft.com/office/drawing/2014/main" id="{EA5BEF8E-064D-F557-067A-941995FD8616}"/>
              </a:ext>
            </a:extLst>
          </p:cNvPr>
          <p:cNvSpPr/>
          <p:nvPr/>
        </p:nvSpPr>
        <p:spPr>
          <a:xfrm>
            <a:off x="234255" y="508040"/>
            <a:ext cx="1155550" cy="9210904"/>
          </a:xfrm>
          <a:custGeom>
            <a:avLst/>
            <a:gdLst/>
            <a:ahLst/>
            <a:cxnLst/>
            <a:rect l="l" t="t" r="r" b="b"/>
            <a:pathLst>
              <a:path w="1155550" h="9210904">
                <a:moveTo>
                  <a:pt x="0" y="0"/>
                </a:moveTo>
                <a:lnTo>
                  <a:pt x="1155549" y="0"/>
                </a:lnTo>
                <a:lnTo>
                  <a:pt x="1155549" y="9210904"/>
                </a:lnTo>
                <a:lnTo>
                  <a:pt x="0" y="921090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Box 14">
            <a:extLst>
              <a:ext uri="{FF2B5EF4-FFF2-40B4-BE49-F238E27FC236}">
                <a16:creationId xmlns:a16="http://schemas.microsoft.com/office/drawing/2014/main" id="{C6B7DA62-49B5-0492-2DC4-1A84B7E176C3}"/>
              </a:ext>
            </a:extLst>
          </p:cNvPr>
          <p:cNvSpPr txBox="1"/>
          <p:nvPr/>
        </p:nvSpPr>
        <p:spPr>
          <a:xfrm>
            <a:off x="1669726" y="971008"/>
            <a:ext cx="15090501" cy="8200322"/>
          </a:xfrm>
          <a:prstGeom prst="rect">
            <a:avLst/>
          </a:prstGeom>
        </p:spPr>
        <p:txBody>
          <a:bodyPr wrap="square" lIns="0" tIns="0" rIns="0" bIns="0" rtlCol="0" anchor="t">
            <a:spAutoFit/>
          </a:bodyPr>
          <a:lstStyle/>
          <a:p>
            <a:pPr algn="just">
              <a:lnSpc>
                <a:spcPct val="150000"/>
              </a:lnSpc>
            </a:pPr>
            <a:r>
              <a:rPr lang="vi-VN" sz="45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4. </a:t>
            </a:r>
            <a:r>
              <a:rPr lang="vi-VN" sz="4500" b="1" kern="100">
                <a:solidFill>
                  <a:srgbClr val="000000"/>
                </a:solidFill>
                <a:highlight>
                  <a:srgbClr val="FFFF00"/>
                </a:highlight>
                <a:latin typeface="American Typewriter" panose="02090604020004020304" pitchFamily="18" charset="77"/>
                <a:ea typeface="Calibri" panose="020F0502020204030204" pitchFamily="34" charset="0"/>
                <a:cs typeface="Times New Roman" panose="02020603050405020304" pitchFamily="18" charset="0"/>
              </a:rPr>
              <a:t>Mặc dù</a:t>
            </a:r>
            <a:r>
              <a:rPr lang="vi-VN" sz="45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a:t>
            </a:r>
            <a:r>
              <a:rPr lang="vi-VN" sz="4500" b="1" kern="100">
                <a:solidFill>
                  <a:schemeClr val="accent4"/>
                </a:solidFill>
                <a:latin typeface="American Typewriter" panose="02090604020004020304" pitchFamily="18" charset="77"/>
                <a:ea typeface="Calibri" panose="020F0502020204030204" pitchFamily="34" charset="0"/>
                <a:cs typeface="Times New Roman" panose="02020603050405020304" pitchFamily="18" charset="0"/>
              </a:rPr>
              <a:t>việc học tiếng Anh </a:t>
            </a:r>
            <a:r>
              <a:rPr lang="vi-VN" sz="4500" b="1" kern="100">
                <a:solidFill>
                  <a:schemeClr val="accent6"/>
                </a:solidFill>
                <a:latin typeface="American Typewriter" panose="02090604020004020304" pitchFamily="18" charset="77"/>
                <a:ea typeface="Calibri" panose="020F0502020204030204" pitchFamily="34" charset="0"/>
                <a:cs typeface="Times New Roman" panose="02020603050405020304" pitchFamily="18" charset="0"/>
              </a:rPr>
              <a:t>rất khó</a:t>
            </a:r>
            <a:r>
              <a:rPr lang="vi-VN" sz="45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nhưng tôi vẫn luôn cố </a:t>
            </a:r>
            <a:r>
              <a:rPr lang="vi-VN" sz="4500" b="1" kern="100">
                <a:solidFill>
                  <a:schemeClr val="accent5"/>
                </a:solidFill>
                <a:latin typeface="American Typewriter" panose="02090604020004020304" pitchFamily="18" charset="77"/>
                <a:ea typeface="Calibri" panose="020F0502020204030204" pitchFamily="34" charset="0"/>
                <a:cs typeface="Times New Roman" panose="02020603050405020304" pitchFamily="18" charset="0"/>
              </a:rPr>
              <a:t>gắng hết sức mình</a:t>
            </a:r>
            <a:r>
              <a:rPr lang="vi-VN" sz="45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a:t>
            </a:r>
          </a:p>
          <a:p>
            <a:pPr algn="just">
              <a:lnSpc>
                <a:spcPct val="150000"/>
              </a:lnSpc>
            </a:pPr>
            <a:r>
              <a:rPr lang="vi-VN" sz="45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a:t>
            </a:r>
            <a:r>
              <a:rPr lang="vi-VN" sz="4500" b="1" kern="100">
                <a:solidFill>
                  <a:srgbClr val="000000"/>
                </a:solidFill>
                <a:highlight>
                  <a:srgbClr val="FFFF00"/>
                </a:highlight>
                <a:latin typeface="American Typewriter" panose="02090604020004020304" pitchFamily="18" charset="77"/>
                <a:ea typeface="Calibri" panose="020F0502020204030204" pitchFamily="34" charset="0"/>
                <a:cs typeface="Times New Roman" panose="02020603050405020304" pitchFamily="18" charset="0"/>
              </a:rPr>
              <a:t>Although</a:t>
            </a:r>
            <a:r>
              <a:rPr lang="vi-VN" sz="45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a:t>
            </a:r>
            <a:r>
              <a:rPr lang="vi-VN" sz="4500" b="1" kern="100">
                <a:solidFill>
                  <a:schemeClr val="accent4"/>
                </a:solidFill>
                <a:latin typeface="American Typewriter" panose="02090604020004020304" pitchFamily="18" charset="77"/>
                <a:ea typeface="Calibri" panose="020F0502020204030204" pitchFamily="34" charset="0"/>
                <a:cs typeface="Times New Roman" panose="02020603050405020304" pitchFamily="18" charset="0"/>
              </a:rPr>
              <a:t>learning/ studying English</a:t>
            </a:r>
            <a:r>
              <a:rPr lang="vi-VN" sz="45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a:t>
            </a:r>
            <a:r>
              <a:rPr lang="vi-VN" sz="4500" b="1" kern="100">
                <a:solidFill>
                  <a:schemeClr val="accent6"/>
                </a:solidFill>
                <a:latin typeface="American Typewriter" panose="02090604020004020304" pitchFamily="18" charset="77"/>
                <a:ea typeface="Calibri" panose="020F0502020204030204" pitchFamily="34" charset="0"/>
                <a:cs typeface="Times New Roman" panose="02020603050405020304" pitchFamily="18" charset="0"/>
              </a:rPr>
              <a:t>is very difficult</a:t>
            </a:r>
            <a:r>
              <a:rPr lang="vi-VN" sz="45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I always </a:t>
            </a:r>
            <a:r>
              <a:rPr lang="vi-VN" sz="4500" b="1" kern="100">
                <a:solidFill>
                  <a:schemeClr val="accent5"/>
                </a:solidFill>
                <a:latin typeface="American Typewriter" panose="02090604020004020304" pitchFamily="18" charset="77"/>
                <a:ea typeface="Calibri" panose="020F0502020204030204" pitchFamily="34" charset="0"/>
                <a:cs typeface="Times New Roman" panose="02020603050405020304" pitchFamily="18" charset="0"/>
              </a:rPr>
              <a:t>try my best</a:t>
            </a:r>
            <a:r>
              <a:rPr lang="vi-VN" sz="45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a:t>
            </a:r>
          </a:p>
          <a:p>
            <a:pPr algn="just">
              <a:lnSpc>
                <a:spcPct val="150000"/>
              </a:lnSpc>
            </a:pPr>
            <a:r>
              <a:rPr lang="vi-VN" sz="45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5. Thư viện </a:t>
            </a:r>
            <a:r>
              <a:rPr lang="vi-VN" sz="4500" b="1" kern="100">
                <a:solidFill>
                  <a:srgbClr val="00B0F0"/>
                </a:solidFill>
                <a:latin typeface="American Typewriter" panose="02090604020004020304" pitchFamily="18" charset="77"/>
                <a:ea typeface="Calibri" panose="020F0502020204030204" pitchFamily="34" charset="0"/>
                <a:cs typeface="Times New Roman" panose="02020603050405020304" pitchFamily="18" charset="0"/>
              </a:rPr>
              <a:t>thì</a:t>
            </a:r>
            <a:r>
              <a:rPr lang="vi-VN" sz="45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a:t>
            </a:r>
            <a:r>
              <a:rPr lang="vi-VN" sz="4500" b="1" kern="100">
                <a:solidFill>
                  <a:srgbClr val="00B0F0"/>
                </a:solidFill>
                <a:latin typeface="American Typewriter" panose="02090604020004020304" pitchFamily="18" charset="77"/>
                <a:ea typeface="Calibri" panose="020F0502020204030204" pitchFamily="34" charset="0"/>
                <a:cs typeface="Times New Roman" panose="02020603050405020304" pitchFamily="18" charset="0"/>
              </a:rPr>
              <a:t>rất gần nhà tôi</a:t>
            </a:r>
            <a:r>
              <a:rPr lang="vi-VN" sz="45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vì vậy tôi có thể </a:t>
            </a:r>
            <a:r>
              <a:rPr lang="vi-VN" sz="4500" b="1" kern="100">
                <a:solidFill>
                  <a:schemeClr val="accent6"/>
                </a:solidFill>
                <a:latin typeface="American Typewriter" panose="02090604020004020304" pitchFamily="18" charset="77"/>
                <a:ea typeface="Calibri" panose="020F0502020204030204" pitchFamily="34" charset="0"/>
                <a:cs typeface="Times New Roman" panose="02020603050405020304" pitchFamily="18" charset="0"/>
              </a:rPr>
              <a:t>đi bộ đến đó</a:t>
            </a:r>
            <a:r>
              <a:rPr lang="vi-VN" sz="45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a:t>
            </a:r>
          </a:p>
          <a:p>
            <a:pPr algn="just">
              <a:lnSpc>
                <a:spcPct val="150000"/>
              </a:lnSpc>
            </a:pPr>
            <a:r>
              <a:rPr lang="vi-VN" sz="45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The library </a:t>
            </a:r>
            <a:r>
              <a:rPr lang="vi-VN" sz="4500" b="1" kern="100">
                <a:solidFill>
                  <a:srgbClr val="00B0F0"/>
                </a:solidFill>
                <a:latin typeface="American Typewriter" panose="02090604020004020304" pitchFamily="18" charset="77"/>
                <a:ea typeface="Calibri" panose="020F0502020204030204" pitchFamily="34" charset="0"/>
                <a:cs typeface="Times New Roman" panose="02020603050405020304" pitchFamily="18" charset="0"/>
              </a:rPr>
              <a:t>is very close to/ near my house</a:t>
            </a:r>
            <a:r>
              <a:rPr lang="vi-VN" sz="45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 so I can </a:t>
            </a:r>
            <a:r>
              <a:rPr lang="vi-VN" sz="4500" b="1" kern="100">
                <a:solidFill>
                  <a:schemeClr val="accent6"/>
                </a:solidFill>
                <a:latin typeface="American Typewriter" panose="02090604020004020304" pitchFamily="18" charset="77"/>
                <a:ea typeface="Calibri" panose="020F0502020204030204" pitchFamily="34" charset="0"/>
                <a:cs typeface="Times New Roman" panose="02020603050405020304" pitchFamily="18" charset="0"/>
              </a:rPr>
              <a:t>walk there</a:t>
            </a:r>
            <a:r>
              <a:rPr lang="vi-VN" sz="45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a:t>
            </a:r>
          </a:p>
        </p:txBody>
      </p:sp>
    </p:spTree>
    <p:extLst>
      <p:ext uri="{BB962C8B-B14F-4D97-AF65-F5344CB8AC3E}">
        <p14:creationId xmlns:p14="http://schemas.microsoft.com/office/powerpoint/2010/main" val="1536419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additive="base">
                                        <p:cTn id="7"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xEl>
                                              <p:pRg st="1" end="1"/>
                                            </p:txEl>
                                          </p:spTgt>
                                        </p:tgtEl>
                                        <p:attrNameLst>
                                          <p:attrName>style.visibility</p:attrName>
                                        </p:attrNameLst>
                                      </p:cBhvr>
                                      <p:to>
                                        <p:strVal val="visible"/>
                                      </p:to>
                                    </p:set>
                                    <p:anim calcmode="lin" valueType="num">
                                      <p:cBhvr additive="base">
                                        <p:cTn id="13"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
                                            <p:txEl>
                                              <p:pRg st="2" end="2"/>
                                            </p:txEl>
                                          </p:spTgt>
                                        </p:tgtEl>
                                        <p:attrNameLst>
                                          <p:attrName>style.visibility</p:attrName>
                                        </p:attrNameLst>
                                      </p:cBhvr>
                                      <p:to>
                                        <p:strVal val="visible"/>
                                      </p:to>
                                    </p:set>
                                    <p:anim calcmode="lin" valueType="num">
                                      <p:cBhvr additive="base">
                                        <p:cTn id="19" dur="500" fill="hold"/>
                                        <p:tgtEl>
                                          <p:spTgt spid="1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4">
                                            <p:txEl>
                                              <p:pRg st="3" end="3"/>
                                            </p:txEl>
                                          </p:spTgt>
                                        </p:tgtEl>
                                        <p:attrNameLst>
                                          <p:attrName>style.visibility</p:attrName>
                                        </p:attrNameLst>
                                      </p:cBhvr>
                                      <p:to>
                                        <p:strVal val="visible"/>
                                      </p:to>
                                    </p:set>
                                    <p:anim calcmode="lin" valueType="num">
                                      <p:cBhvr additive="base">
                                        <p:cTn id="25" dur="500" fill="hold"/>
                                        <p:tgtEl>
                                          <p:spTgt spid="1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bg>
      <p:bgPr>
        <a:solidFill>
          <a:srgbClr val="F3E1D1"/>
        </a:solidFill>
        <a:effectLst/>
      </p:bgPr>
    </p:bg>
    <p:spTree>
      <p:nvGrpSpPr>
        <p:cNvPr id="1" name="">
          <a:extLst>
            <a:ext uri="{FF2B5EF4-FFF2-40B4-BE49-F238E27FC236}">
              <a16:creationId xmlns:a16="http://schemas.microsoft.com/office/drawing/2014/main" id="{A3825DED-8E02-3E60-8793-E7F1E0C9F2D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C084855-7F94-9F2E-D480-C7944A15132F}"/>
              </a:ext>
            </a:extLst>
          </p:cNvPr>
          <p:cNvGrpSpPr/>
          <p:nvPr/>
        </p:nvGrpSpPr>
        <p:grpSpPr>
          <a:xfrm rot="148260">
            <a:off x="1824598" y="1813471"/>
            <a:ext cx="15256309" cy="8604490"/>
            <a:chOff x="0" y="0"/>
            <a:chExt cx="4018122" cy="2266203"/>
          </a:xfrm>
        </p:grpSpPr>
        <p:sp>
          <p:nvSpPr>
            <p:cNvPr id="3" name="Freeform 3">
              <a:extLst>
                <a:ext uri="{FF2B5EF4-FFF2-40B4-BE49-F238E27FC236}">
                  <a16:creationId xmlns:a16="http://schemas.microsoft.com/office/drawing/2014/main" id="{06162AD8-BBC9-D312-B3D2-37D8913EFACC}"/>
                </a:ext>
              </a:extLst>
            </p:cNvPr>
            <p:cNvSpPr/>
            <p:nvPr/>
          </p:nvSpPr>
          <p:spPr>
            <a:xfrm>
              <a:off x="0" y="0"/>
              <a:ext cx="4018123" cy="2266203"/>
            </a:xfrm>
            <a:custGeom>
              <a:avLst/>
              <a:gdLst/>
              <a:ahLst/>
              <a:cxnLst/>
              <a:rect l="l" t="t" r="r" b="b"/>
              <a:pathLst>
                <a:path w="4018123" h="2266203">
                  <a:moveTo>
                    <a:pt x="14716" y="0"/>
                  </a:moveTo>
                  <a:lnTo>
                    <a:pt x="4003406" y="0"/>
                  </a:lnTo>
                  <a:cubicBezTo>
                    <a:pt x="4007309" y="0"/>
                    <a:pt x="4011052" y="1550"/>
                    <a:pt x="4013812" y="4310"/>
                  </a:cubicBezTo>
                  <a:cubicBezTo>
                    <a:pt x="4016572" y="7070"/>
                    <a:pt x="4018123" y="10813"/>
                    <a:pt x="4018123" y="14716"/>
                  </a:cubicBezTo>
                  <a:lnTo>
                    <a:pt x="4018123" y="2251487"/>
                  </a:lnTo>
                  <a:cubicBezTo>
                    <a:pt x="4018123" y="2255390"/>
                    <a:pt x="4016572" y="2259133"/>
                    <a:pt x="4013812" y="2261893"/>
                  </a:cubicBezTo>
                  <a:cubicBezTo>
                    <a:pt x="4011052" y="2264653"/>
                    <a:pt x="4007309" y="2266203"/>
                    <a:pt x="4003406" y="2266203"/>
                  </a:cubicBezTo>
                  <a:lnTo>
                    <a:pt x="14716" y="2266203"/>
                  </a:lnTo>
                  <a:cubicBezTo>
                    <a:pt x="10813" y="2266203"/>
                    <a:pt x="7070" y="2264653"/>
                    <a:pt x="4310" y="2261893"/>
                  </a:cubicBezTo>
                  <a:cubicBezTo>
                    <a:pt x="1550" y="2259133"/>
                    <a:pt x="0" y="2255390"/>
                    <a:pt x="0" y="2251487"/>
                  </a:cubicBezTo>
                  <a:lnTo>
                    <a:pt x="0" y="14716"/>
                  </a:lnTo>
                  <a:cubicBezTo>
                    <a:pt x="0" y="10813"/>
                    <a:pt x="1550" y="7070"/>
                    <a:pt x="4310" y="4310"/>
                  </a:cubicBezTo>
                  <a:cubicBezTo>
                    <a:pt x="7070" y="1550"/>
                    <a:pt x="10813" y="0"/>
                    <a:pt x="14716" y="0"/>
                  </a:cubicBezTo>
                  <a:close/>
                </a:path>
              </a:pathLst>
            </a:custGeom>
            <a:solidFill>
              <a:srgbClr val="C6B7A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79D6EC2D-38DB-4661-FCA4-303C2568F436}"/>
                </a:ext>
              </a:extLst>
            </p:cNvPr>
            <p:cNvSpPr txBox="1"/>
            <p:nvPr/>
          </p:nvSpPr>
          <p:spPr>
            <a:xfrm>
              <a:off x="0" y="-38100"/>
              <a:ext cx="4018122" cy="2304303"/>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a:extLst>
              <a:ext uri="{FF2B5EF4-FFF2-40B4-BE49-F238E27FC236}">
                <a16:creationId xmlns:a16="http://schemas.microsoft.com/office/drawing/2014/main" id="{52D3D9E7-4D14-527B-FEE8-89391A377E5A}"/>
              </a:ext>
            </a:extLst>
          </p:cNvPr>
          <p:cNvSpPr/>
          <p:nvPr/>
        </p:nvSpPr>
        <p:spPr>
          <a:xfrm rot="-5400000">
            <a:off x="16416216" y="5195731"/>
            <a:ext cx="962680" cy="2578608"/>
          </a:xfrm>
          <a:custGeom>
            <a:avLst/>
            <a:gdLst/>
            <a:ahLst/>
            <a:cxnLst/>
            <a:rect l="l" t="t" r="r" b="b"/>
            <a:pathLst>
              <a:path w="962680" h="2578608">
                <a:moveTo>
                  <a:pt x="0" y="0"/>
                </a:moveTo>
                <a:lnTo>
                  <a:pt x="962680" y="0"/>
                </a:lnTo>
                <a:lnTo>
                  <a:pt x="962680" y="2578608"/>
                </a:lnTo>
                <a:lnTo>
                  <a:pt x="0" y="2578608"/>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Freeform 6">
            <a:extLst>
              <a:ext uri="{FF2B5EF4-FFF2-40B4-BE49-F238E27FC236}">
                <a16:creationId xmlns:a16="http://schemas.microsoft.com/office/drawing/2014/main" id="{7E6B5F6E-3578-159C-6844-03952B46DFDE}"/>
              </a:ext>
            </a:extLst>
          </p:cNvPr>
          <p:cNvSpPr/>
          <p:nvPr/>
        </p:nvSpPr>
        <p:spPr>
          <a:xfrm rot="-5400000">
            <a:off x="16149303" y="2563412"/>
            <a:ext cx="1496505" cy="2814855"/>
          </a:xfrm>
          <a:custGeom>
            <a:avLst/>
            <a:gdLst/>
            <a:ahLst/>
            <a:cxnLst/>
            <a:rect l="l" t="t" r="r" b="b"/>
            <a:pathLst>
              <a:path w="1496505" h="2814855">
                <a:moveTo>
                  <a:pt x="0" y="0"/>
                </a:moveTo>
                <a:lnTo>
                  <a:pt x="1496505" y="0"/>
                </a:lnTo>
                <a:lnTo>
                  <a:pt x="1496505" y="2814855"/>
                </a:lnTo>
                <a:lnTo>
                  <a:pt x="0" y="2814855"/>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Freeform 7">
            <a:extLst>
              <a:ext uri="{FF2B5EF4-FFF2-40B4-BE49-F238E27FC236}">
                <a16:creationId xmlns:a16="http://schemas.microsoft.com/office/drawing/2014/main" id="{FD596F4F-3A70-2026-F68C-90D4BD0F9C7A}"/>
              </a:ext>
            </a:extLst>
          </p:cNvPr>
          <p:cNvSpPr/>
          <p:nvPr/>
        </p:nvSpPr>
        <p:spPr>
          <a:xfrm rot="-5473987">
            <a:off x="16139311" y="3869291"/>
            <a:ext cx="1316802" cy="2834168"/>
          </a:xfrm>
          <a:custGeom>
            <a:avLst/>
            <a:gdLst/>
            <a:ahLst/>
            <a:cxnLst/>
            <a:rect l="l" t="t" r="r" b="b"/>
            <a:pathLst>
              <a:path w="1316802" h="2834168">
                <a:moveTo>
                  <a:pt x="0" y="0"/>
                </a:moveTo>
                <a:lnTo>
                  <a:pt x="1316801" y="0"/>
                </a:lnTo>
                <a:lnTo>
                  <a:pt x="1316801" y="2834168"/>
                </a:lnTo>
                <a:lnTo>
                  <a:pt x="0" y="2834168"/>
                </a:lnTo>
                <a:lnTo>
                  <a:pt x="0" y="0"/>
                </a:lnTo>
                <a:close/>
              </a:path>
            </a:pathLst>
          </a:custGeom>
          <a:blipFill>
            <a:blip r:embed="rId4"/>
            <a:stretch>
              <a:fillRect l="-6837"/>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Freeform 8">
            <a:extLst>
              <a:ext uri="{FF2B5EF4-FFF2-40B4-BE49-F238E27FC236}">
                <a16:creationId xmlns:a16="http://schemas.microsoft.com/office/drawing/2014/main" id="{3E17B72C-F67A-235C-163C-21AACD44F1ED}"/>
              </a:ext>
            </a:extLst>
          </p:cNvPr>
          <p:cNvSpPr/>
          <p:nvPr/>
        </p:nvSpPr>
        <p:spPr>
          <a:xfrm rot="-5466484">
            <a:off x="16099554" y="6159632"/>
            <a:ext cx="1396316" cy="3127166"/>
          </a:xfrm>
          <a:custGeom>
            <a:avLst/>
            <a:gdLst/>
            <a:ahLst/>
            <a:cxnLst/>
            <a:rect l="l" t="t" r="r" b="b"/>
            <a:pathLst>
              <a:path w="1396316" h="3127166">
                <a:moveTo>
                  <a:pt x="0" y="0"/>
                </a:moveTo>
                <a:lnTo>
                  <a:pt x="1396316" y="0"/>
                </a:lnTo>
                <a:lnTo>
                  <a:pt x="1396316" y="3127166"/>
                </a:lnTo>
                <a:lnTo>
                  <a:pt x="0" y="3127166"/>
                </a:lnTo>
                <a:lnTo>
                  <a:pt x="0" y="0"/>
                </a:lnTo>
                <a:close/>
              </a:path>
            </a:pathLst>
          </a:custGeom>
          <a:blipFill>
            <a:blip r:embed="rId5"/>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Freeform 9">
            <a:extLst>
              <a:ext uri="{FF2B5EF4-FFF2-40B4-BE49-F238E27FC236}">
                <a16:creationId xmlns:a16="http://schemas.microsoft.com/office/drawing/2014/main" id="{CD96CC58-6F41-BB41-C5B1-2D4B39A7D065}"/>
              </a:ext>
            </a:extLst>
          </p:cNvPr>
          <p:cNvSpPr/>
          <p:nvPr/>
        </p:nvSpPr>
        <p:spPr>
          <a:xfrm rot="-5400000">
            <a:off x="16309085" y="969997"/>
            <a:ext cx="1176942" cy="3061538"/>
          </a:xfrm>
          <a:custGeom>
            <a:avLst/>
            <a:gdLst/>
            <a:ahLst/>
            <a:cxnLst/>
            <a:rect l="l" t="t" r="r" b="b"/>
            <a:pathLst>
              <a:path w="1176942" h="3061538">
                <a:moveTo>
                  <a:pt x="0" y="0"/>
                </a:moveTo>
                <a:lnTo>
                  <a:pt x="1176942" y="0"/>
                </a:lnTo>
                <a:lnTo>
                  <a:pt x="1176942" y="3061538"/>
                </a:lnTo>
                <a:lnTo>
                  <a:pt x="0" y="3061538"/>
                </a:lnTo>
                <a:lnTo>
                  <a:pt x="0" y="0"/>
                </a:lnTo>
                <a:close/>
              </a:path>
            </a:pathLst>
          </a:custGeom>
          <a:blipFill>
            <a:blip r:embed="rId6"/>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0" name="Group 10">
            <a:extLst>
              <a:ext uri="{FF2B5EF4-FFF2-40B4-BE49-F238E27FC236}">
                <a16:creationId xmlns:a16="http://schemas.microsoft.com/office/drawing/2014/main" id="{0F45E405-8820-C781-ECFA-80AC93EA387A}"/>
              </a:ext>
            </a:extLst>
          </p:cNvPr>
          <p:cNvGrpSpPr/>
          <p:nvPr/>
        </p:nvGrpSpPr>
        <p:grpSpPr>
          <a:xfrm>
            <a:off x="603650" y="508040"/>
            <a:ext cx="16372589" cy="9270920"/>
            <a:chOff x="0" y="0"/>
            <a:chExt cx="4312122" cy="2441724"/>
          </a:xfrm>
        </p:grpSpPr>
        <p:sp>
          <p:nvSpPr>
            <p:cNvPr id="11" name="Freeform 11">
              <a:extLst>
                <a:ext uri="{FF2B5EF4-FFF2-40B4-BE49-F238E27FC236}">
                  <a16:creationId xmlns:a16="http://schemas.microsoft.com/office/drawing/2014/main" id="{ED5A2210-1F7B-CF55-4930-DF46ED43DFEA}"/>
                </a:ext>
              </a:extLst>
            </p:cNvPr>
            <p:cNvSpPr/>
            <p:nvPr/>
          </p:nvSpPr>
          <p:spPr>
            <a:xfrm>
              <a:off x="0" y="0"/>
              <a:ext cx="4312122" cy="2441724"/>
            </a:xfrm>
            <a:custGeom>
              <a:avLst/>
              <a:gdLst/>
              <a:ahLst/>
              <a:cxnLst/>
              <a:rect l="l" t="t" r="r" b="b"/>
              <a:pathLst>
                <a:path w="4312122" h="2441724">
                  <a:moveTo>
                    <a:pt x="13713" y="0"/>
                  </a:moveTo>
                  <a:lnTo>
                    <a:pt x="4298410" y="0"/>
                  </a:lnTo>
                  <a:cubicBezTo>
                    <a:pt x="4302046" y="0"/>
                    <a:pt x="4305534" y="1445"/>
                    <a:pt x="4308106" y="4016"/>
                  </a:cubicBezTo>
                  <a:cubicBezTo>
                    <a:pt x="4310678" y="6588"/>
                    <a:pt x="4312122" y="10076"/>
                    <a:pt x="4312122" y="13713"/>
                  </a:cubicBezTo>
                  <a:lnTo>
                    <a:pt x="4312122" y="2428011"/>
                  </a:lnTo>
                  <a:cubicBezTo>
                    <a:pt x="4312122" y="2431648"/>
                    <a:pt x="4310678" y="2435135"/>
                    <a:pt x="4308106" y="2437707"/>
                  </a:cubicBezTo>
                  <a:cubicBezTo>
                    <a:pt x="4305534" y="2440279"/>
                    <a:pt x="4302046" y="2441724"/>
                    <a:pt x="4298410" y="2441724"/>
                  </a:cubicBezTo>
                  <a:lnTo>
                    <a:pt x="13713" y="2441724"/>
                  </a:lnTo>
                  <a:cubicBezTo>
                    <a:pt x="10076" y="2441724"/>
                    <a:pt x="6588" y="2440279"/>
                    <a:pt x="4016" y="2437707"/>
                  </a:cubicBezTo>
                  <a:cubicBezTo>
                    <a:pt x="1445" y="2435135"/>
                    <a:pt x="0" y="2431648"/>
                    <a:pt x="0" y="2428011"/>
                  </a:cubicBezTo>
                  <a:lnTo>
                    <a:pt x="0" y="13713"/>
                  </a:lnTo>
                  <a:cubicBezTo>
                    <a:pt x="0" y="10076"/>
                    <a:pt x="1445" y="6588"/>
                    <a:pt x="4016" y="4016"/>
                  </a:cubicBezTo>
                  <a:cubicBezTo>
                    <a:pt x="6588" y="1445"/>
                    <a:pt x="10076" y="0"/>
                    <a:pt x="1371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Box 12">
              <a:extLst>
                <a:ext uri="{FF2B5EF4-FFF2-40B4-BE49-F238E27FC236}">
                  <a16:creationId xmlns:a16="http://schemas.microsoft.com/office/drawing/2014/main" id="{92A86039-8419-EE6E-9C88-ECC0835B8A6D}"/>
                </a:ext>
              </a:extLst>
            </p:cNvPr>
            <p:cNvSpPr txBox="1"/>
            <p:nvPr/>
          </p:nvSpPr>
          <p:spPr>
            <a:xfrm>
              <a:off x="0" y="-38100"/>
              <a:ext cx="4312122" cy="247982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3" name="Freeform 13">
            <a:extLst>
              <a:ext uri="{FF2B5EF4-FFF2-40B4-BE49-F238E27FC236}">
                <a16:creationId xmlns:a16="http://schemas.microsoft.com/office/drawing/2014/main" id="{9981B8FF-3C14-394B-CCF7-01BCC11C622F}"/>
              </a:ext>
            </a:extLst>
          </p:cNvPr>
          <p:cNvSpPr/>
          <p:nvPr/>
        </p:nvSpPr>
        <p:spPr>
          <a:xfrm>
            <a:off x="234255" y="508040"/>
            <a:ext cx="1155550" cy="9210904"/>
          </a:xfrm>
          <a:custGeom>
            <a:avLst/>
            <a:gdLst/>
            <a:ahLst/>
            <a:cxnLst/>
            <a:rect l="l" t="t" r="r" b="b"/>
            <a:pathLst>
              <a:path w="1155550" h="9210904">
                <a:moveTo>
                  <a:pt x="0" y="0"/>
                </a:moveTo>
                <a:lnTo>
                  <a:pt x="1155549" y="0"/>
                </a:lnTo>
                <a:lnTo>
                  <a:pt x="1155549" y="9210904"/>
                </a:lnTo>
                <a:lnTo>
                  <a:pt x="0" y="921090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Box 14">
            <a:extLst>
              <a:ext uri="{FF2B5EF4-FFF2-40B4-BE49-F238E27FC236}">
                <a16:creationId xmlns:a16="http://schemas.microsoft.com/office/drawing/2014/main" id="{EA49C350-007A-D2ED-778D-FBFC197CB6E6}"/>
              </a:ext>
            </a:extLst>
          </p:cNvPr>
          <p:cNvSpPr txBox="1"/>
          <p:nvPr/>
        </p:nvSpPr>
        <p:spPr>
          <a:xfrm>
            <a:off x="1669726" y="971008"/>
            <a:ext cx="15090501" cy="8200322"/>
          </a:xfrm>
          <a:prstGeom prst="rect">
            <a:avLst/>
          </a:prstGeom>
        </p:spPr>
        <p:txBody>
          <a:bodyPr wrap="square" lIns="0" tIns="0" rIns="0" bIns="0" rtlCol="0" anchor="t">
            <a:spAutoFit/>
          </a:bodyPr>
          <a:lstStyle/>
          <a:p>
            <a:pPr algn="just">
              <a:lnSpc>
                <a:spcPct val="150000"/>
              </a:lnSpc>
            </a:pPr>
            <a:r>
              <a:rPr lang="vi-VN" sz="4500" b="1" kern="100">
                <a:solidFill>
                  <a:schemeClr val="accent5"/>
                </a:solidFill>
                <a:latin typeface="American Typewriter" panose="02090604020004020304" pitchFamily="18" charset="77"/>
                <a:ea typeface="Calibri" panose="020F0502020204030204" pitchFamily="34" charset="0"/>
                <a:cs typeface="Times New Roman" panose="02020603050405020304" pitchFamily="18" charset="0"/>
              </a:rPr>
              <a:t>EXERCISE 02: Hoàn thành câu</a:t>
            </a:r>
          </a:p>
          <a:p>
            <a:pPr algn="just">
              <a:lnSpc>
                <a:spcPct val="150000"/>
              </a:lnSpc>
            </a:pPr>
            <a:r>
              <a:rPr lang="vi-VN" sz="4500" b="1" kern="100">
                <a:latin typeface="American Typewriter" panose="02090604020004020304" pitchFamily="18" charset="77"/>
                <a:ea typeface="Calibri" panose="020F0502020204030204" pitchFamily="34" charset="0"/>
                <a:cs typeface="Times New Roman" panose="02020603050405020304" pitchFamily="18" charset="0"/>
              </a:rPr>
              <a:t>1. We </a:t>
            </a:r>
            <a:r>
              <a:rPr lang="vi-VN" sz="4500" b="1" kern="100">
                <a:solidFill>
                  <a:srgbClr val="000000"/>
                </a:solidFill>
                <a:latin typeface="American Typewriter" panose="02090604020004020304" pitchFamily="18" charset="77"/>
                <a:ea typeface="Calibri" panose="020F0502020204030204" pitchFamily="34" charset="0"/>
                <a:cs typeface="Times New Roman" panose="02020603050405020304" pitchFamily="18" charset="0"/>
              </a:rPr>
              <a:t>should eat more vegetables and drink enough water because _____.</a:t>
            </a:r>
          </a:p>
          <a:p>
            <a:pPr algn="just">
              <a:lnSpc>
                <a:spcPct val="150000"/>
              </a:lnSpc>
            </a:pPr>
            <a:r>
              <a:rPr lang="vi-VN" sz="4500" b="1" kern="100">
                <a:solidFill>
                  <a:srgbClr val="FF2600"/>
                </a:solidFill>
                <a:latin typeface="American Typewriter" panose="02090604020004020304" pitchFamily="18" charset="77"/>
                <a:ea typeface="Calibri" panose="020F0502020204030204" pitchFamily="34" charset="0"/>
                <a:cs typeface="Times New Roman" panose="02020603050405020304" pitchFamily="18" charset="0"/>
              </a:rPr>
              <a:t>→ they are good for our health</a:t>
            </a:r>
          </a:p>
          <a:p>
            <a:pPr algn="just">
              <a:lnSpc>
                <a:spcPct val="150000"/>
              </a:lnSpc>
            </a:pPr>
            <a:r>
              <a:rPr lang="vi-VN" sz="4500" b="1" kern="100">
                <a:solidFill>
                  <a:srgbClr val="FF2600"/>
                </a:solidFill>
                <a:latin typeface="American Typewriter" panose="02090604020004020304" pitchFamily="18" charset="77"/>
                <a:ea typeface="Calibri" panose="020F0502020204030204" pitchFamily="34" charset="0"/>
                <a:cs typeface="Times New Roman" panose="02020603050405020304" pitchFamily="18" charset="0"/>
              </a:rPr>
              <a:t>→ these things help us stay healthy</a:t>
            </a:r>
          </a:p>
          <a:p>
            <a:pPr algn="just">
              <a:lnSpc>
                <a:spcPct val="150000"/>
              </a:lnSpc>
            </a:pPr>
            <a:r>
              <a:rPr lang="vi-VN" sz="4500" b="1" kern="100">
                <a:solidFill>
                  <a:srgbClr val="FF2600"/>
                </a:solidFill>
                <a:latin typeface="American Typewriter" panose="02090604020004020304" pitchFamily="18" charset="77"/>
                <a:ea typeface="Calibri" panose="020F0502020204030204" pitchFamily="34" charset="0"/>
                <a:cs typeface="Times New Roman" panose="02020603050405020304" pitchFamily="18" charset="0"/>
              </a:rPr>
              <a:t>→ we can maintain good health</a:t>
            </a:r>
          </a:p>
          <a:p>
            <a:pPr algn="just">
              <a:lnSpc>
                <a:spcPct val="150000"/>
              </a:lnSpc>
            </a:pPr>
            <a:r>
              <a:rPr lang="vi-VN" sz="4500" b="1" kern="100">
                <a:solidFill>
                  <a:srgbClr val="FF2600"/>
                </a:solidFill>
                <a:latin typeface="American Typewriter" panose="02090604020004020304" pitchFamily="18" charset="77"/>
                <a:ea typeface="Calibri" panose="020F0502020204030204" pitchFamily="34" charset="0"/>
                <a:cs typeface="Times New Roman" panose="02020603050405020304" pitchFamily="18" charset="0"/>
              </a:rPr>
              <a:t>→ these habits allow us to stay healthy and prevent some health problems</a:t>
            </a:r>
          </a:p>
        </p:txBody>
      </p:sp>
    </p:spTree>
    <p:extLst>
      <p:ext uri="{BB962C8B-B14F-4D97-AF65-F5344CB8AC3E}">
        <p14:creationId xmlns:p14="http://schemas.microsoft.com/office/powerpoint/2010/main" val="2611409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additive="base">
                                        <p:cTn id="7"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xEl>
                                              <p:pRg st="1" end="1"/>
                                            </p:txEl>
                                          </p:spTgt>
                                        </p:tgtEl>
                                        <p:attrNameLst>
                                          <p:attrName>style.visibility</p:attrName>
                                        </p:attrNameLst>
                                      </p:cBhvr>
                                      <p:to>
                                        <p:strVal val="visible"/>
                                      </p:to>
                                    </p:set>
                                    <p:anim calcmode="lin" valueType="num">
                                      <p:cBhvr additive="base">
                                        <p:cTn id="13"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
                                            <p:txEl>
                                              <p:pRg st="2" end="2"/>
                                            </p:txEl>
                                          </p:spTgt>
                                        </p:tgtEl>
                                        <p:attrNameLst>
                                          <p:attrName>style.visibility</p:attrName>
                                        </p:attrNameLst>
                                      </p:cBhvr>
                                      <p:to>
                                        <p:strVal val="visible"/>
                                      </p:to>
                                    </p:set>
                                    <p:anim calcmode="lin" valueType="num">
                                      <p:cBhvr additive="base">
                                        <p:cTn id="19" dur="500" fill="hold"/>
                                        <p:tgtEl>
                                          <p:spTgt spid="1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4">
                                            <p:txEl>
                                              <p:pRg st="3" end="3"/>
                                            </p:txEl>
                                          </p:spTgt>
                                        </p:tgtEl>
                                        <p:attrNameLst>
                                          <p:attrName>style.visibility</p:attrName>
                                        </p:attrNameLst>
                                      </p:cBhvr>
                                      <p:to>
                                        <p:strVal val="visible"/>
                                      </p:to>
                                    </p:set>
                                    <p:anim calcmode="lin" valueType="num">
                                      <p:cBhvr additive="base">
                                        <p:cTn id="23" dur="500" fill="hold"/>
                                        <p:tgtEl>
                                          <p:spTgt spid="14">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4">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4">
                                            <p:txEl>
                                              <p:pRg st="4" end="4"/>
                                            </p:txEl>
                                          </p:spTgt>
                                        </p:tgtEl>
                                        <p:attrNameLst>
                                          <p:attrName>style.visibility</p:attrName>
                                        </p:attrNameLst>
                                      </p:cBhvr>
                                      <p:to>
                                        <p:strVal val="visible"/>
                                      </p:to>
                                    </p:set>
                                    <p:anim calcmode="lin" valueType="num">
                                      <p:cBhvr additive="base">
                                        <p:cTn id="27" dur="500" fill="hold"/>
                                        <p:tgtEl>
                                          <p:spTgt spid="14">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4">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4">
                                            <p:txEl>
                                              <p:pRg st="5" end="5"/>
                                            </p:txEl>
                                          </p:spTgt>
                                        </p:tgtEl>
                                        <p:attrNameLst>
                                          <p:attrName>style.visibility</p:attrName>
                                        </p:attrNameLst>
                                      </p:cBhvr>
                                      <p:to>
                                        <p:strVal val="visible"/>
                                      </p:to>
                                    </p:set>
                                    <p:anim calcmode="lin" valueType="num">
                                      <p:cBhvr additive="base">
                                        <p:cTn id="31" dur="500" fill="hold"/>
                                        <p:tgtEl>
                                          <p:spTgt spid="14">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bg>
      <p:bgPr>
        <a:solidFill>
          <a:srgbClr val="F3E1D1"/>
        </a:solidFill>
        <a:effectLst/>
      </p:bgPr>
    </p:bg>
    <p:spTree>
      <p:nvGrpSpPr>
        <p:cNvPr id="1" name="">
          <a:extLst>
            <a:ext uri="{FF2B5EF4-FFF2-40B4-BE49-F238E27FC236}">
              <a16:creationId xmlns:a16="http://schemas.microsoft.com/office/drawing/2014/main" id="{6947DB53-83A2-996E-5970-DEB0BF3196E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3786866-5497-5BC9-840F-FD4213F42DF0}"/>
              </a:ext>
            </a:extLst>
          </p:cNvPr>
          <p:cNvGrpSpPr/>
          <p:nvPr/>
        </p:nvGrpSpPr>
        <p:grpSpPr>
          <a:xfrm rot="148260">
            <a:off x="1824598" y="1813471"/>
            <a:ext cx="15256309" cy="8604490"/>
            <a:chOff x="0" y="0"/>
            <a:chExt cx="4018122" cy="2266203"/>
          </a:xfrm>
        </p:grpSpPr>
        <p:sp>
          <p:nvSpPr>
            <p:cNvPr id="3" name="Freeform 3">
              <a:extLst>
                <a:ext uri="{FF2B5EF4-FFF2-40B4-BE49-F238E27FC236}">
                  <a16:creationId xmlns:a16="http://schemas.microsoft.com/office/drawing/2014/main" id="{771CF38F-44A3-3AEF-D481-9961853FC606}"/>
                </a:ext>
              </a:extLst>
            </p:cNvPr>
            <p:cNvSpPr/>
            <p:nvPr/>
          </p:nvSpPr>
          <p:spPr>
            <a:xfrm>
              <a:off x="0" y="0"/>
              <a:ext cx="4018123" cy="2266203"/>
            </a:xfrm>
            <a:custGeom>
              <a:avLst/>
              <a:gdLst/>
              <a:ahLst/>
              <a:cxnLst/>
              <a:rect l="l" t="t" r="r" b="b"/>
              <a:pathLst>
                <a:path w="4018123" h="2266203">
                  <a:moveTo>
                    <a:pt x="14716" y="0"/>
                  </a:moveTo>
                  <a:lnTo>
                    <a:pt x="4003406" y="0"/>
                  </a:lnTo>
                  <a:cubicBezTo>
                    <a:pt x="4007309" y="0"/>
                    <a:pt x="4011052" y="1550"/>
                    <a:pt x="4013812" y="4310"/>
                  </a:cubicBezTo>
                  <a:cubicBezTo>
                    <a:pt x="4016572" y="7070"/>
                    <a:pt x="4018123" y="10813"/>
                    <a:pt x="4018123" y="14716"/>
                  </a:cubicBezTo>
                  <a:lnTo>
                    <a:pt x="4018123" y="2251487"/>
                  </a:lnTo>
                  <a:cubicBezTo>
                    <a:pt x="4018123" y="2255390"/>
                    <a:pt x="4016572" y="2259133"/>
                    <a:pt x="4013812" y="2261893"/>
                  </a:cubicBezTo>
                  <a:cubicBezTo>
                    <a:pt x="4011052" y="2264653"/>
                    <a:pt x="4007309" y="2266203"/>
                    <a:pt x="4003406" y="2266203"/>
                  </a:cubicBezTo>
                  <a:lnTo>
                    <a:pt x="14716" y="2266203"/>
                  </a:lnTo>
                  <a:cubicBezTo>
                    <a:pt x="10813" y="2266203"/>
                    <a:pt x="7070" y="2264653"/>
                    <a:pt x="4310" y="2261893"/>
                  </a:cubicBezTo>
                  <a:cubicBezTo>
                    <a:pt x="1550" y="2259133"/>
                    <a:pt x="0" y="2255390"/>
                    <a:pt x="0" y="2251487"/>
                  </a:cubicBezTo>
                  <a:lnTo>
                    <a:pt x="0" y="14716"/>
                  </a:lnTo>
                  <a:cubicBezTo>
                    <a:pt x="0" y="10813"/>
                    <a:pt x="1550" y="7070"/>
                    <a:pt x="4310" y="4310"/>
                  </a:cubicBezTo>
                  <a:cubicBezTo>
                    <a:pt x="7070" y="1550"/>
                    <a:pt x="10813" y="0"/>
                    <a:pt x="14716" y="0"/>
                  </a:cubicBezTo>
                  <a:close/>
                </a:path>
              </a:pathLst>
            </a:custGeom>
            <a:solidFill>
              <a:srgbClr val="C6B7A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47903DAD-5BC1-BCFE-AFF2-2B8584D8939C}"/>
                </a:ext>
              </a:extLst>
            </p:cNvPr>
            <p:cNvSpPr txBox="1"/>
            <p:nvPr/>
          </p:nvSpPr>
          <p:spPr>
            <a:xfrm>
              <a:off x="0" y="-38100"/>
              <a:ext cx="4018122" cy="2304303"/>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a:extLst>
              <a:ext uri="{FF2B5EF4-FFF2-40B4-BE49-F238E27FC236}">
                <a16:creationId xmlns:a16="http://schemas.microsoft.com/office/drawing/2014/main" id="{89A5B528-F021-7395-13E3-3468C17330BA}"/>
              </a:ext>
            </a:extLst>
          </p:cNvPr>
          <p:cNvSpPr/>
          <p:nvPr/>
        </p:nvSpPr>
        <p:spPr>
          <a:xfrm rot="-5400000">
            <a:off x="16416216" y="5195731"/>
            <a:ext cx="962680" cy="2578608"/>
          </a:xfrm>
          <a:custGeom>
            <a:avLst/>
            <a:gdLst/>
            <a:ahLst/>
            <a:cxnLst/>
            <a:rect l="l" t="t" r="r" b="b"/>
            <a:pathLst>
              <a:path w="962680" h="2578608">
                <a:moveTo>
                  <a:pt x="0" y="0"/>
                </a:moveTo>
                <a:lnTo>
                  <a:pt x="962680" y="0"/>
                </a:lnTo>
                <a:lnTo>
                  <a:pt x="962680" y="2578608"/>
                </a:lnTo>
                <a:lnTo>
                  <a:pt x="0" y="2578608"/>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Freeform 6">
            <a:extLst>
              <a:ext uri="{FF2B5EF4-FFF2-40B4-BE49-F238E27FC236}">
                <a16:creationId xmlns:a16="http://schemas.microsoft.com/office/drawing/2014/main" id="{9D818475-712A-B4BC-FECC-7AFEDA109BC8}"/>
              </a:ext>
            </a:extLst>
          </p:cNvPr>
          <p:cNvSpPr/>
          <p:nvPr/>
        </p:nvSpPr>
        <p:spPr>
          <a:xfrm rot="-5400000">
            <a:off x="16149303" y="2563412"/>
            <a:ext cx="1496505" cy="2814855"/>
          </a:xfrm>
          <a:custGeom>
            <a:avLst/>
            <a:gdLst/>
            <a:ahLst/>
            <a:cxnLst/>
            <a:rect l="l" t="t" r="r" b="b"/>
            <a:pathLst>
              <a:path w="1496505" h="2814855">
                <a:moveTo>
                  <a:pt x="0" y="0"/>
                </a:moveTo>
                <a:lnTo>
                  <a:pt x="1496505" y="0"/>
                </a:lnTo>
                <a:lnTo>
                  <a:pt x="1496505" y="2814855"/>
                </a:lnTo>
                <a:lnTo>
                  <a:pt x="0" y="2814855"/>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Freeform 7">
            <a:extLst>
              <a:ext uri="{FF2B5EF4-FFF2-40B4-BE49-F238E27FC236}">
                <a16:creationId xmlns:a16="http://schemas.microsoft.com/office/drawing/2014/main" id="{FD52B5DF-C424-2561-67C0-90A59F4B9A3F}"/>
              </a:ext>
            </a:extLst>
          </p:cNvPr>
          <p:cNvSpPr/>
          <p:nvPr/>
        </p:nvSpPr>
        <p:spPr>
          <a:xfrm rot="-5473987">
            <a:off x="16139311" y="3869291"/>
            <a:ext cx="1316802" cy="2834168"/>
          </a:xfrm>
          <a:custGeom>
            <a:avLst/>
            <a:gdLst/>
            <a:ahLst/>
            <a:cxnLst/>
            <a:rect l="l" t="t" r="r" b="b"/>
            <a:pathLst>
              <a:path w="1316802" h="2834168">
                <a:moveTo>
                  <a:pt x="0" y="0"/>
                </a:moveTo>
                <a:lnTo>
                  <a:pt x="1316801" y="0"/>
                </a:lnTo>
                <a:lnTo>
                  <a:pt x="1316801" y="2834168"/>
                </a:lnTo>
                <a:lnTo>
                  <a:pt x="0" y="2834168"/>
                </a:lnTo>
                <a:lnTo>
                  <a:pt x="0" y="0"/>
                </a:lnTo>
                <a:close/>
              </a:path>
            </a:pathLst>
          </a:custGeom>
          <a:blipFill>
            <a:blip r:embed="rId4"/>
            <a:stretch>
              <a:fillRect l="-6837"/>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Freeform 8">
            <a:extLst>
              <a:ext uri="{FF2B5EF4-FFF2-40B4-BE49-F238E27FC236}">
                <a16:creationId xmlns:a16="http://schemas.microsoft.com/office/drawing/2014/main" id="{A72185F0-049E-6A4D-FB62-F3F389315B83}"/>
              </a:ext>
            </a:extLst>
          </p:cNvPr>
          <p:cNvSpPr/>
          <p:nvPr/>
        </p:nvSpPr>
        <p:spPr>
          <a:xfrm rot="-5466484">
            <a:off x="16099554" y="6159632"/>
            <a:ext cx="1396316" cy="3127166"/>
          </a:xfrm>
          <a:custGeom>
            <a:avLst/>
            <a:gdLst/>
            <a:ahLst/>
            <a:cxnLst/>
            <a:rect l="l" t="t" r="r" b="b"/>
            <a:pathLst>
              <a:path w="1396316" h="3127166">
                <a:moveTo>
                  <a:pt x="0" y="0"/>
                </a:moveTo>
                <a:lnTo>
                  <a:pt x="1396316" y="0"/>
                </a:lnTo>
                <a:lnTo>
                  <a:pt x="1396316" y="3127166"/>
                </a:lnTo>
                <a:lnTo>
                  <a:pt x="0" y="3127166"/>
                </a:lnTo>
                <a:lnTo>
                  <a:pt x="0" y="0"/>
                </a:lnTo>
                <a:close/>
              </a:path>
            </a:pathLst>
          </a:custGeom>
          <a:blipFill>
            <a:blip r:embed="rId5"/>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Freeform 9">
            <a:extLst>
              <a:ext uri="{FF2B5EF4-FFF2-40B4-BE49-F238E27FC236}">
                <a16:creationId xmlns:a16="http://schemas.microsoft.com/office/drawing/2014/main" id="{E8C2BBE2-D8E0-ECA8-8BC7-3726B1BD52E9}"/>
              </a:ext>
            </a:extLst>
          </p:cNvPr>
          <p:cNvSpPr/>
          <p:nvPr/>
        </p:nvSpPr>
        <p:spPr>
          <a:xfrm rot="-5400000">
            <a:off x="16309085" y="969997"/>
            <a:ext cx="1176942" cy="3061538"/>
          </a:xfrm>
          <a:custGeom>
            <a:avLst/>
            <a:gdLst/>
            <a:ahLst/>
            <a:cxnLst/>
            <a:rect l="l" t="t" r="r" b="b"/>
            <a:pathLst>
              <a:path w="1176942" h="3061538">
                <a:moveTo>
                  <a:pt x="0" y="0"/>
                </a:moveTo>
                <a:lnTo>
                  <a:pt x="1176942" y="0"/>
                </a:lnTo>
                <a:lnTo>
                  <a:pt x="1176942" y="3061538"/>
                </a:lnTo>
                <a:lnTo>
                  <a:pt x="0" y="3061538"/>
                </a:lnTo>
                <a:lnTo>
                  <a:pt x="0" y="0"/>
                </a:lnTo>
                <a:close/>
              </a:path>
            </a:pathLst>
          </a:custGeom>
          <a:blipFill>
            <a:blip r:embed="rId6"/>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0" name="Group 10">
            <a:extLst>
              <a:ext uri="{FF2B5EF4-FFF2-40B4-BE49-F238E27FC236}">
                <a16:creationId xmlns:a16="http://schemas.microsoft.com/office/drawing/2014/main" id="{E6EF18AC-13AF-C0EA-0035-144E41BE781B}"/>
              </a:ext>
            </a:extLst>
          </p:cNvPr>
          <p:cNvGrpSpPr/>
          <p:nvPr/>
        </p:nvGrpSpPr>
        <p:grpSpPr>
          <a:xfrm>
            <a:off x="603650" y="508040"/>
            <a:ext cx="16372589" cy="9270920"/>
            <a:chOff x="0" y="0"/>
            <a:chExt cx="4312122" cy="2441724"/>
          </a:xfrm>
        </p:grpSpPr>
        <p:sp>
          <p:nvSpPr>
            <p:cNvPr id="11" name="Freeform 11">
              <a:extLst>
                <a:ext uri="{FF2B5EF4-FFF2-40B4-BE49-F238E27FC236}">
                  <a16:creationId xmlns:a16="http://schemas.microsoft.com/office/drawing/2014/main" id="{C7C5D403-8D6C-C007-542E-CFE84709C64C}"/>
                </a:ext>
              </a:extLst>
            </p:cNvPr>
            <p:cNvSpPr/>
            <p:nvPr/>
          </p:nvSpPr>
          <p:spPr>
            <a:xfrm>
              <a:off x="0" y="0"/>
              <a:ext cx="4312122" cy="2441724"/>
            </a:xfrm>
            <a:custGeom>
              <a:avLst/>
              <a:gdLst/>
              <a:ahLst/>
              <a:cxnLst/>
              <a:rect l="l" t="t" r="r" b="b"/>
              <a:pathLst>
                <a:path w="4312122" h="2441724">
                  <a:moveTo>
                    <a:pt x="13713" y="0"/>
                  </a:moveTo>
                  <a:lnTo>
                    <a:pt x="4298410" y="0"/>
                  </a:lnTo>
                  <a:cubicBezTo>
                    <a:pt x="4302046" y="0"/>
                    <a:pt x="4305534" y="1445"/>
                    <a:pt x="4308106" y="4016"/>
                  </a:cubicBezTo>
                  <a:cubicBezTo>
                    <a:pt x="4310678" y="6588"/>
                    <a:pt x="4312122" y="10076"/>
                    <a:pt x="4312122" y="13713"/>
                  </a:cubicBezTo>
                  <a:lnTo>
                    <a:pt x="4312122" y="2428011"/>
                  </a:lnTo>
                  <a:cubicBezTo>
                    <a:pt x="4312122" y="2431648"/>
                    <a:pt x="4310678" y="2435135"/>
                    <a:pt x="4308106" y="2437707"/>
                  </a:cubicBezTo>
                  <a:cubicBezTo>
                    <a:pt x="4305534" y="2440279"/>
                    <a:pt x="4302046" y="2441724"/>
                    <a:pt x="4298410" y="2441724"/>
                  </a:cubicBezTo>
                  <a:lnTo>
                    <a:pt x="13713" y="2441724"/>
                  </a:lnTo>
                  <a:cubicBezTo>
                    <a:pt x="10076" y="2441724"/>
                    <a:pt x="6588" y="2440279"/>
                    <a:pt x="4016" y="2437707"/>
                  </a:cubicBezTo>
                  <a:cubicBezTo>
                    <a:pt x="1445" y="2435135"/>
                    <a:pt x="0" y="2431648"/>
                    <a:pt x="0" y="2428011"/>
                  </a:cubicBezTo>
                  <a:lnTo>
                    <a:pt x="0" y="13713"/>
                  </a:lnTo>
                  <a:cubicBezTo>
                    <a:pt x="0" y="10076"/>
                    <a:pt x="1445" y="6588"/>
                    <a:pt x="4016" y="4016"/>
                  </a:cubicBezTo>
                  <a:cubicBezTo>
                    <a:pt x="6588" y="1445"/>
                    <a:pt x="10076" y="0"/>
                    <a:pt x="1371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Box 12">
              <a:extLst>
                <a:ext uri="{FF2B5EF4-FFF2-40B4-BE49-F238E27FC236}">
                  <a16:creationId xmlns:a16="http://schemas.microsoft.com/office/drawing/2014/main" id="{374D77CB-ECBE-F4EB-8DDD-9E4CDA353977}"/>
                </a:ext>
              </a:extLst>
            </p:cNvPr>
            <p:cNvSpPr txBox="1"/>
            <p:nvPr/>
          </p:nvSpPr>
          <p:spPr>
            <a:xfrm>
              <a:off x="0" y="-38100"/>
              <a:ext cx="4312122" cy="247982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3" name="Freeform 13">
            <a:extLst>
              <a:ext uri="{FF2B5EF4-FFF2-40B4-BE49-F238E27FC236}">
                <a16:creationId xmlns:a16="http://schemas.microsoft.com/office/drawing/2014/main" id="{6DF9D235-040B-D5F0-E24E-073575DE0C5A}"/>
              </a:ext>
            </a:extLst>
          </p:cNvPr>
          <p:cNvSpPr/>
          <p:nvPr/>
        </p:nvSpPr>
        <p:spPr>
          <a:xfrm>
            <a:off x="234255" y="508040"/>
            <a:ext cx="1155550" cy="9210904"/>
          </a:xfrm>
          <a:custGeom>
            <a:avLst/>
            <a:gdLst/>
            <a:ahLst/>
            <a:cxnLst/>
            <a:rect l="l" t="t" r="r" b="b"/>
            <a:pathLst>
              <a:path w="1155550" h="9210904">
                <a:moveTo>
                  <a:pt x="0" y="0"/>
                </a:moveTo>
                <a:lnTo>
                  <a:pt x="1155549" y="0"/>
                </a:lnTo>
                <a:lnTo>
                  <a:pt x="1155549" y="9210904"/>
                </a:lnTo>
                <a:lnTo>
                  <a:pt x="0" y="921090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Box 14">
            <a:extLst>
              <a:ext uri="{FF2B5EF4-FFF2-40B4-BE49-F238E27FC236}">
                <a16:creationId xmlns:a16="http://schemas.microsoft.com/office/drawing/2014/main" id="{1CFBF57A-2A5B-0C28-E974-75F59D0FAC66}"/>
              </a:ext>
            </a:extLst>
          </p:cNvPr>
          <p:cNvSpPr txBox="1"/>
          <p:nvPr/>
        </p:nvSpPr>
        <p:spPr>
          <a:xfrm>
            <a:off x="1646203" y="2332386"/>
            <a:ext cx="15090501" cy="5651419"/>
          </a:xfrm>
          <a:prstGeom prst="rect">
            <a:avLst/>
          </a:prstGeom>
        </p:spPr>
        <p:txBody>
          <a:bodyPr wrap="square" lIns="0" tIns="0" rIns="0" bIns="0" rtlCol="0" anchor="t">
            <a:spAutoFit/>
          </a:bodyPr>
          <a:lstStyle/>
          <a:p>
            <a:pPr algn="just">
              <a:lnSpc>
                <a:spcPct val="150000"/>
              </a:lnSpc>
            </a:pPr>
            <a:r>
              <a:rPr lang="vi-VN" sz="5000" b="1" kern="100">
                <a:latin typeface="American Typewriter" panose="02090604020004020304" pitchFamily="18" charset="77"/>
                <a:ea typeface="Calibri" panose="020F0502020204030204" pitchFamily="34" charset="0"/>
                <a:cs typeface="Times New Roman" panose="02020603050405020304" pitchFamily="18" charset="0"/>
              </a:rPr>
              <a:t>2. They do exercise regularly, so  ____.</a:t>
            </a:r>
          </a:p>
          <a:p>
            <a:pPr algn="just">
              <a:lnSpc>
                <a:spcPct val="150000"/>
              </a:lnSpc>
            </a:pPr>
            <a:r>
              <a:rPr lang="vi-VN" sz="5000" b="1" kern="100">
                <a:solidFill>
                  <a:srgbClr val="FF2600"/>
                </a:solidFill>
                <a:latin typeface="American Typewriter" panose="02090604020004020304" pitchFamily="18" charset="77"/>
                <a:ea typeface="Calibri" panose="020F0502020204030204" pitchFamily="34" charset="0"/>
                <a:cs typeface="Times New Roman" panose="02020603050405020304" pitchFamily="18" charset="0"/>
              </a:rPr>
              <a:t>→ they can stay in shape</a:t>
            </a:r>
          </a:p>
          <a:p>
            <a:pPr algn="just">
              <a:lnSpc>
                <a:spcPct val="150000"/>
              </a:lnSpc>
            </a:pPr>
            <a:r>
              <a:rPr lang="vi-VN" sz="5000" b="1" kern="100">
                <a:solidFill>
                  <a:srgbClr val="FF2600"/>
                </a:solidFill>
                <a:latin typeface="American Typewriter" panose="02090604020004020304" pitchFamily="18" charset="77"/>
                <a:ea typeface="Calibri" panose="020F0502020204030204" pitchFamily="34" charset="0"/>
                <a:cs typeface="Times New Roman" panose="02020603050405020304" pitchFamily="18" charset="0"/>
              </a:rPr>
              <a:t>→ they become stronger and healthier</a:t>
            </a:r>
          </a:p>
          <a:p>
            <a:pPr algn="just">
              <a:lnSpc>
                <a:spcPct val="150000"/>
              </a:lnSpc>
            </a:pPr>
            <a:r>
              <a:rPr lang="vi-VN" sz="5000" b="1" kern="100">
                <a:solidFill>
                  <a:srgbClr val="FF2600"/>
                </a:solidFill>
                <a:latin typeface="American Typewriter" panose="02090604020004020304" pitchFamily="18" charset="77"/>
                <a:ea typeface="Calibri" panose="020F0502020204030204" pitchFamily="34" charset="0"/>
                <a:cs typeface="Times New Roman" panose="02020603050405020304" pitchFamily="18" charset="0"/>
              </a:rPr>
              <a:t>→ they rarely get sick easily</a:t>
            </a:r>
          </a:p>
          <a:p>
            <a:pPr algn="just">
              <a:lnSpc>
                <a:spcPct val="150000"/>
              </a:lnSpc>
            </a:pPr>
            <a:r>
              <a:rPr lang="vi-VN" sz="5000" b="1" kern="100">
                <a:solidFill>
                  <a:srgbClr val="FF2600"/>
                </a:solidFill>
                <a:latin typeface="American Typewriter" panose="02090604020004020304" pitchFamily="18" charset="77"/>
                <a:ea typeface="Calibri" panose="020F0502020204030204" pitchFamily="34" charset="0"/>
                <a:cs typeface="Times New Roman" panose="02020603050405020304" pitchFamily="18" charset="0"/>
              </a:rPr>
              <a:t>→ they feel more energetic every day</a:t>
            </a:r>
          </a:p>
        </p:txBody>
      </p:sp>
    </p:spTree>
    <p:extLst>
      <p:ext uri="{BB962C8B-B14F-4D97-AF65-F5344CB8AC3E}">
        <p14:creationId xmlns:p14="http://schemas.microsoft.com/office/powerpoint/2010/main" val="251493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additive="base">
                                        <p:cTn id="7"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xEl>
                                              <p:pRg st="1" end="1"/>
                                            </p:txEl>
                                          </p:spTgt>
                                        </p:tgtEl>
                                        <p:attrNameLst>
                                          <p:attrName>style.visibility</p:attrName>
                                        </p:attrNameLst>
                                      </p:cBhvr>
                                      <p:to>
                                        <p:strVal val="visible"/>
                                      </p:to>
                                    </p:set>
                                    <p:anim calcmode="lin" valueType="num">
                                      <p:cBhvr additive="base">
                                        <p:cTn id="13"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4">
                                            <p:txEl>
                                              <p:pRg st="2" end="2"/>
                                            </p:txEl>
                                          </p:spTgt>
                                        </p:tgtEl>
                                        <p:attrNameLst>
                                          <p:attrName>style.visibility</p:attrName>
                                        </p:attrNameLst>
                                      </p:cBhvr>
                                      <p:to>
                                        <p:strVal val="visible"/>
                                      </p:to>
                                    </p:set>
                                    <p:anim calcmode="lin" valueType="num">
                                      <p:cBhvr additive="base">
                                        <p:cTn id="17" dur="500" fill="hold"/>
                                        <p:tgtEl>
                                          <p:spTgt spid="1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4">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4">
                                            <p:txEl>
                                              <p:pRg st="3" end="3"/>
                                            </p:txEl>
                                          </p:spTgt>
                                        </p:tgtEl>
                                        <p:attrNameLst>
                                          <p:attrName>style.visibility</p:attrName>
                                        </p:attrNameLst>
                                      </p:cBhvr>
                                      <p:to>
                                        <p:strVal val="visible"/>
                                      </p:to>
                                    </p:set>
                                    <p:anim calcmode="lin" valueType="num">
                                      <p:cBhvr additive="base">
                                        <p:cTn id="21" dur="500" fill="hold"/>
                                        <p:tgtEl>
                                          <p:spTgt spid="14">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4">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4">
                                            <p:txEl>
                                              <p:pRg st="4" end="4"/>
                                            </p:txEl>
                                          </p:spTgt>
                                        </p:tgtEl>
                                        <p:attrNameLst>
                                          <p:attrName>style.visibility</p:attrName>
                                        </p:attrNameLst>
                                      </p:cBhvr>
                                      <p:to>
                                        <p:strVal val="visible"/>
                                      </p:to>
                                    </p:set>
                                    <p:anim calcmode="lin" valueType="num">
                                      <p:cBhvr additive="base">
                                        <p:cTn id="25" dur="500" fill="hold"/>
                                        <p:tgtEl>
                                          <p:spTgt spid="1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bg>
      <p:bgPr>
        <a:solidFill>
          <a:srgbClr val="F3E1D1"/>
        </a:solidFill>
        <a:effectLst/>
      </p:bgPr>
    </p:bg>
    <p:spTree>
      <p:nvGrpSpPr>
        <p:cNvPr id="1" name="">
          <a:extLst>
            <a:ext uri="{FF2B5EF4-FFF2-40B4-BE49-F238E27FC236}">
              <a16:creationId xmlns:a16="http://schemas.microsoft.com/office/drawing/2014/main" id="{3BA30C7C-BF0F-55D9-B82C-A1A46E4AD5B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B6AEC36-A207-512A-E77E-698278A5C3EB}"/>
              </a:ext>
            </a:extLst>
          </p:cNvPr>
          <p:cNvGrpSpPr/>
          <p:nvPr/>
        </p:nvGrpSpPr>
        <p:grpSpPr>
          <a:xfrm rot="148260">
            <a:off x="1824598" y="1813471"/>
            <a:ext cx="15256309" cy="8604490"/>
            <a:chOff x="0" y="0"/>
            <a:chExt cx="4018122" cy="2266203"/>
          </a:xfrm>
        </p:grpSpPr>
        <p:sp>
          <p:nvSpPr>
            <p:cNvPr id="3" name="Freeform 3">
              <a:extLst>
                <a:ext uri="{FF2B5EF4-FFF2-40B4-BE49-F238E27FC236}">
                  <a16:creationId xmlns:a16="http://schemas.microsoft.com/office/drawing/2014/main" id="{E2C2B40F-20C0-1F4E-DC4F-41F7F589274A}"/>
                </a:ext>
              </a:extLst>
            </p:cNvPr>
            <p:cNvSpPr/>
            <p:nvPr/>
          </p:nvSpPr>
          <p:spPr>
            <a:xfrm>
              <a:off x="0" y="0"/>
              <a:ext cx="4018123" cy="2266203"/>
            </a:xfrm>
            <a:custGeom>
              <a:avLst/>
              <a:gdLst/>
              <a:ahLst/>
              <a:cxnLst/>
              <a:rect l="l" t="t" r="r" b="b"/>
              <a:pathLst>
                <a:path w="4018123" h="2266203">
                  <a:moveTo>
                    <a:pt x="14716" y="0"/>
                  </a:moveTo>
                  <a:lnTo>
                    <a:pt x="4003406" y="0"/>
                  </a:lnTo>
                  <a:cubicBezTo>
                    <a:pt x="4007309" y="0"/>
                    <a:pt x="4011052" y="1550"/>
                    <a:pt x="4013812" y="4310"/>
                  </a:cubicBezTo>
                  <a:cubicBezTo>
                    <a:pt x="4016572" y="7070"/>
                    <a:pt x="4018123" y="10813"/>
                    <a:pt x="4018123" y="14716"/>
                  </a:cubicBezTo>
                  <a:lnTo>
                    <a:pt x="4018123" y="2251487"/>
                  </a:lnTo>
                  <a:cubicBezTo>
                    <a:pt x="4018123" y="2255390"/>
                    <a:pt x="4016572" y="2259133"/>
                    <a:pt x="4013812" y="2261893"/>
                  </a:cubicBezTo>
                  <a:cubicBezTo>
                    <a:pt x="4011052" y="2264653"/>
                    <a:pt x="4007309" y="2266203"/>
                    <a:pt x="4003406" y="2266203"/>
                  </a:cubicBezTo>
                  <a:lnTo>
                    <a:pt x="14716" y="2266203"/>
                  </a:lnTo>
                  <a:cubicBezTo>
                    <a:pt x="10813" y="2266203"/>
                    <a:pt x="7070" y="2264653"/>
                    <a:pt x="4310" y="2261893"/>
                  </a:cubicBezTo>
                  <a:cubicBezTo>
                    <a:pt x="1550" y="2259133"/>
                    <a:pt x="0" y="2255390"/>
                    <a:pt x="0" y="2251487"/>
                  </a:cubicBezTo>
                  <a:lnTo>
                    <a:pt x="0" y="14716"/>
                  </a:lnTo>
                  <a:cubicBezTo>
                    <a:pt x="0" y="10813"/>
                    <a:pt x="1550" y="7070"/>
                    <a:pt x="4310" y="4310"/>
                  </a:cubicBezTo>
                  <a:cubicBezTo>
                    <a:pt x="7070" y="1550"/>
                    <a:pt x="10813" y="0"/>
                    <a:pt x="14716" y="0"/>
                  </a:cubicBezTo>
                  <a:close/>
                </a:path>
              </a:pathLst>
            </a:custGeom>
            <a:solidFill>
              <a:srgbClr val="C6B7A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85E55C67-538C-2C5E-7ADF-3B3F0D22B14D}"/>
                </a:ext>
              </a:extLst>
            </p:cNvPr>
            <p:cNvSpPr txBox="1"/>
            <p:nvPr/>
          </p:nvSpPr>
          <p:spPr>
            <a:xfrm>
              <a:off x="0" y="-38100"/>
              <a:ext cx="4018122" cy="2304303"/>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a:extLst>
              <a:ext uri="{FF2B5EF4-FFF2-40B4-BE49-F238E27FC236}">
                <a16:creationId xmlns:a16="http://schemas.microsoft.com/office/drawing/2014/main" id="{2C17F1F7-6746-9FAE-B96F-12CC6F9BF3A8}"/>
              </a:ext>
            </a:extLst>
          </p:cNvPr>
          <p:cNvSpPr/>
          <p:nvPr/>
        </p:nvSpPr>
        <p:spPr>
          <a:xfrm rot="-5400000">
            <a:off x="16416216" y="5195731"/>
            <a:ext cx="962680" cy="2578608"/>
          </a:xfrm>
          <a:custGeom>
            <a:avLst/>
            <a:gdLst/>
            <a:ahLst/>
            <a:cxnLst/>
            <a:rect l="l" t="t" r="r" b="b"/>
            <a:pathLst>
              <a:path w="962680" h="2578608">
                <a:moveTo>
                  <a:pt x="0" y="0"/>
                </a:moveTo>
                <a:lnTo>
                  <a:pt x="962680" y="0"/>
                </a:lnTo>
                <a:lnTo>
                  <a:pt x="962680" y="2578608"/>
                </a:lnTo>
                <a:lnTo>
                  <a:pt x="0" y="2578608"/>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Freeform 6">
            <a:extLst>
              <a:ext uri="{FF2B5EF4-FFF2-40B4-BE49-F238E27FC236}">
                <a16:creationId xmlns:a16="http://schemas.microsoft.com/office/drawing/2014/main" id="{9A570A3C-C15E-64BA-9952-5C337CF87741}"/>
              </a:ext>
            </a:extLst>
          </p:cNvPr>
          <p:cNvSpPr/>
          <p:nvPr/>
        </p:nvSpPr>
        <p:spPr>
          <a:xfrm rot="-5400000">
            <a:off x="16149303" y="2563412"/>
            <a:ext cx="1496505" cy="2814855"/>
          </a:xfrm>
          <a:custGeom>
            <a:avLst/>
            <a:gdLst/>
            <a:ahLst/>
            <a:cxnLst/>
            <a:rect l="l" t="t" r="r" b="b"/>
            <a:pathLst>
              <a:path w="1496505" h="2814855">
                <a:moveTo>
                  <a:pt x="0" y="0"/>
                </a:moveTo>
                <a:lnTo>
                  <a:pt x="1496505" y="0"/>
                </a:lnTo>
                <a:lnTo>
                  <a:pt x="1496505" y="2814855"/>
                </a:lnTo>
                <a:lnTo>
                  <a:pt x="0" y="2814855"/>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Freeform 7">
            <a:extLst>
              <a:ext uri="{FF2B5EF4-FFF2-40B4-BE49-F238E27FC236}">
                <a16:creationId xmlns:a16="http://schemas.microsoft.com/office/drawing/2014/main" id="{5A9DB33B-076D-43C0-6FCE-E85AC412CBD5}"/>
              </a:ext>
            </a:extLst>
          </p:cNvPr>
          <p:cNvSpPr/>
          <p:nvPr/>
        </p:nvSpPr>
        <p:spPr>
          <a:xfrm rot="-5473987">
            <a:off x="16139311" y="3869291"/>
            <a:ext cx="1316802" cy="2834168"/>
          </a:xfrm>
          <a:custGeom>
            <a:avLst/>
            <a:gdLst/>
            <a:ahLst/>
            <a:cxnLst/>
            <a:rect l="l" t="t" r="r" b="b"/>
            <a:pathLst>
              <a:path w="1316802" h="2834168">
                <a:moveTo>
                  <a:pt x="0" y="0"/>
                </a:moveTo>
                <a:lnTo>
                  <a:pt x="1316801" y="0"/>
                </a:lnTo>
                <a:lnTo>
                  <a:pt x="1316801" y="2834168"/>
                </a:lnTo>
                <a:lnTo>
                  <a:pt x="0" y="2834168"/>
                </a:lnTo>
                <a:lnTo>
                  <a:pt x="0" y="0"/>
                </a:lnTo>
                <a:close/>
              </a:path>
            </a:pathLst>
          </a:custGeom>
          <a:blipFill>
            <a:blip r:embed="rId4"/>
            <a:stretch>
              <a:fillRect l="-6837"/>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Freeform 8">
            <a:extLst>
              <a:ext uri="{FF2B5EF4-FFF2-40B4-BE49-F238E27FC236}">
                <a16:creationId xmlns:a16="http://schemas.microsoft.com/office/drawing/2014/main" id="{FBE072E7-876E-4EFC-C8BA-F50E429DC9F4}"/>
              </a:ext>
            </a:extLst>
          </p:cNvPr>
          <p:cNvSpPr/>
          <p:nvPr/>
        </p:nvSpPr>
        <p:spPr>
          <a:xfrm rot="-5466484">
            <a:off x="16099554" y="6159632"/>
            <a:ext cx="1396316" cy="3127166"/>
          </a:xfrm>
          <a:custGeom>
            <a:avLst/>
            <a:gdLst/>
            <a:ahLst/>
            <a:cxnLst/>
            <a:rect l="l" t="t" r="r" b="b"/>
            <a:pathLst>
              <a:path w="1396316" h="3127166">
                <a:moveTo>
                  <a:pt x="0" y="0"/>
                </a:moveTo>
                <a:lnTo>
                  <a:pt x="1396316" y="0"/>
                </a:lnTo>
                <a:lnTo>
                  <a:pt x="1396316" y="3127166"/>
                </a:lnTo>
                <a:lnTo>
                  <a:pt x="0" y="3127166"/>
                </a:lnTo>
                <a:lnTo>
                  <a:pt x="0" y="0"/>
                </a:lnTo>
                <a:close/>
              </a:path>
            </a:pathLst>
          </a:custGeom>
          <a:blipFill>
            <a:blip r:embed="rId5"/>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Freeform 9">
            <a:extLst>
              <a:ext uri="{FF2B5EF4-FFF2-40B4-BE49-F238E27FC236}">
                <a16:creationId xmlns:a16="http://schemas.microsoft.com/office/drawing/2014/main" id="{EC8B7978-898D-7EA9-919F-7A58BB22F77C}"/>
              </a:ext>
            </a:extLst>
          </p:cNvPr>
          <p:cNvSpPr/>
          <p:nvPr/>
        </p:nvSpPr>
        <p:spPr>
          <a:xfrm rot="-5400000">
            <a:off x="16309085" y="969997"/>
            <a:ext cx="1176942" cy="3061538"/>
          </a:xfrm>
          <a:custGeom>
            <a:avLst/>
            <a:gdLst/>
            <a:ahLst/>
            <a:cxnLst/>
            <a:rect l="l" t="t" r="r" b="b"/>
            <a:pathLst>
              <a:path w="1176942" h="3061538">
                <a:moveTo>
                  <a:pt x="0" y="0"/>
                </a:moveTo>
                <a:lnTo>
                  <a:pt x="1176942" y="0"/>
                </a:lnTo>
                <a:lnTo>
                  <a:pt x="1176942" y="3061538"/>
                </a:lnTo>
                <a:lnTo>
                  <a:pt x="0" y="3061538"/>
                </a:lnTo>
                <a:lnTo>
                  <a:pt x="0" y="0"/>
                </a:lnTo>
                <a:close/>
              </a:path>
            </a:pathLst>
          </a:custGeom>
          <a:blipFill>
            <a:blip r:embed="rId6"/>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0" name="Group 10">
            <a:extLst>
              <a:ext uri="{FF2B5EF4-FFF2-40B4-BE49-F238E27FC236}">
                <a16:creationId xmlns:a16="http://schemas.microsoft.com/office/drawing/2014/main" id="{64CB59FB-E895-37C3-FD2F-24102734442C}"/>
              </a:ext>
            </a:extLst>
          </p:cNvPr>
          <p:cNvGrpSpPr/>
          <p:nvPr/>
        </p:nvGrpSpPr>
        <p:grpSpPr>
          <a:xfrm>
            <a:off x="603650" y="508040"/>
            <a:ext cx="16372589" cy="9270920"/>
            <a:chOff x="0" y="0"/>
            <a:chExt cx="4312122" cy="2441724"/>
          </a:xfrm>
        </p:grpSpPr>
        <p:sp>
          <p:nvSpPr>
            <p:cNvPr id="11" name="Freeform 11">
              <a:extLst>
                <a:ext uri="{FF2B5EF4-FFF2-40B4-BE49-F238E27FC236}">
                  <a16:creationId xmlns:a16="http://schemas.microsoft.com/office/drawing/2014/main" id="{882F2074-A419-02B7-0957-3E11D3A10F93}"/>
                </a:ext>
              </a:extLst>
            </p:cNvPr>
            <p:cNvSpPr/>
            <p:nvPr/>
          </p:nvSpPr>
          <p:spPr>
            <a:xfrm>
              <a:off x="0" y="0"/>
              <a:ext cx="4312122" cy="2441724"/>
            </a:xfrm>
            <a:custGeom>
              <a:avLst/>
              <a:gdLst/>
              <a:ahLst/>
              <a:cxnLst/>
              <a:rect l="l" t="t" r="r" b="b"/>
              <a:pathLst>
                <a:path w="4312122" h="2441724">
                  <a:moveTo>
                    <a:pt x="13713" y="0"/>
                  </a:moveTo>
                  <a:lnTo>
                    <a:pt x="4298410" y="0"/>
                  </a:lnTo>
                  <a:cubicBezTo>
                    <a:pt x="4302046" y="0"/>
                    <a:pt x="4305534" y="1445"/>
                    <a:pt x="4308106" y="4016"/>
                  </a:cubicBezTo>
                  <a:cubicBezTo>
                    <a:pt x="4310678" y="6588"/>
                    <a:pt x="4312122" y="10076"/>
                    <a:pt x="4312122" y="13713"/>
                  </a:cubicBezTo>
                  <a:lnTo>
                    <a:pt x="4312122" y="2428011"/>
                  </a:lnTo>
                  <a:cubicBezTo>
                    <a:pt x="4312122" y="2431648"/>
                    <a:pt x="4310678" y="2435135"/>
                    <a:pt x="4308106" y="2437707"/>
                  </a:cubicBezTo>
                  <a:cubicBezTo>
                    <a:pt x="4305534" y="2440279"/>
                    <a:pt x="4302046" y="2441724"/>
                    <a:pt x="4298410" y="2441724"/>
                  </a:cubicBezTo>
                  <a:lnTo>
                    <a:pt x="13713" y="2441724"/>
                  </a:lnTo>
                  <a:cubicBezTo>
                    <a:pt x="10076" y="2441724"/>
                    <a:pt x="6588" y="2440279"/>
                    <a:pt x="4016" y="2437707"/>
                  </a:cubicBezTo>
                  <a:cubicBezTo>
                    <a:pt x="1445" y="2435135"/>
                    <a:pt x="0" y="2431648"/>
                    <a:pt x="0" y="2428011"/>
                  </a:cubicBezTo>
                  <a:lnTo>
                    <a:pt x="0" y="13713"/>
                  </a:lnTo>
                  <a:cubicBezTo>
                    <a:pt x="0" y="10076"/>
                    <a:pt x="1445" y="6588"/>
                    <a:pt x="4016" y="4016"/>
                  </a:cubicBezTo>
                  <a:cubicBezTo>
                    <a:pt x="6588" y="1445"/>
                    <a:pt x="10076" y="0"/>
                    <a:pt x="1371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Box 12">
              <a:extLst>
                <a:ext uri="{FF2B5EF4-FFF2-40B4-BE49-F238E27FC236}">
                  <a16:creationId xmlns:a16="http://schemas.microsoft.com/office/drawing/2014/main" id="{D5F18A1D-E176-AD5A-C7E6-EB1E530F0AF6}"/>
                </a:ext>
              </a:extLst>
            </p:cNvPr>
            <p:cNvSpPr txBox="1"/>
            <p:nvPr/>
          </p:nvSpPr>
          <p:spPr>
            <a:xfrm>
              <a:off x="0" y="-38100"/>
              <a:ext cx="4312122" cy="247982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3" name="Freeform 13">
            <a:extLst>
              <a:ext uri="{FF2B5EF4-FFF2-40B4-BE49-F238E27FC236}">
                <a16:creationId xmlns:a16="http://schemas.microsoft.com/office/drawing/2014/main" id="{342C6236-2C48-7D55-BDEF-149AE0451FED}"/>
              </a:ext>
            </a:extLst>
          </p:cNvPr>
          <p:cNvSpPr/>
          <p:nvPr/>
        </p:nvSpPr>
        <p:spPr>
          <a:xfrm>
            <a:off x="234255" y="508040"/>
            <a:ext cx="1155550" cy="9210904"/>
          </a:xfrm>
          <a:custGeom>
            <a:avLst/>
            <a:gdLst/>
            <a:ahLst/>
            <a:cxnLst/>
            <a:rect l="l" t="t" r="r" b="b"/>
            <a:pathLst>
              <a:path w="1155550" h="9210904">
                <a:moveTo>
                  <a:pt x="0" y="0"/>
                </a:moveTo>
                <a:lnTo>
                  <a:pt x="1155549" y="0"/>
                </a:lnTo>
                <a:lnTo>
                  <a:pt x="1155549" y="9210904"/>
                </a:lnTo>
                <a:lnTo>
                  <a:pt x="0" y="921090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Box 14">
            <a:extLst>
              <a:ext uri="{FF2B5EF4-FFF2-40B4-BE49-F238E27FC236}">
                <a16:creationId xmlns:a16="http://schemas.microsoft.com/office/drawing/2014/main" id="{45AEA6E4-D7A3-7B6A-43EE-DE8C82B7B471}"/>
              </a:ext>
            </a:extLst>
          </p:cNvPr>
          <p:cNvSpPr txBox="1"/>
          <p:nvPr/>
        </p:nvSpPr>
        <p:spPr>
          <a:xfrm>
            <a:off x="1646203" y="1710701"/>
            <a:ext cx="15090501" cy="6805581"/>
          </a:xfrm>
          <a:prstGeom prst="rect">
            <a:avLst/>
          </a:prstGeom>
        </p:spPr>
        <p:txBody>
          <a:bodyPr wrap="square" lIns="0" tIns="0" rIns="0" bIns="0" rtlCol="0" anchor="t">
            <a:spAutoFit/>
          </a:bodyPr>
          <a:lstStyle/>
          <a:p>
            <a:pPr algn="just">
              <a:lnSpc>
                <a:spcPct val="150000"/>
              </a:lnSpc>
            </a:pPr>
            <a:r>
              <a:rPr lang="vi-VN" sz="5000" b="1" kern="100">
                <a:latin typeface="American Typewriter" panose="02090604020004020304" pitchFamily="18" charset="77"/>
                <a:ea typeface="Calibri" panose="020F0502020204030204" pitchFamily="34" charset="0"/>
                <a:cs typeface="Times New Roman" panose="02020603050405020304" pitchFamily="18" charset="0"/>
              </a:rPr>
              <a:t>3. Reading books can help us widen our knowledge, and ____.</a:t>
            </a:r>
          </a:p>
          <a:p>
            <a:pPr algn="just">
              <a:lnSpc>
                <a:spcPct val="150000"/>
              </a:lnSpc>
            </a:pPr>
            <a:r>
              <a:rPr lang="vi-VN" sz="5000" b="1" kern="100">
                <a:solidFill>
                  <a:srgbClr val="FF2600"/>
                </a:solidFill>
                <a:latin typeface="American Typewriter" panose="02090604020004020304" pitchFamily="18" charset="77"/>
                <a:ea typeface="Calibri" panose="020F0502020204030204" pitchFamily="34" charset="0"/>
                <a:cs typeface="Times New Roman" panose="02020603050405020304" pitchFamily="18" charset="0"/>
              </a:rPr>
              <a:t>→ it also improves our thinking skills</a:t>
            </a:r>
          </a:p>
          <a:p>
            <a:pPr algn="just">
              <a:lnSpc>
                <a:spcPct val="150000"/>
              </a:lnSpc>
            </a:pPr>
            <a:r>
              <a:rPr lang="vi-VN" sz="5000" b="1" kern="100">
                <a:solidFill>
                  <a:srgbClr val="FF2600"/>
                </a:solidFill>
                <a:latin typeface="American Typewriter" panose="02090604020004020304" pitchFamily="18" charset="77"/>
                <a:ea typeface="Calibri" panose="020F0502020204030204" pitchFamily="34" charset="0"/>
                <a:cs typeface="Times New Roman" panose="02020603050405020304" pitchFamily="18" charset="0"/>
              </a:rPr>
              <a:t>→ it allows us to become more creative</a:t>
            </a:r>
          </a:p>
          <a:p>
            <a:pPr algn="just">
              <a:lnSpc>
                <a:spcPct val="150000"/>
              </a:lnSpc>
            </a:pPr>
            <a:r>
              <a:rPr lang="vi-VN" sz="5000" b="1" kern="100">
                <a:solidFill>
                  <a:srgbClr val="FF2600"/>
                </a:solidFill>
                <a:latin typeface="American Typewriter" panose="02090604020004020304" pitchFamily="18" charset="77"/>
                <a:ea typeface="Calibri" panose="020F0502020204030204" pitchFamily="34" charset="0"/>
                <a:cs typeface="Times New Roman" panose="02020603050405020304" pitchFamily="18" charset="0"/>
              </a:rPr>
              <a:t>→ it gives us valuable lessons about life</a:t>
            </a:r>
          </a:p>
          <a:p>
            <a:pPr algn="just">
              <a:lnSpc>
                <a:spcPct val="150000"/>
              </a:lnSpc>
            </a:pPr>
            <a:r>
              <a:rPr lang="vi-VN" sz="5000" b="1" kern="100">
                <a:solidFill>
                  <a:srgbClr val="FF2600"/>
                </a:solidFill>
                <a:latin typeface="American Typewriter" panose="02090604020004020304" pitchFamily="18" charset="77"/>
                <a:ea typeface="Calibri" panose="020F0502020204030204" pitchFamily="34" charset="0"/>
                <a:cs typeface="Times New Roman" panose="02020603050405020304" pitchFamily="18" charset="0"/>
              </a:rPr>
              <a:t>→ we can enrich our vocabulary</a:t>
            </a:r>
          </a:p>
        </p:txBody>
      </p:sp>
    </p:spTree>
    <p:extLst>
      <p:ext uri="{BB962C8B-B14F-4D97-AF65-F5344CB8AC3E}">
        <p14:creationId xmlns:p14="http://schemas.microsoft.com/office/powerpoint/2010/main" val="2745401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additive="base">
                                        <p:cTn id="7"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xEl>
                                              <p:pRg st="1" end="1"/>
                                            </p:txEl>
                                          </p:spTgt>
                                        </p:tgtEl>
                                        <p:attrNameLst>
                                          <p:attrName>style.visibility</p:attrName>
                                        </p:attrNameLst>
                                      </p:cBhvr>
                                      <p:to>
                                        <p:strVal val="visible"/>
                                      </p:to>
                                    </p:set>
                                    <p:anim calcmode="lin" valueType="num">
                                      <p:cBhvr additive="base">
                                        <p:cTn id="13"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4">
                                            <p:txEl>
                                              <p:pRg st="2" end="2"/>
                                            </p:txEl>
                                          </p:spTgt>
                                        </p:tgtEl>
                                        <p:attrNameLst>
                                          <p:attrName>style.visibility</p:attrName>
                                        </p:attrNameLst>
                                      </p:cBhvr>
                                      <p:to>
                                        <p:strVal val="visible"/>
                                      </p:to>
                                    </p:set>
                                    <p:anim calcmode="lin" valueType="num">
                                      <p:cBhvr additive="base">
                                        <p:cTn id="17" dur="500" fill="hold"/>
                                        <p:tgtEl>
                                          <p:spTgt spid="1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4">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4">
                                            <p:txEl>
                                              <p:pRg st="3" end="3"/>
                                            </p:txEl>
                                          </p:spTgt>
                                        </p:tgtEl>
                                        <p:attrNameLst>
                                          <p:attrName>style.visibility</p:attrName>
                                        </p:attrNameLst>
                                      </p:cBhvr>
                                      <p:to>
                                        <p:strVal val="visible"/>
                                      </p:to>
                                    </p:set>
                                    <p:anim calcmode="lin" valueType="num">
                                      <p:cBhvr additive="base">
                                        <p:cTn id="21" dur="500" fill="hold"/>
                                        <p:tgtEl>
                                          <p:spTgt spid="14">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4">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4">
                                            <p:txEl>
                                              <p:pRg st="4" end="4"/>
                                            </p:txEl>
                                          </p:spTgt>
                                        </p:tgtEl>
                                        <p:attrNameLst>
                                          <p:attrName>style.visibility</p:attrName>
                                        </p:attrNameLst>
                                      </p:cBhvr>
                                      <p:to>
                                        <p:strVal val="visible"/>
                                      </p:to>
                                    </p:set>
                                    <p:anim calcmode="lin" valueType="num">
                                      <p:cBhvr additive="base">
                                        <p:cTn id="25" dur="500" fill="hold"/>
                                        <p:tgtEl>
                                          <p:spTgt spid="1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bg>
      <p:bgPr>
        <a:solidFill>
          <a:srgbClr val="F3E1D1"/>
        </a:solidFill>
        <a:effectLst/>
      </p:bgPr>
    </p:bg>
    <p:spTree>
      <p:nvGrpSpPr>
        <p:cNvPr id="1" name="">
          <a:extLst>
            <a:ext uri="{FF2B5EF4-FFF2-40B4-BE49-F238E27FC236}">
              <a16:creationId xmlns:a16="http://schemas.microsoft.com/office/drawing/2014/main" id="{DD96C653-5536-4785-F612-6C33A98F97F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F83FB04-99C3-1997-63EC-AA26ECE9F6A1}"/>
              </a:ext>
            </a:extLst>
          </p:cNvPr>
          <p:cNvGrpSpPr/>
          <p:nvPr/>
        </p:nvGrpSpPr>
        <p:grpSpPr>
          <a:xfrm rot="148260">
            <a:off x="1824598" y="1813471"/>
            <a:ext cx="15256309" cy="8604490"/>
            <a:chOff x="0" y="0"/>
            <a:chExt cx="4018122" cy="2266203"/>
          </a:xfrm>
        </p:grpSpPr>
        <p:sp>
          <p:nvSpPr>
            <p:cNvPr id="3" name="Freeform 3">
              <a:extLst>
                <a:ext uri="{FF2B5EF4-FFF2-40B4-BE49-F238E27FC236}">
                  <a16:creationId xmlns:a16="http://schemas.microsoft.com/office/drawing/2014/main" id="{D84F2497-E08C-A652-0F9A-022033E65A45}"/>
                </a:ext>
              </a:extLst>
            </p:cNvPr>
            <p:cNvSpPr/>
            <p:nvPr/>
          </p:nvSpPr>
          <p:spPr>
            <a:xfrm>
              <a:off x="0" y="0"/>
              <a:ext cx="4018123" cy="2266203"/>
            </a:xfrm>
            <a:custGeom>
              <a:avLst/>
              <a:gdLst/>
              <a:ahLst/>
              <a:cxnLst/>
              <a:rect l="l" t="t" r="r" b="b"/>
              <a:pathLst>
                <a:path w="4018123" h="2266203">
                  <a:moveTo>
                    <a:pt x="14716" y="0"/>
                  </a:moveTo>
                  <a:lnTo>
                    <a:pt x="4003406" y="0"/>
                  </a:lnTo>
                  <a:cubicBezTo>
                    <a:pt x="4007309" y="0"/>
                    <a:pt x="4011052" y="1550"/>
                    <a:pt x="4013812" y="4310"/>
                  </a:cubicBezTo>
                  <a:cubicBezTo>
                    <a:pt x="4016572" y="7070"/>
                    <a:pt x="4018123" y="10813"/>
                    <a:pt x="4018123" y="14716"/>
                  </a:cubicBezTo>
                  <a:lnTo>
                    <a:pt x="4018123" y="2251487"/>
                  </a:lnTo>
                  <a:cubicBezTo>
                    <a:pt x="4018123" y="2255390"/>
                    <a:pt x="4016572" y="2259133"/>
                    <a:pt x="4013812" y="2261893"/>
                  </a:cubicBezTo>
                  <a:cubicBezTo>
                    <a:pt x="4011052" y="2264653"/>
                    <a:pt x="4007309" y="2266203"/>
                    <a:pt x="4003406" y="2266203"/>
                  </a:cubicBezTo>
                  <a:lnTo>
                    <a:pt x="14716" y="2266203"/>
                  </a:lnTo>
                  <a:cubicBezTo>
                    <a:pt x="10813" y="2266203"/>
                    <a:pt x="7070" y="2264653"/>
                    <a:pt x="4310" y="2261893"/>
                  </a:cubicBezTo>
                  <a:cubicBezTo>
                    <a:pt x="1550" y="2259133"/>
                    <a:pt x="0" y="2255390"/>
                    <a:pt x="0" y="2251487"/>
                  </a:cubicBezTo>
                  <a:lnTo>
                    <a:pt x="0" y="14716"/>
                  </a:lnTo>
                  <a:cubicBezTo>
                    <a:pt x="0" y="10813"/>
                    <a:pt x="1550" y="7070"/>
                    <a:pt x="4310" y="4310"/>
                  </a:cubicBezTo>
                  <a:cubicBezTo>
                    <a:pt x="7070" y="1550"/>
                    <a:pt x="10813" y="0"/>
                    <a:pt x="14716" y="0"/>
                  </a:cubicBezTo>
                  <a:close/>
                </a:path>
              </a:pathLst>
            </a:custGeom>
            <a:solidFill>
              <a:srgbClr val="C6B7A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0380E3DA-9F63-CD3F-A979-2B7133812C5E}"/>
                </a:ext>
              </a:extLst>
            </p:cNvPr>
            <p:cNvSpPr txBox="1"/>
            <p:nvPr/>
          </p:nvSpPr>
          <p:spPr>
            <a:xfrm>
              <a:off x="0" y="-38100"/>
              <a:ext cx="4018122" cy="2304303"/>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a:extLst>
              <a:ext uri="{FF2B5EF4-FFF2-40B4-BE49-F238E27FC236}">
                <a16:creationId xmlns:a16="http://schemas.microsoft.com/office/drawing/2014/main" id="{C46A982E-A3E7-7278-CF68-6E3D092F84BA}"/>
              </a:ext>
            </a:extLst>
          </p:cNvPr>
          <p:cNvSpPr/>
          <p:nvPr/>
        </p:nvSpPr>
        <p:spPr>
          <a:xfrm rot="-5400000">
            <a:off x="16416216" y="5195731"/>
            <a:ext cx="962680" cy="2578608"/>
          </a:xfrm>
          <a:custGeom>
            <a:avLst/>
            <a:gdLst/>
            <a:ahLst/>
            <a:cxnLst/>
            <a:rect l="l" t="t" r="r" b="b"/>
            <a:pathLst>
              <a:path w="962680" h="2578608">
                <a:moveTo>
                  <a:pt x="0" y="0"/>
                </a:moveTo>
                <a:lnTo>
                  <a:pt x="962680" y="0"/>
                </a:lnTo>
                <a:lnTo>
                  <a:pt x="962680" y="2578608"/>
                </a:lnTo>
                <a:lnTo>
                  <a:pt x="0" y="2578608"/>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Freeform 6">
            <a:extLst>
              <a:ext uri="{FF2B5EF4-FFF2-40B4-BE49-F238E27FC236}">
                <a16:creationId xmlns:a16="http://schemas.microsoft.com/office/drawing/2014/main" id="{AA023126-5EC5-3C1E-8284-8B78CA796950}"/>
              </a:ext>
            </a:extLst>
          </p:cNvPr>
          <p:cNvSpPr/>
          <p:nvPr/>
        </p:nvSpPr>
        <p:spPr>
          <a:xfrm rot="-5400000">
            <a:off x="16149303" y="2563412"/>
            <a:ext cx="1496505" cy="2814855"/>
          </a:xfrm>
          <a:custGeom>
            <a:avLst/>
            <a:gdLst/>
            <a:ahLst/>
            <a:cxnLst/>
            <a:rect l="l" t="t" r="r" b="b"/>
            <a:pathLst>
              <a:path w="1496505" h="2814855">
                <a:moveTo>
                  <a:pt x="0" y="0"/>
                </a:moveTo>
                <a:lnTo>
                  <a:pt x="1496505" y="0"/>
                </a:lnTo>
                <a:lnTo>
                  <a:pt x="1496505" y="2814855"/>
                </a:lnTo>
                <a:lnTo>
                  <a:pt x="0" y="2814855"/>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Freeform 7">
            <a:extLst>
              <a:ext uri="{FF2B5EF4-FFF2-40B4-BE49-F238E27FC236}">
                <a16:creationId xmlns:a16="http://schemas.microsoft.com/office/drawing/2014/main" id="{185116F6-D455-1E2D-5278-46407107858C}"/>
              </a:ext>
            </a:extLst>
          </p:cNvPr>
          <p:cNvSpPr/>
          <p:nvPr/>
        </p:nvSpPr>
        <p:spPr>
          <a:xfrm rot="-5473987">
            <a:off x="16139311" y="3869291"/>
            <a:ext cx="1316802" cy="2834168"/>
          </a:xfrm>
          <a:custGeom>
            <a:avLst/>
            <a:gdLst/>
            <a:ahLst/>
            <a:cxnLst/>
            <a:rect l="l" t="t" r="r" b="b"/>
            <a:pathLst>
              <a:path w="1316802" h="2834168">
                <a:moveTo>
                  <a:pt x="0" y="0"/>
                </a:moveTo>
                <a:lnTo>
                  <a:pt x="1316801" y="0"/>
                </a:lnTo>
                <a:lnTo>
                  <a:pt x="1316801" y="2834168"/>
                </a:lnTo>
                <a:lnTo>
                  <a:pt x="0" y="2834168"/>
                </a:lnTo>
                <a:lnTo>
                  <a:pt x="0" y="0"/>
                </a:lnTo>
                <a:close/>
              </a:path>
            </a:pathLst>
          </a:custGeom>
          <a:blipFill>
            <a:blip r:embed="rId4"/>
            <a:stretch>
              <a:fillRect l="-6837"/>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Freeform 8">
            <a:extLst>
              <a:ext uri="{FF2B5EF4-FFF2-40B4-BE49-F238E27FC236}">
                <a16:creationId xmlns:a16="http://schemas.microsoft.com/office/drawing/2014/main" id="{20BBA1E9-B4FF-C5D1-2079-2CC4FF79143C}"/>
              </a:ext>
            </a:extLst>
          </p:cNvPr>
          <p:cNvSpPr/>
          <p:nvPr/>
        </p:nvSpPr>
        <p:spPr>
          <a:xfrm rot="-5466484">
            <a:off x="16099554" y="6159632"/>
            <a:ext cx="1396316" cy="3127166"/>
          </a:xfrm>
          <a:custGeom>
            <a:avLst/>
            <a:gdLst/>
            <a:ahLst/>
            <a:cxnLst/>
            <a:rect l="l" t="t" r="r" b="b"/>
            <a:pathLst>
              <a:path w="1396316" h="3127166">
                <a:moveTo>
                  <a:pt x="0" y="0"/>
                </a:moveTo>
                <a:lnTo>
                  <a:pt x="1396316" y="0"/>
                </a:lnTo>
                <a:lnTo>
                  <a:pt x="1396316" y="3127166"/>
                </a:lnTo>
                <a:lnTo>
                  <a:pt x="0" y="3127166"/>
                </a:lnTo>
                <a:lnTo>
                  <a:pt x="0" y="0"/>
                </a:lnTo>
                <a:close/>
              </a:path>
            </a:pathLst>
          </a:custGeom>
          <a:blipFill>
            <a:blip r:embed="rId5"/>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Freeform 9">
            <a:extLst>
              <a:ext uri="{FF2B5EF4-FFF2-40B4-BE49-F238E27FC236}">
                <a16:creationId xmlns:a16="http://schemas.microsoft.com/office/drawing/2014/main" id="{04A7F7BE-580E-8629-19CB-6EFE3A8B6A6E}"/>
              </a:ext>
            </a:extLst>
          </p:cNvPr>
          <p:cNvSpPr/>
          <p:nvPr/>
        </p:nvSpPr>
        <p:spPr>
          <a:xfrm rot="-5400000">
            <a:off x="16309085" y="969997"/>
            <a:ext cx="1176942" cy="3061538"/>
          </a:xfrm>
          <a:custGeom>
            <a:avLst/>
            <a:gdLst/>
            <a:ahLst/>
            <a:cxnLst/>
            <a:rect l="l" t="t" r="r" b="b"/>
            <a:pathLst>
              <a:path w="1176942" h="3061538">
                <a:moveTo>
                  <a:pt x="0" y="0"/>
                </a:moveTo>
                <a:lnTo>
                  <a:pt x="1176942" y="0"/>
                </a:lnTo>
                <a:lnTo>
                  <a:pt x="1176942" y="3061538"/>
                </a:lnTo>
                <a:lnTo>
                  <a:pt x="0" y="3061538"/>
                </a:lnTo>
                <a:lnTo>
                  <a:pt x="0" y="0"/>
                </a:lnTo>
                <a:close/>
              </a:path>
            </a:pathLst>
          </a:custGeom>
          <a:blipFill>
            <a:blip r:embed="rId6"/>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0" name="Group 10">
            <a:extLst>
              <a:ext uri="{FF2B5EF4-FFF2-40B4-BE49-F238E27FC236}">
                <a16:creationId xmlns:a16="http://schemas.microsoft.com/office/drawing/2014/main" id="{86CB183E-E5C7-6BE5-77B6-129C7D7BA6A1}"/>
              </a:ext>
            </a:extLst>
          </p:cNvPr>
          <p:cNvGrpSpPr/>
          <p:nvPr/>
        </p:nvGrpSpPr>
        <p:grpSpPr>
          <a:xfrm>
            <a:off x="603650" y="508040"/>
            <a:ext cx="16372589" cy="9270920"/>
            <a:chOff x="0" y="0"/>
            <a:chExt cx="4312122" cy="2441724"/>
          </a:xfrm>
        </p:grpSpPr>
        <p:sp>
          <p:nvSpPr>
            <p:cNvPr id="11" name="Freeform 11">
              <a:extLst>
                <a:ext uri="{FF2B5EF4-FFF2-40B4-BE49-F238E27FC236}">
                  <a16:creationId xmlns:a16="http://schemas.microsoft.com/office/drawing/2014/main" id="{565E8D0C-ACD1-C52E-7D66-5A7442321B8E}"/>
                </a:ext>
              </a:extLst>
            </p:cNvPr>
            <p:cNvSpPr/>
            <p:nvPr/>
          </p:nvSpPr>
          <p:spPr>
            <a:xfrm>
              <a:off x="0" y="0"/>
              <a:ext cx="4312122" cy="2441724"/>
            </a:xfrm>
            <a:custGeom>
              <a:avLst/>
              <a:gdLst/>
              <a:ahLst/>
              <a:cxnLst/>
              <a:rect l="l" t="t" r="r" b="b"/>
              <a:pathLst>
                <a:path w="4312122" h="2441724">
                  <a:moveTo>
                    <a:pt x="13713" y="0"/>
                  </a:moveTo>
                  <a:lnTo>
                    <a:pt x="4298410" y="0"/>
                  </a:lnTo>
                  <a:cubicBezTo>
                    <a:pt x="4302046" y="0"/>
                    <a:pt x="4305534" y="1445"/>
                    <a:pt x="4308106" y="4016"/>
                  </a:cubicBezTo>
                  <a:cubicBezTo>
                    <a:pt x="4310678" y="6588"/>
                    <a:pt x="4312122" y="10076"/>
                    <a:pt x="4312122" y="13713"/>
                  </a:cubicBezTo>
                  <a:lnTo>
                    <a:pt x="4312122" y="2428011"/>
                  </a:lnTo>
                  <a:cubicBezTo>
                    <a:pt x="4312122" y="2431648"/>
                    <a:pt x="4310678" y="2435135"/>
                    <a:pt x="4308106" y="2437707"/>
                  </a:cubicBezTo>
                  <a:cubicBezTo>
                    <a:pt x="4305534" y="2440279"/>
                    <a:pt x="4302046" y="2441724"/>
                    <a:pt x="4298410" y="2441724"/>
                  </a:cubicBezTo>
                  <a:lnTo>
                    <a:pt x="13713" y="2441724"/>
                  </a:lnTo>
                  <a:cubicBezTo>
                    <a:pt x="10076" y="2441724"/>
                    <a:pt x="6588" y="2440279"/>
                    <a:pt x="4016" y="2437707"/>
                  </a:cubicBezTo>
                  <a:cubicBezTo>
                    <a:pt x="1445" y="2435135"/>
                    <a:pt x="0" y="2431648"/>
                    <a:pt x="0" y="2428011"/>
                  </a:cubicBezTo>
                  <a:lnTo>
                    <a:pt x="0" y="13713"/>
                  </a:lnTo>
                  <a:cubicBezTo>
                    <a:pt x="0" y="10076"/>
                    <a:pt x="1445" y="6588"/>
                    <a:pt x="4016" y="4016"/>
                  </a:cubicBezTo>
                  <a:cubicBezTo>
                    <a:pt x="6588" y="1445"/>
                    <a:pt x="10076" y="0"/>
                    <a:pt x="1371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Box 12">
              <a:extLst>
                <a:ext uri="{FF2B5EF4-FFF2-40B4-BE49-F238E27FC236}">
                  <a16:creationId xmlns:a16="http://schemas.microsoft.com/office/drawing/2014/main" id="{057A7B3C-28C7-EE9E-63A9-4044A8E27B69}"/>
                </a:ext>
              </a:extLst>
            </p:cNvPr>
            <p:cNvSpPr txBox="1"/>
            <p:nvPr/>
          </p:nvSpPr>
          <p:spPr>
            <a:xfrm>
              <a:off x="0" y="-38100"/>
              <a:ext cx="4312122" cy="247982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3" name="Freeform 13">
            <a:extLst>
              <a:ext uri="{FF2B5EF4-FFF2-40B4-BE49-F238E27FC236}">
                <a16:creationId xmlns:a16="http://schemas.microsoft.com/office/drawing/2014/main" id="{4D3FE1C5-4480-0A13-42ED-5E1E4734731E}"/>
              </a:ext>
            </a:extLst>
          </p:cNvPr>
          <p:cNvSpPr/>
          <p:nvPr/>
        </p:nvSpPr>
        <p:spPr>
          <a:xfrm>
            <a:off x="234255" y="508040"/>
            <a:ext cx="1155550" cy="9210904"/>
          </a:xfrm>
          <a:custGeom>
            <a:avLst/>
            <a:gdLst/>
            <a:ahLst/>
            <a:cxnLst/>
            <a:rect l="l" t="t" r="r" b="b"/>
            <a:pathLst>
              <a:path w="1155550" h="9210904">
                <a:moveTo>
                  <a:pt x="0" y="0"/>
                </a:moveTo>
                <a:lnTo>
                  <a:pt x="1155549" y="0"/>
                </a:lnTo>
                <a:lnTo>
                  <a:pt x="1155549" y="9210904"/>
                </a:lnTo>
                <a:lnTo>
                  <a:pt x="0" y="921090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Box 14">
            <a:extLst>
              <a:ext uri="{FF2B5EF4-FFF2-40B4-BE49-F238E27FC236}">
                <a16:creationId xmlns:a16="http://schemas.microsoft.com/office/drawing/2014/main" id="{BFA4FCAE-0333-E608-F47D-B4ACFF25CEDF}"/>
              </a:ext>
            </a:extLst>
          </p:cNvPr>
          <p:cNvSpPr txBox="1"/>
          <p:nvPr/>
        </p:nvSpPr>
        <p:spPr>
          <a:xfrm>
            <a:off x="1646203" y="1710701"/>
            <a:ext cx="15090501" cy="6805581"/>
          </a:xfrm>
          <a:prstGeom prst="rect">
            <a:avLst/>
          </a:prstGeom>
        </p:spPr>
        <p:txBody>
          <a:bodyPr wrap="square" lIns="0" tIns="0" rIns="0" bIns="0" rtlCol="0" anchor="t">
            <a:spAutoFit/>
          </a:bodyPr>
          <a:lstStyle/>
          <a:p>
            <a:pPr algn="just">
              <a:lnSpc>
                <a:spcPct val="150000"/>
              </a:lnSpc>
            </a:pPr>
            <a:r>
              <a:rPr lang="vi-VN" sz="5000" b="1" kern="100">
                <a:latin typeface="American Typewriter" panose="02090604020004020304" pitchFamily="18" charset="77"/>
                <a:ea typeface="Calibri" panose="020F0502020204030204" pitchFamily="34" charset="0"/>
                <a:cs typeface="Times New Roman" panose="02020603050405020304" pitchFamily="18" charset="0"/>
              </a:rPr>
              <a:t>4. I still try to spend time doing homework every day although ____.</a:t>
            </a:r>
          </a:p>
          <a:p>
            <a:pPr algn="just">
              <a:lnSpc>
                <a:spcPct val="150000"/>
              </a:lnSpc>
            </a:pPr>
            <a:r>
              <a:rPr lang="vi-VN" sz="5000" b="1" kern="100">
                <a:solidFill>
                  <a:srgbClr val="FF2600"/>
                </a:solidFill>
                <a:latin typeface="American Typewriter" panose="02090604020004020304" pitchFamily="18" charset="77"/>
                <a:ea typeface="Calibri" panose="020F0502020204030204" pitchFamily="34" charset="0"/>
                <a:cs typeface="Times New Roman" panose="02020603050405020304" pitchFamily="18" charset="0"/>
              </a:rPr>
              <a:t>→ I have a lot of other things to do</a:t>
            </a:r>
          </a:p>
          <a:p>
            <a:pPr algn="just">
              <a:lnSpc>
                <a:spcPct val="150000"/>
              </a:lnSpc>
            </a:pPr>
            <a:r>
              <a:rPr lang="vi-VN" sz="5000" b="1" kern="100">
                <a:solidFill>
                  <a:srgbClr val="FF2600"/>
                </a:solidFill>
                <a:latin typeface="American Typewriter" panose="02090604020004020304" pitchFamily="18" charset="77"/>
                <a:ea typeface="Calibri" panose="020F0502020204030204" pitchFamily="34" charset="0"/>
                <a:cs typeface="Times New Roman" panose="02020603050405020304" pitchFamily="18" charset="0"/>
              </a:rPr>
              <a:t>→ I feel tired after school</a:t>
            </a:r>
          </a:p>
          <a:p>
            <a:pPr algn="just">
              <a:lnSpc>
                <a:spcPct val="150000"/>
              </a:lnSpc>
            </a:pPr>
            <a:r>
              <a:rPr lang="vi-VN" sz="5000" b="1" kern="100">
                <a:solidFill>
                  <a:srgbClr val="FF2600"/>
                </a:solidFill>
                <a:latin typeface="American Typewriter" panose="02090604020004020304" pitchFamily="18" charset="77"/>
                <a:ea typeface="Calibri" panose="020F0502020204030204" pitchFamily="34" charset="0"/>
                <a:cs typeface="Times New Roman" panose="02020603050405020304" pitchFamily="18" charset="0"/>
              </a:rPr>
              <a:t>→ I do not have a lot of free time</a:t>
            </a:r>
          </a:p>
          <a:p>
            <a:pPr algn="just">
              <a:lnSpc>
                <a:spcPct val="150000"/>
              </a:lnSpc>
            </a:pPr>
            <a:r>
              <a:rPr lang="vi-VN" sz="5000" b="1" kern="100">
                <a:solidFill>
                  <a:srgbClr val="FF2600"/>
                </a:solidFill>
                <a:latin typeface="American Typewriter" panose="02090604020004020304" pitchFamily="18" charset="77"/>
                <a:ea typeface="Calibri" panose="020F0502020204030204" pitchFamily="34" charset="0"/>
                <a:cs typeface="Times New Roman" panose="02020603050405020304" pitchFamily="18" charset="0"/>
              </a:rPr>
              <a:t>→ my schedule is always busy</a:t>
            </a:r>
          </a:p>
        </p:txBody>
      </p:sp>
    </p:spTree>
    <p:extLst>
      <p:ext uri="{BB962C8B-B14F-4D97-AF65-F5344CB8AC3E}">
        <p14:creationId xmlns:p14="http://schemas.microsoft.com/office/powerpoint/2010/main" val="1602146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additive="base">
                                        <p:cTn id="7"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xEl>
                                              <p:pRg st="1" end="1"/>
                                            </p:txEl>
                                          </p:spTgt>
                                        </p:tgtEl>
                                        <p:attrNameLst>
                                          <p:attrName>style.visibility</p:attrName>
                                        </p:attrNameLst>
                                      </p:cBhvr>
                                      <p:to>
                                        <p:strVal val="visible"/>
                                      </p:to>
                                    </p:set>
                                    <p:anim calcmode="lin" valueType="num">
                                      <p:cBhvr additive="base">
                                        <p:cTn id="13"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4">
                                            <p:txEl>
                                              <p:pRg st="2" end="2"/>
                                            </p:txEl>
                                          </p:spTgt>
                                        </p:tgtEl>
                                        <p:attrNameLst>
                                          <p:attrName>style.visibility</p:attrName>
                                        </p:attrNameLst>
                                      </p:cBhvr>
                                      <p:to>
                                        <p:strVal val="visible"/>
                                      </p:to>
                                    </p:set>
                                    <p:anim calcmode="lin" valueType="num">
                                      <p:cBhvr additive="base">
                                        <p:cTn id="17" dur="500" fill="hold"/>
                                        <p:tgtEl>
                                          <p:spTgt spid="1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4">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4">
                                            <p:txEl>
                                              <p:pRg st="3" end="3"/>
                                            </p:txEl>
                                          </p:spTgt>
                                        </p:tgtEl>
                                        <p:attrNameLst>
                                          <p:attrName>style.visibility</p:attrName>
                                        </p:attrNameLst>
                                      </p:cBhvr>
                                      <p:to>
                                        <p:strVal val="visible"/>
                                      </p:to>
                                    </p:set>
                                    <p:anim calcmode="lin" valueType="num">
                                      <p:cBhvr additive="base">
                                        <p:cTn id="21" dur="500" fill="hold"/>
                                        <p:tgtEl>
                                          <p:spTgt spid="14">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4">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4">
                                            <p:txEl>
                                              <p:pRg st="4" end="4"/>
                                            </p:txEl>
                                          </p:spTgt>
                                        </p:tgtEl>
                                        <p:attrNameLst>
                                          <p:attrName>style.visibility</p:attrName>
                                        </p:attrNameLst>
                                      </p:cBhvr>
                                      <p:to>
                                        <p:strVal val="visible"/>
                                      </p:to>
                                    </p:set>
                                    <p:anim calcmode="lin" valueType="num">
                                      <p:cBhvr additive="base">
                                        <p:cTn id="25" dur="500" fill="hold"/>
                                        <p:tgtEl>
                                          <p:spTgt spid="1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bg>
      <p:bgPr>
        <a:solidFill>
          <a:srgbClr val="F3E1D1"/>
        </a:solidFill>
        <a:effectLst/>
      </p:bgPr>
    </p:bg>
    <p:spTree>
      <p:nvGrpSpPr>
        <p:cNvPr id="1" name="">
          <a:extLst>
            <a:ext uri="{FF2B5EF4-FFF2-40B4-BE49-F238E27FC236}">
              <a16:creationId xmlns:a16="http://schemas.microsoft.com/office/drawing/2014/main" id="{A7537BAB-72B2-73B0-5124-8CA85D5C643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3FF73FD-33FD-AE4F-6AA1-8B12FA92274A}"/>
              </a:ext>
            </a:extLst>
          </p:cNvPr>
          <p:cNvGrpSpPr/>
          <p:nvPr/>
        </p:nvGrpSpPr>
        <p:grpSpPr>
          <a:xfrm rot="148260">
            <a:off x="1824598" y="1813471"/>
            <a:ext cx="15256309" cy="8604490"/>
            <a:chOff x="0" y="0"/>
            <a:chExt cx="4018122" cy="2266203"/>
          </a:xfrm>
        </p:grpSpPr>
        <p:sp>
          <p:nvSpPr>
            <p:cNvPr id="3" name="Freeform 3">
              <a:extLst>
                <a:ext uri="{FF2B5EF4-FFF2-40B4-BE49-F238E27FC236}">
                  <a16:creationId xmlns:a16="http://schemas.microsoft.com/office/drawing/2014/main" id="{C19189FE-2414-F014-42A3-66A36F81BCFB}"/>
                </a:ext>
              </a:extLst>
            </p:cNvPr>
            <p:cNvSpPr/>
            <p:nvPr/>
          </p:nvSpPr>
          <p:spPr>
            <a:xfrm>
              <a:off x="0" y="0"/>
              <a:ext cx="4018123" cy="2266203"/>
            </a:xfrm>
            <a:custGeom>
              <a:avLst/>
              <a:gdLst/>
              <a:ahLst/>
              <a:cxnLst/>
              <a:rect l="l" t="t" r="r" b="b"/>
              <a:pathLst>
                <a:path w="4018123" h="2266203">
                  <a:moveTo>
                    <a:pt x="14716" y="0"/>
                  </a:moveTo>
                  <a:lnTo>
                    <a:pt x="4003406" y="0"/>
                  </a:lnTo>
                  <a:cubicBezTo>
                    <a:pt x="4007309" y="0"/>
                    <a:pt x="4011052" y="1550"/>
                    <a:pt x="4013812" y="4310"/>
                  </a:cubicBezTo>
                  <a:cubicBezTo>
                    <a:pt x="4016572" y="7070"/>
                    <a:pt x="4018123" y="10813"/>
                    <a:pt x="4018123" y="14716"/>
                  </a:cubicBezTo>
                  <a:lnTo>
                    <a:pt x="4018123" y="2251487"/>
                  </a:lnTo>
                  <a:cubicBezTo>
                    <a:pt x="4018123" y="2255390"/>
                    <a:pt x="4016572" y="2259133"/>
                    <a:pt x="4013812" y="2261893"/>
                  </a:cubicBezTo>
                  <a:cubicBezTo>
                    <a:pt x="4011052" y="2264653"/>
                    <a:pt x="4007309" y="2266203"/>
                    <a:pt x="4003406" y="2266203"/>
                  </a:cubicBezTo>
                  <a:lnTo>
                    <a:pt x="14716" y="2266203"/>
                  </a:lnTo>
                  <a:cubicBezTo>
                    <a:pt x="10813" y="2266203"/>
                    <a:pt x="7070" y="2264653"/>
                    <a:pt x="4310" y="2261893"/>
                  </a:cubicBezTo>
                  <a:cubicBezTo>
                    <a:pt x="1550" y="2259133"/>
                    <a:pt x="0" y="2255390"/>
                    <a:pt x="0" y="2251487"/>
                  </a:cubicBezTo>
                  <a:lnTo>
                    <a:pt x="0" y="14716"/>
                  </a:lnTo>
                  <a:cubicBezTo>
                    <a:pt x="0" y="10813"/>
                    <a:pt x="1550" y="7070"/>
                    <a:pt x="4310" y="4310"/>
                  </a:cubicBezTo>
                  <a:cubicBezTo>
                    <a:pt x="7070" y="1550"/>
                    <a:pt x="10813" y="0"/>
                    <a:pt x="14716" y="0"/>
                  </a:cubicBezTo>
                  <a:close/>
                </a:path>
              </a:pathLst>
            </a:custGeom>
            <a:solidFill>
              <a:srgbClr val="C6B7A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1EBC15F0-0B61-4090-6E54-D8EE7D323F51}"/>
                </a:ext>
              </a:extLst>
            </p:cNvPr>
            <p:cNvSpPr txBox="1"/>
            <p:nvPr/>
          </p:nvSpPr>
          <p:spPr>
            <a:xfrm>
              <a:off x="0" y="-38100"/>
              <a:ext cx="4018122" cy="2304303"/>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a:extLst>
              <a:ext uri="{FF2B5EF4-FFF2-40B4-BE49-F238E27FC236}">
                <a16:creationId xmlns:a16="http://schemas.microsoft.com/office/drawing/2014/main" id="{86CC8AC8-7DCA-0FCC-5049-4CDC1515F46F}"/>
              </a:ext>
            </a:extLst>
          </p:cNvPr>
          <p:cNvSpPr/>
          <p:nvPr/>
        </p:nvSpPr>
        <p:spPr>
          <a:xfrm rot="-5400000">
            <a:off x="16416216" y="5195731"/>
            <a:ext cx="962680" cy="2578608"/>
          </a:xfrm>
          <a:custGeom>
            <a:avLst/>
            <a:gdLst/>
            <a:ahLst/>
            <a:cxnLst/>
            <a:rect l="l" t="t" r="r" b="b"/>
            <a:pathLst>
              <a:path w="962680" h="2578608">
                <a:moveTo>
                  <a:pt x="0" y="0"/>
                </a:moveTo>
                <a:lnTo>
                  <a:pt x="962680" y="0"/>
                </a:lnTo>
                <a:lnTo>
                  <a:pt x="962680" y="2578608"/>
                </a:lnTo>
                <a:lnTo>
                  <a:pt x="0" y="2578608"/>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Freeform 6">
            <a:extLst>
              <a:ext uri="{FF2B5EF4-FFF2-40B4-BE49-F238E27FC236}">
                <a16:creationId xmlns:a16="http://schemas.microsoft.com/office/drawing/2014/main" id="{3B27C9A4-1D15-FFEA-5EBE-488686CF75FB}"/>
              </a:ext>
            </a:extLst>
          </p:cNvPr>
          <p:cNvSpPr/>
          <p:nvPr/>
        </p:nvSpPr>
        <p:spPr>
          <a:xfrm rot="-5400000">
            <a:off x="16149303" y="2563412"/>
            <a:ext cx="1496505" cy="2814855"/>
          </a:xfrm>
          <a:custGeom>
            <a:avLst/>
            <a:gdLst/>
            <a:ahLst/>
            <a:cxnLst/>
            <a:rect l="l" t="t" r="r" b="b"/>
            <a:pathLst>
              <a:path w="1496505" h="2814855">
                <a:moveTo>
                  <a:pt x="0" y="0"/>
                </a:moveTo>
                <a:lnTo>
                  <a:pt x="1496505" y="0"/>
                </a:lnTo>
                <a:lnTo>
                  <a:pt x="1496505" y="2814855"/>
                </a:lnTo>
                <a:lnTo>
                  <a:pt x="0" y="2814855"/>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Freeform 7">
            <a:extLst>
              <a:ext uri="{FF2B5EF4-FFF2-40B4-BE49-F238E27FC236}">
                <a16:creationId xmlns:a16="http://schemas.microsoft.com/office/drawing/2014/main" id="{7358655E-90AC-F6E6-A44C-DD54FE46E5AB}"/>
              </a:ext>
            </a:extLst>
          </p:cNvPr>
          <p:cNvSpPr/>
          <p:nvPr/>
        </p:nvSpPr>
        <p:spPr>
          <a:xfrm rot="-5473987">
            <a:off x="16139311" y="3869291"/>
            <a:ext cx="1316802" cy="2834168"/>
          </a:xfrm>
          <a:custGeom>
            <a:avLst/>
            <a:gdLst/>
            <a:ahLst/>
            <a:cxnLst/>
            <a:rect l="l" t="t" r="r" b="b"/>
            <a:pathLst>
              <a:path w="1316802" h="2834168">
                <a:moveTo>
                  <a:pt x="0" y="0"/>
                </a:moveTo>
                <a:lnTo>
                  <a:pt x="1316801" y="0"/>
                </a:lnTo>
                <a:lnTo>
                  <a:pt x="1316801" y="2834168"/>
                </a:lnTo>
                <a:lnTo>
                  <a:pt x="0" y="2834168"/>
                </a:lnTo>
                <a:lnTo>
                  <a:pt x="0" y="0"/>
                </a:lnTo>
                <a:close/>
              </a:path>
            </a:pathLst>
          </a:custGeom>
          <a:blipFill>
            <a:blip r:embed="rId4"/>
            <a:stretch>
              <a:fillRect l="-6837"/>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Freeform 8">
            <a:extLst>
              <a:ext uri="{FF2B5EF4-FFF2-40B4-BE49-F238E27FC236}">
                <a16:creationId xmlns:a16="http://schemas.microsoft.com/office/drawing/2014/main" id="{7A68FF37-1FC9-CEDF-E9E3-606F4E94B0FC}"/>
              </a:ext>
            </a:extLst>
          </p:cNvPr>
          <p:cNvSpPr/>
          <p:nvPr/>
        </p:nvSpPr>
        <p:spPr>
          <a:xfrm rot="-5466484">
            <a:off x="16099554" y="6159632"/>
            <a:ext cx="1396316" cy="3127166"/>
          </a:xfrm>
          <a:custGeom>
            <a:avLst/>
            <a:gdLst/>
            <a:ahLst/>
            <a:cxnLst/>
            <a:rect l="l" t="t" r="r" b="b"/>
            <a:pathLst>
              <a:path w="1396316" h="3127166">
                <a:moveTo>
                  <a:pt x="0" y="0"/>
                </a:moveTo>
                <a:lnTo>
                  <a:pt x="1396316" y="0"/>
                </a:lnTo>
                <a:lnTo>
                  <a:pt x="1396316" y="3127166"/>
                </a:lnTo>
                <a:lnTo>
                  <a:pt x="0" y="3127166"/>
                </a:lnTo>
                <a:lnTo>
                  <a:pt x="0" y="0"/>
                </a:lnTo>
                <a:close/>
              </a:path>
            </a:pathLst>
          </a:custGeom>
          <a:blipFill>
            <a:blip r:embed="rId5"/>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Freeform 9">
            <a:extLst>
              <a:ext uri="{FF2B5EF4-FFF2-40B4-BE49-F238E27FC236}">
                <a16:creationId xmlns:a16="http://schemas.microsoft.com/office/drawing/2014/main" id="{BF61A556-7564-41C8-57E3-5ECFD9D37D3A}"/>
              </a:ext>
            </a:extLst>
          </p:cNvPr>
          <p:cNvSpPr/>
          <p:nvPr/>
        </p:nvSpPr>
        <p:spPr>
          <a:xfrm rot="-5400000">
            <a:off x="16309085" y="969997"/>
            <a:ext cx="1176942" cy="3061538"/>
          </a:xfrm>
          <a:custGeom>
            <a:avLst/>
            <a:gdLst/>
            <a:ahLst/>
            <a:cxnLst/>
            <a:rect l="l" t="t" r="r" b="b"/>
            <a:pathLst>
              <a:path w="1176942" h="3061538">
                <a:moveTo>
                  <a:pt x="0" y="0"/>
                </a:moveTo>
                <a:lnTo>
                  <a:pt x="1176942" y="0"/>
                </a:lnTo>
                <a:lnTo>
                  <a:pt x="1176942" y="3061538"/>
                </a:lnTo>
                <a:lnTo>
                  <a:pt x="0" y="3061538"/>
                </a:lnTo>
                <a:lnTo>
                  <a:pt x="0" y="0"/>
                </a:lnTo>
                <a:close/>
              </a:path>
            </a:pathLst>
          </a:custGeom>
          <a:blipFill>
            <a:blip r:embed="rId6"/>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0" name="Group 10">
            <a:extLst>
              <a:ext uri="{FF2B5EF4-FFF2-40B4-BE49-F238E27FC236}">
                <a16:creationId xmlns:a16="http://schemas.microsoft.com/office/drawing/2014/main" id="{EC2198C7-E3B0-82C9-3F66-73C6796EF465}"/>
              </a:ext>
            </a:extLst>
          </p:cNvPr>
          <p:cNvGrpSpPr/>
          <p:nvPr/>
        </p:nvGrpSpPr>
        <p:grpSpPr>
          <a:xfrm>
            <a:off x="603650" y="508040"/>
            <a:ext cx="16372589" cy="9270920"/>
            <a:chOff x="0" y="0"/>
            <a:chExt cx="4312122" cy="2441724"/>
          </a:xfrm>
        </p:grpSpPr>
        <p:sp>
          <p:nvSpPr>
            <p:cNvPr id="11" name="Freeform 11">
              <a:extLst>
                <a:ext uri="{FF2B5EF4-FFF2-40B4-BE49-F238E27FC236}">
                  <a16:creationId xmlns:a16="http://schemas.microsoft.com/office/drawing/2014/main" id="{35BD62C3-633E-8B05-53D8-189902432E4D}"/>
                </a:ext>
              </a:extLst>
            </p:cNvPr>
            <p:cNvSpPr/>
            <p:nvPr/>
          </p:nvSpPr>
          <p:spPr>
            <a:xfrm>
              <a:off x="0" y="0"/>
              <a:ext cx="4312122" cy="2441724"/>
            </a:xfrm>
            <a:custGeom>
              <a:avLst/>
              <a:gdLst/>
              <a:ahLst/>
              <a:cxnLst/>
              <a:rect l="l" t="t" r="r" b="b"/>
              <a:pathLst>
                <a:path w="4312122" h="2441724">
                  <a:moveTo>
                    <a:pt x="13713" y="0"/>
                  </a:moveTo>
                  <a:lnTo>
                    <a:pt x="4298410" y="0"/>
                  </a:lnTo>
                  <a:cubicBezTo>
                    <a:pt x="4302046" y="0"/>
                    <a:pt x="4305534" y="1445"/>
                    <a:pt x="4308106" y="4016"/>
                  </a:cubicBezTo>
                  <a:cubicBezTo>
                    <a:pt x="4310678" y="6588"/>
                    <a:pt x="4312122" y="10076"/>
                    <a:pt x="4312122" y="13713"/>
                  </a:cubicBezTo>
                  <a:lnTo>
                    <a:pt x="4312122" y="2428011"/>
                  </a:lnTo>
                  <a:cubicBezTo>
                    <a:pt x="4312122" y="2431648"/>
                    <a:pt x="4310678" y="2435135"/>
                    <a:pt x="4308106" y="2437707"/>
                  </a:cubicBezTo>
                  <a:cubicBezTo>
                    <a:pt x="4305534" y="2440279"/>
                    <a:pt x="4302046" y="2441724"/>
                    <a:pt x="4298410" y="2441724"/>
                  </a:cubicBezTo>
                  <a:lnTo>
                    <a:pt x="13713" y="2441724"/>
                  </a:lnTo>
                  <a:cubicBezTo>
                    <a:pt x="10076" y="2441724"/>
                    <a:pt x="6588" y="2440279"/>
                    <a:pt x="4016" y="2437707"/>
                  </a:cubicBezTo>
                  <a:cubicBezTo>
                    <a:pt x="1445" y="2435135"/>
                    <a:pt x="0" y="2431648"/>
                    <a:pt x="0" y="2428011"/>
                  </a:cubicBezTo>
                  <a:lnTo>
                    <a:pt x="0" y="13713"/>
                  </a:lnTo>
                  <a:cubicBezTo>
                    <a:pt x="0" y="10076"/>
                    <a:pt x="1445" y="6588"/>
                    <a:pt x="4016" y="4016"/>
                  </a:cubicBezTo>
                  <a:cubicBezTo>
                    <a:pt x="6588" y="1445"/>
                    <a:pt x="10076" y="0"/>
                    <a:pt x="1371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Box 12">
              <a:extLst>
                <a:ext uri="{FF2B5EF4-FFF2-40B4-BE49-F238E27FC236}">
                  <a16:creationId xmlns:a16="http://schemas.microsoft.com/office/drawing/2014/main" id="{C7644084-3346-3D2D-E985-D377538FFCD3}"/>
                </a:ext>
              </a:extLst>
            </p:cNvPr>
            <p:cNvSpPr txBox="1"/>
            <p:nvPr/>
          </p:nvSpPr>
          <p:spPr>
            <a:xfrm>
              <a:off x="0" y="-38100"/>
              <a:ext cx="4312122" cy="247982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3" name="Freeform 13">
            <a:extLst>
              <a:ext uri="{FF2B5EF4-FFF2-40B4-BE49-F238E27FC236}">
                <a16:creationId xmlns:a16="http://schemas.microsoft.com/office/drawing/2014/main" id="{55809C9D-0A0E-9F9A-E77C-5BC0A1048EF6}"/>
              </a:ext>
            </a:extLst>
          </p:cNvPr>
          <p:cNvSpPr/>
          <p:nvPr/>
        </p:nvSpPr>
        <p:spPr>
          <a:xfrm>
            <a:off x="234255" y="508040"/>
            <a:ext cx="1155550" cy="9210904"/>
          </a:xfrm>
          <a:custGeom>
            <a:avLst/>
            <a:gdLst/>
            <a:ahLst/>
            <a:cxnLst/>
            <a:rect l="l" t="t" r="r" b="b"/>
            <a:pathLst>
              <a:path w="1155550" h="9210904">
                <a:moveTo>
                  <a:pt x="0" y="0"/>
                </a:moveTo>
                <a:lnTo>
                  <a:pt x="1155549" y="0"/>
                </a:lnTo>
                <a:lnTo>
                  <a:pt x="1155549" y="9210904"/>
                </a:lnTo>
                <a:lnTo>
                  <a:pt x="0" y="921090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Box 14">
            <a:extLst>
              <a:ext uri="{FF2B5EF4-FFF2-40B4-BE49-F238E27FC236}">
                <a16:creationId xmlns:a16="http://schemas.microsoft.com/office/drawing/2014/main" id="{EDE699ED-D31E-36D5-2F61-C707F93310C3}"/>
              </a:ext>
            </a:extLst>
          </p:cNvPr>
          <p:cNvSpPr txBox="1"/>
          <p:nvPr/>
        </p:nvSpPr>
        <p:spPr>
          <a:xfrm>
            <a:off x="1646203" y="2291933"/>
            <a:ext cx="15090501" cy="5988884"/>
          </a:xfrm>
          <a:prstGeom prst="rect">
            <a:avLst/>
          </a:prstGeom>
        </p:spPr>
        <p:txBody>
          <a:bodyPr wrap="square" lIns="0" tIns="0" rIns="0" bIns="0" rtlCol="0" anchor="t">
            <a:spAutoFit/>
          </a:bodyPr>
          <a:lstStyle/>
          <a:p>
            <a:pPr algn="just">
              <a:lnSpc>
                <a:spcPct val="150000"/>
              </a:lnSpc>
            </a:pPr>
            <a:r>
              <a:rPr lang="vi-VN" sz="4400" b="1" kern="100">
                <a:latin typeface="American Typewriter" panose="02090604020004020304" pitchFamily="18" charset="77"/>
                <a:ea typeface="Calibri" panose="020F0502020204030204" pitchFamily="34" charset="0"/>
                <a:cs typeface="Times New Roman" panose="02020603050405020304" pitchFamily="18" charset="0"/>
              </a:rPr>
              <a:t>5. You can go to Ho Chi Minh City by coach, or…</a:t>
            </a:r>
          </a:p>
          <a:p>
            <a:pPr algn="just">
              <a:lnSpc>
                <a:spcPct val="150000"/>
              </a:lnSpc>
            </a:pPr>
            <a:r>
              <a:rPr lang="vi-VN" sz="4400" b="1" kern="100">
                <a:solidFill>
                  <a:srgbClr val="FF2600"/>
                </a:solidFill>
                <a:latin typeface="American Typewriter" panose="02090604020004020304" pitchFamily="18" charset="77"/>
                <a:ea typeface="Calibri" panose="020F0502020204030204" pitchFamily="34" charset="0"/>
                <a:cs typeface="Times New Roman" panose="02020603050405020304" pitchFamily="18" charset="0"/>
              </a:rPr>
              <a:t>→ you can travel there by plane if you want to save time</a:t>
            </a:r>
          </a:p>
          <a:p>
            <a:pPr algn="just">
              <a:lnSpc>
                <a:spcPct val="150000"/>
              </a:lnSpc>
            </a:pPr>
            <a:r>
              <a:rPr lang="vi-VN" sz="4400" b="1" kern="100">
                <a:solidFill>
                  <a:srgbClr val="FF2600"/>
                </a:solidFill>
                <a:latin typeface="American Typewriter" panose="02090604020004020304" pitchFamily="18" charset="77"/>
                <a:ea typeface="Calibri" panose="020F0502020204030204" pitchFamily="34" charset="0"/>
                <a:cs typeface="Times New Roman" panose="02020603050405020304" pitchFamily="18" charset="0"/>
              </a:rPr>
              <a:t>→ you can take a train for a more comfortable trip</a:t>
            </a:r>
          </a:p>
          <a:p>
            <a:pPr algn="just">
              <a:lnSpc>
                <a:spcPct val="150000"/>
              </a:lnSpc>
            </a:pPr>
            <a:r>
              <a:rPr lang="vi-VN" sz="4400" b="1" kern="100">
                <a:solidFill>
                  <a:srgbClr val="FF2600"/>
                </a:solidFill>
                <a:latin typeface="American Typewriter" panose="02090604020004020304" pitchFamily="18" charset="77"/>
                <a:ea typeface="Calibri" panose="020F0502020204030204" pitchFamily="34" charset="0"/>
                <a:cs typeface="Times New Roman" panose="02020603050405020304" pitchFamily="18" charset="0"/>
              </a:rPr>
              <a:t>→ you can ride a motorbike if you like adventure</a:t>
            </a:r>
          </a:p>
          <a:p>
            <a:pPr algn="just">
              <a:lnSpc>
                <a:spcPct val="150000"/>
              </a:lnSpc>
            </a:pPr>
            <a:r>
              <a:rPr lang="vi-VN" sz="4400" b="1" kern="100">
                <a:solidFill>
                  <a:srgbClr val="FF2600"/>
                </a:solidFill>
                <a:latin typeface="American Typewriter" panose="02090604020004020304" pitchFamily="18" charset="77"/>
                <a:ea typeface="Calibri" panose="020F0502020204030204" pitchFamily="34" charset="0"/>
                <a:cs typeface="Times New Roman" panose="02020603050405020304" pitchFamily="18" charset="0"/>
              </a:rPr>
              <a:t>→ you can drive there if you have a driving license</a:t>
            </a:r>
          </a:p>
        </p:txBody>
      </p:sp>
    </p:spTree>
    <p:extLst>
      <p:ext uri="{BB962C8B-B14F-4D97-AF65-F5344CB8AC3E}">
        <p14:creationId xmlns:p14="http://schemas.microsoft.com/office/powerpoint/2010/main" val="4165204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additive="base">
                                        <p:cTn id="7"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14">
                                            <p:txEl>
                                              <p:pRg st="1" end="1"/>
                                            </p:txEl>
                                          </p:spTgt>
                                        </p:tgtEl>
                                        <p:attrNameLst>
                                          <p:attrName>style.visibility</p:attrName>
                                        </p:attrNameLst>
                                      </p:cBhvr>
                                      <p:to>
                                        <p:strVal val="visible"/>
                                      </p:to>
                                    </p:set>
                                    <p:animEffect transition="in" filter="dissolve">
                                      <p:cBhvr>
                                        <p:cTn id="13" dur="500"/>
                                        <p:tgtEl>
                                          <p:spTgt spid="14">
                                            <p:txEl>
                                              <p:pRg st="1" end="1"/>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14">
                                            <p:txEl>
                                              <p:pRg st="2" end="2"/>
                                            </p:txEl>
                                          </p:spTgt>
                                        </p:tgtEl>
                                        <p:attrNameLst>
                                          <p:attrName>style.visibility</p:attrName>
                                        </p:attrNameLst>
                                      </p:cBhvr>
                                      <p:to>
                                        <p:strVal val="visible"/>
                                      </p:to>
                                    </p:set>
                                    <p:animEffect transition="in" filter="dissolve">
                                      <p:cBhvr>
                                        <p:cTn id="16" dur="500"/>
                                        <p:tgtEl>
                                          <p:spTgt spid="14">
                                            <p:txEl>
                                              <p:pRg st="2" end="2"/>
                                            </p:txEl>
                                          </p:spTgt>
                                        </p:tgtEl>
                                      </p:cBhvr>
                                    </p:animEffect>
                                  </p:childTnLst>
                                </p:cTn>
                              </p:par>
                              <p:par>
                                <p:cTn id="17" presetID="9" presetClass="entr" presetSubtype="0" fill="hold" nodeType="withEffect">
                                  <p:stCondLst>
                                    <p:cond delay="0"/>
                                  </p:stCondLst>
                                  <p:childTnLst>
                                    <p:set>
                                      <p:cBhvr>
                                        <p:cTn id="18" dur="1" fill="hold">
                                          <p:stCondLst>
                                            <p:cond delay="0"/>
                                          </p:stCondLst>
                                        </p:cTn>
                                        <p:tgtEl>
                                          <p:spTgt spid="14">
                                            <p:txEl>
                                              <p:pRg st="3" end="3"/>
                                            </p:txEl>
                                          </p:spTgt>
                                        </p:tgtEl>
                                        <p:attrNameLst>
                                          <p:attrName>style.visibility</p:attrName>
                                        </p:attrNameLst>
                                      </p:cBhvr>
                                      <p:to>
                                        <p:strVal val="visible"/>
                                      </p:to>
                                    </p:set>
                                    <p:animEffect transition="in" filter="dissolve">
                                      <p:cBhvr>
                                        <p:cTn id="19" dur="500"/>
                                        <p:tgtEl>
                                          <p:spTgt spid="14">
                                            <p:txEl>
                                              <p:pRg st="3" end="3"/>
                                            </p:txEl>
                                          </p:spTgt>
                                        </p:tgtEl>
                                      </p:cBhvr>
                                    </p:animEffect>
                                  </p:childTnLst>
                                </p:cTn>
                              </p:par>
                              <p:par>
                                <p:cTn id="20" presetID="9" presetClass="entr" presetSubtype="0" fill="hold" nodeType="withEffect">
                                  <p:stCondLst>
                                    <p:cond delay="0"/>
                                  </p:stCondLst>
                                  <p:childTnLst>
                                    <p:set>
                                      <p:cBhvr>
                                        <p:cTn id="21" dur="1" fill="hold">
                                          <p:stCondLst>
                                            <p:cond delay="0"/>
                                          </p:stCondLst>
                                        </p:cTn>
                                        <p:tgtEl>
                                          <p:spTgt spid="14">
                                            <p:txEl>
                                              <p:pRg st="4" end="4"/>
                                            </p:txEl>
                                          </p:spTgt>
                                        </p:tgtEl>
                                        <p:attrNameLst>
                                          <p:attrName>style.visibility</p:attrName>
                                        </p:attrNameLst>
                                      </p:cBhvr>
                                      <p:to>
                                        <p:strVal val="visible"/>
                                      </p:to>
                                    </p:set>
                                    <p:animEffect transition="in" filter="dissolve">
                                      <p:cBhvr>
                                        <p:cTn id="22" dur="500"/>
                                        <p:tgtEl>
                                          <p:spTgt spid="1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bg>
      <p:bgPr>
        <a:solidFill>
          <a:srgbClr val="F3E1D1"/>
        </a:solidFill>
        <a:effectLst/>
      </p:bgPr>
    </p:bg>
    <p:spTree>
      <p:nvGrpSpPr>
        <p:cNvPr id="1" name="">
          <a:extLst>
            <a:ext uri="{FF2B5EF4-FFF2-40B4-BE49-F238E27FC236}">
              <a16:creationId xmlns:a16="http://schemas.microsoft.com/office/drawing/2014/main" id="{F5A327BC-1B97-FAD8-AEF1-4DF175982E5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64E66CB-2B6F-8925-A02C-74C2A112C9E0}"/>
              </a:ext>
            </a:extLst>
          </p:cNvPr>
          <p:cNvGrpSpPr/>
          <p:nvPr/>
        </p:nvGrpSpPr>
        <p:grpSpPr>
          <a:xfrm rot="148260">
            <a:off x="1824598" y="1813471"/>
            <a:ext cx="15256309" cy="8604490"/>
            <a:chOff x="0" y="0"/>
            <a:chExt cx="4018122" cy="2266203"/>
          </a:xfrm>
        </p:grpSpPr>
        <p:sp>
          <p:nvSpPr>
            <p:cNvPr id="3" name="Freeform 3">
              <a:extLst>
                <a:ext uri="{FF2B5EF4-FFF2-40B4-BE49-F238E27FC236}">
                  <a16:creationId xmlns:a16="http://schemas.microsoft.com/office/drawing/2014/main" id="{BE38CDE9-FEE9-51B1-4175-FC54DB6033F0}"/>
                </a:ext>
              </a:extLst>
            </p:cNvPr>
            <p:cNvSpPr/>
            <p:nvPr/>
          </p:nvSpPr>
          <p:spPr>
            <a:xfrm>
              <a:off x="0" y="0"/>
              <a:ext cx="4018123" cy="2266203"/>
            </a:xfrm>
            <a:custGeom>
              <a:avLst/>
              <a:gdLst/>
              <a:ahLst/>
              <a:cxnLst/>
              <a:rect l="l" t="t" r="r" b="b"/>
              <a:pathLst>
                <a:path w="4018123" h="2266203">
                  <a:moveTo>
                    <a:pt x="14716" y="0"/>
                  </a:moveTo>
                  <a:lnTo>
                    <a:pt x="4003406" y="0"/>
                  </a:lnTo>
                  <a:cubicBezTo>
                    <a:pt x="4007309" y="0"/>
                    <a:pt x="4011052" y="1550"/>
                    <a:pt x="4013812" y="4310"/>
                  </a:cubicBezTo>
                  <a:cubicBezTo>
                    <a:pt x="4016572" y="7070"/>
                    <a:pt x="4018123" y="10813"/>
                    <a:pt x="4018123" y="14716"/>
                  </a:cubicBezTo>
                  <a:lnTo>
                    <a:pt x="4018123" y="2251487"/>
                  </a:lnTo>
                  <a:cubicBezTo>
                    <a:pt x="4018123" y="2255390"/>
                    <a:pt x="4016572" y="2259133"/>
                    <a:pt x="4013812" y="2261893"/>
                  </a:cubicBezTo>
                  <a:cubicBezTo>
                    <a:pt x="4011052" y="2264653"/>
                    <a:pt x="4007309" y="2266203"/>
                    <a:pt x="4003406" y="2266203"/>
                  </a:cubicBezTo>
                  <a:lnTo>
                    <a:pt x="14716" y="2266203"/>
                  </a:lnTo>
                  <a:cubicBezTo>
                    <a:pt x="10813" y="2266203"/>
                    <a:pt x="7070" y="2264653"/>
                    <a:pt x="4310" y="2261893"/>
                  </a:cubicBezTo>
                  <a:cubicBezTo>
                    <a:pt x="1550" y="2259133"/>
                    <a:pt x="0" y="2255390"/>
                    <a:pt x="0" y="2251487"/>
                  </a:cubicBezTo>
                  <a:lnTo>
                    <a:pt x="0" y="14716"/>
                  </a:lnTo>
                  <a:cubicBezTo>
                    <a:pt x="0" y="10813"/>
                    <a:pt x="1550" y="7070"/>
                    <a:pt x="4310" y="4310"/>
                  </a:cubicBezTo>
                  <a:cubicBezTo>
                    <a:pt x="7070" y="1550"/>
                    <a:pt x="10813" y="0"/>
                    <a:pt x="14716" y="0"/>
                  </a:cubicBezTo>
                  <a:close/>
                </a:path>
              </a:pathLst>
            </a:custGeom>
            <a:solidFill>
              <a:srgbClr val="C6B7A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3A316984-2430-AF96-F700-FA4CBBE76DEE}"/>
                </a:ext>
              </a:extLst>
            </p:cNvPr>
            <p:cNvSpPr txBox="1"/>
            <p:nvPr/>
          </p:nvSpPr>
          <p:spPr>
            <a:xfrm>
              <a:off x="0" y="-38100"/>
              <a:ext cx="4018122" cy="2304303"/>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a:extLst>
              <a:ext uri="{FF2B5EF4-FFF2-40B4-BE49-F238E27FC236}">
                <a16:creationId xmlns:a16="http://schemas.microsoft.com/office/drawing/2014/main" id="{B409FE96-6682-B0A6-F4F2-C9C7E92DAAE8}"/>
              </a:ext>
            </a:extLst>
          </p:cNvPr>
          <p:cNvSpPr/>
          <p:nvPr/>
        </p:nvSpPr>
        <p:spPr>
          <a:xfrm rot="-5400000">
            <a:off x="16416216" y="5195731"/>
            <a:ext cx="962680" cy="2578608"/>
          </a:xfrm>
          <a:custGeom>
            <a:avLst/>
            <a:gdLst/>
            <a:ahLst/>
            <a:cxnLst/>
            <a:rect l="l" t="t" r="r" b="b"/>
            <a:pathLst>
              <a:path w="962680" h="2578608">
                <a:moveTo>
                  <a:pt x="0" y="0"/>
                </a:moveTo>
                <a:lnTo>
                  <a:pt x="962680" y="0"/>
                </a:lnTo>
                <a:lnTo>
                  <a:pt x="962680" y="2578608"/>
                </a:lnTo>
                <a:lnTo>
                  <a:pt x="0" y="2578608"/>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Freeform 6">
            <a:extLst>
              <a:ext uri="{FF2B5EF4-FFF2-40B4-BE49-F238E27FC236}">
                <a16:creationId xmlns:a16="http://schemas.microsoft.com/office/drawing/2014/main" id="{F565AF5A-81E3-EE54-4F89-DE4A67127CAC}"/>
              </a:ext>
            </a:extLst>
          </p:cNvPr>
          <p:cNvSpPr/>
          <p:nvPr/>
        </p:nvSpPr>
        <p:spPr>
          <a:xfrm rot="-5400000">
            <a:off x="16149303" y="2563412"/>
            <a:ext cx="1496505" cy="2814855"/>
          </a:xfrm>
          <a:custGeom>
            <a:avLst/>
            <a:gdLst/>
            <a:ahLst/>
            <a:cxnLst/>
            <a:rect l="l" t="t" r="r" b="b"/>
            <a:pathLst>
              <a:path w="1496505" h="2814855">
                <a:moveTo>
                  <a:pt x="0" y="0"/>
                </a:moveTo>
                <a:lnTo>
                  <a:pt x="1496505" y="0"/>
                </a:lnTo>
                <a:lnTo>
                  <a:pt x="1496505" y="2814855"/>
                </a:lnTo>
                <a:lnTo>
                  <a:pt x="0" y="2814855"/>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Freeform 7">
            <a:extLst>
              <a:ext uri="{FF2B5EF4-FFF2-40B4-BE49-F238E27FC236}">
                <a16:creationId xmlns:a16="http://schemas.microsoft.com/office/drawing/2014/main" id="{55001BF7-E00E-8CE5-5B80-171CF7713CCB}"/>
              </a:ext>
            </a:extLst>
          </p:cNvPr>
          <p:cNvSpPr/>
          <p:nvPr/>
        </p:nvSpPr>
        <p:spPr>
          <a:xfrm rot="-5473987">
            <a:off x="16139311" y="3869291"/>
            <a:ext cx="1316802" cy="2834168"/>
          </a:xfrm>
          <a:custGeom>
            <a:avLst/>
            <a:gdLst/>
            <a:ahLst/>
            <a:cxnLst/>
            <a:rect l="l" t="t" r="r" b="b"/>
            <a:pathLst>
              <a:path w="1316802" h="2834168">
                <a:moveTo>
                  <a:pt x="0" y="0"/>
                </a:moveTo>
                <a:lnTo>
                  <a:pt x="1316801" y="0"/>
                </a:lnTo>
                <a:lnTo>
                  <a:pt x="1316801" y="2834168"/>
                </a:lnTo>
                <a:lnTo>
                  <a:pt x="0" y="2834168"/>
                </a:lnTo>
                <a:lnTo>
                  <a:pt x="0" y="0"/>
                </a:lnTo>
                <a:close/>
              </a:path>
            </a:pathLst>
          </a:custGeom>
          <a:blipFill>
            <a:blip r:embed="rId4"/>
            <a:stretch>
              <a:fillRect l="-6837"/>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Freeform 8">
            <a:extLst>
              <a:ext uri="{FF2B5EF4-FFF2-40B4-BE49-F238E27FC236}">
                <a16:creationId xmlns:a16="http://schemas.microsoft.com/office/drawing/2014/main" id="{5507CB0C-2013-FCA1-E8E1-9B16296EDC1D}"/>
              </a:ext>
            </a:extLst>
          </p:cNvPr>
          <p:cNvSpPr/>
          <p:nvPr/>
        </p:nvSpPr>
        <p:spPr>
          <a:xfrm rot="-5466484">
            <a:off x="16099554" y="6159632"/>
            <a:ext cx="1396316" cy="3127166"/>
          </a:xfrm>
          <a:custGeom>
            <a:avLst/>
            <a:gdLst/>
            <a:ahLst/>
            <a:cxnLst/>
            <a:rect l="l" t="t" r="r" b="b"/>
            <a:pathLst>
              <a:path w="1396316" h="3127166">
                <a:moveTo>
                  <a:pt x="0" y="0"/>
                </a:moveTo>
                <a:lnTo>
                  <a:pt x="1396316" y="0"/>
                </a:lnTo>
                <a:lnTo>
                  <a:pt x="1396316" y="3127166"/>
                </a:lnTo>
                <a:lnTo>
                  <a:pt x="0" y="3127166"/>
                </a:lnTo>
                <a:lnTo>
                  <a:pt x="0" y="0"/>
                </a:lnTo>
                <a:close/>
              </a:path>
            </a:pathLst>
          </a:custGeom>
          <a:blipFill>
            <a:blip r:embed="rId5"/>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Freeform 9">
            <a:extLst>
              <a:ext uri="{FF2B5EF4-FFF2-40B4-BE49-F238E27FC236}">
                <a16:creationId xmlns:a16="http://schemas.microsoft.com/office/drawing/2014/main" id="{6B9CD790-6509-23F5-B3BF-302DA2047882}"/>
              </a:ext>
            </a:extLst>
          </p:cNvPr>
          <p:cNvSpPr/>
          <p:nvPr/>
        </p:nvSpPr>
        <p:spPr>
          <a:xfrm rot="-5400000">
            <a:off x="16309085" y="969997"/>
            <a:ext cx="1176942" cy="3061538"/>
          </a:xfrm>
          <a:custGeom>
            <a:avLst/>
            <a:gdLst/>
            <a:ahLst/>
            <a:cxnLst/>
            <a:rect l="l" t="t" r="r" b="b"/>
            <a:pathLst>
              <a:path w="1176942" h="3061538">
                <a:moveTo>
                  <a:pt x="0" y="0"/>
                </a:moveTo>
                <a:lnTo>
                  <a:pt x="1176942" y="0"/>
                </a:lnTo>
                <a:lnTo>
                  <a:pt x="1176942" y="3061538"/>
                </a:lnTo>
                <a:lnTo>
                  <a:pt x="0" y="3061538"/>
                </a:lnTo>
                <a:lnTo>
                  <a:pt x="0" y="0"/>
                </a:lnTo>
                <a:close/>
              </a:path>
            </a:pathLst>
          </a:custGeom>
          <a:blipFill>
            <a:blip r:embed="rId6"/>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0" name="Group 10">
            <a:extLst>
              <a:ext uri="{FF2B5EF4-FFF2-40B4-BE49-F238E27FC236}">
                <a16:creationId xmlns:a16="http://schemas.microsoft.com/office/drawing/2014/main" id="{9FE27519-1DC0-8C4B-4B04-8BE298DF7CE6}"/>
              </a:ext>
            </a:extLst>
          </p:cNvPr>
          <p:cNvGrpSpPr/>
          <p:nvPr/>
        </p:nvGrpSpPr>
        <p:grpSpPr>
          <a:xfrm>
            <a:off x="603650" y="508040"/>
            <a:ext cx="16372589" cy="9270920"/>
            <a:chOff x="0" y="0"/>
            <a:chExt cx="4312122" cy="2441724"/>
          </a:xfrm>
        </p:grpSpPr>
        <p:sp>
          <p:nvSpPr>
            <p:cNvPr id="11" name="Freeform 11">
              <a:extLst>
                <a:ext uri="{FF2B5EF4-FFF2-40B4-BE49-F238E27FC236}">
                  <a16:creationId xmlns:a16="http://schemas.microsoft.com/office/drawing/2014/main" id="{53212A14-746A-60DC-6507-C1D5E8D95FFB}"/>
                </a:ext>
              </a:extLst>
            </p:cNvPr>
            <p:cNvSpPr/>
            <p:nvPr/>
          </p:nvSpPr>
          <p:spPr>
            <a:xfrm>
              <a:off x="0" y="0"/>
              <a:ext cx="4312122" cy="2441724"/>
            </a:xfrm>
            <a:custGeom>
              <a:avLst/>
              <a:gdLst/>
              <a:ahLst/>
              <a:cxnLst/>
              <a:rect l="l" t="t" r="r" b="b"/>
              <a:pathLst>
                <a:path w="4312122" h="2441724">
                  <a:moveTo>
                    <a:pt x="13713" y="0"/>
                  </a:moveTo>
                  <a:lnTo>
                    <a:pt x="4298410" y="0"/>
                  </a:lnTo>
                  <a:cubicBezTo>
                    <a:pt x="4302046" y="0"/>
                    <a:pt x="4305534" y="1445"/>
                    <a:pt x="4308106" y="4016"/>
                  </a:cubicBezTo>
                  <a:cubicBezTo>
                    <a:pt x="4310678" y="6588"/>
                    <a:pt x="4312122" y="10076"/>
                    <a:pt x="4312122" y="13713"/>
                  </a:cubicBezTo>
                  <a:lnTo>
                    <a:pt x="4312122" y="2428011"/>
                  </a:lnTo>
                  <a:cubicBezTo>
                    <a:pt x="4312122" y="2431648"/>
                    <a:pt x="4310678" y="2435135"/>
                    <a:pt x="4308106" y="2437707"/>
                  </a:cubicBezTo>
                  <a:cubicBezTo>
                    <a:pt x="4305534" y="2440279"/>
                    <a:pt x="4302046" y="2441724"/>
                    <a:pt x="4298410" y="2441724"/>
                  </a:cubicBezTo>
                  <a:lnTo>
                    <a:pt x="13713" y="2441724"/>
                  </a:lnTo>
                  <a:cubicBezTo>
                    <a:pt x="10076" y="2441724"/>
                    <a:pt x="6588" y="2440279"/>
                    <a:pt x="4016" y="2437707"/>
                  </a:cubicBezTo>
                  <a:cubicBezTo>
                    <a:pt x="1445" y="2435135"/>
                    <a:pt x="0" y="2431648"/>
                    <a:pt x="0" y="2428011"/>
                  </a:cubicBezTo>
                  <a:lnTo>
                    <a:pt x="0" y="13713"/>
                  </a:lnTo>
                  <a:cubicBezTo>
                    <a:pt x="0" y="10076"/>
                    <a:pt x="1445" y="6588"/>
                    <a:pt x="4016" y="4016"/>
                  </a:cubicBezTo>
                  <a:cubicBezTo>
                    <a:pt x="6588" y="1445"/>
                    <a:pt x="10076" y="0"/>
                    <a:pt x="1371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Box 12">
              <a:extLst>
                <a:ext uri="{FF2B5EF4-FFF2-40B4-BE49-F238E27FC236}">
                  <a16:creationId xmlns:a16="http://schemas.microsoft.com/office/drawing/2014/main" id="{A07467FB-81EF-44AC-5826-756675E1FB8E}"/>
                </a:ext>
              </a:extLst>
            </p:cNvPr>
            <p:cNvSpPr txBox="1"/>
            <p:nvPr/>
          </p:nvSpPr>
          <p:spPr>
            <a:xfrm>
              <a:off x="0" y="-38100"/>
              <a:ext cx="4312122" cy="247982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3" name="Freeform 13">
            <a:extLst>
              <a:ext uri="{FF2B5EF4-FFF2-40B4-BE49-F238E27FC236}">
                <a16:creationId xmlns:a16="http://schemas.microsoft.com/office/drawing/2014/main" id="{64883589-7897-2BC7-C587-95A0F6D1D20D}"/>
              </a:ext>
            </a:extLst>
          </p:cNvPr>
          <p:cNvSpPr/>
          <p:nvPr/>
        </p:nvSpPr>
        <p:spPr>
          <a:xfrm>
            <a:off x="234255" y="508040"/>
            <a:ext cx="1155550" cy="9210904"/>
          </a:xfrm>
          <a:custGeom>
            <a:avLst/>
            <a:gdLst/>
            <a:ahLst/>
            <a:cxnLst/>
            <a:rect l="l" t="t" r="r" b="b"/>
            <a:pathLst>
              <a:path w="1155550" h="9210904">
                <a:moveTo>
                  <a:pt x="0" y="0"/>
                </a:moveTo>
                <a:lnTo>
                  <a:pt x="1155549" y="0"/>
                </a:lnTo>
                <a:lnTo>
                  <a:pt x="1155549" y="9210904"/>
                </a:lnTo>
                <a:lnTo>
                  <a:pt x="0" y="921090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Box 14">
            <a:extLst>
              <a:ext uri="{FF2B5EF4-FFF2-40B4-BE49-F238E27FC236}">
                <a16:creationId xmlns:a16="http://schemas.microsoft.com/office/drawing/2014/main" id="{D0E4C163-773E-0E81-A78A-EE0AA6AEF230}"/>
              </a:ext>
            </a:extLst>
          </p:cNvPr>
          <p:cNvSpPr txBox="1"/>
          <p:nvPr/>
        </p:nvSpPr>
        <p:spPr>
          <a:xfrm>
            <a:off x="1646203" y="2291933"/>
            <a:ext cx="15090501" cy="5988884"/>
          </a:xfrm>
          <a:prstGeom prst="rect">
            <a:avLst/>
          </a:prstGeom>
        </p:spPr>
        <p:txBody>
          <a:bodyPr wrap="square" lIns="0" tIns="0" rIns="0" bIns="0" rtlCol="0" anchor="t">
            <a:spAutoFit/>
          </a:bodyPr>
          <a:lstStyle/>
          <a:p>
            <a:pPr algn="just">
              <a:lnSpc>
                <a:spcPct val="150000"/>
              </a:lnSpc>
            </a:pPr>
            <a:r>
              <a:rPr lang="vi-VN" sz="4400" b="1" kern="100">
                <a:latin typeface="American Typewriter" panose="02090604020004020304" pitchFamily="18" charset="77"/>
                <a:ea typeface="Calibri" panose="020F0502020204030204" pitchFamily="34" charset="0"/>
                <a:cs typeface="Times New Roman" panose="02020603050405020304" pitchFamily="18" charset="0"/>
              </a:rPr>
              <a:t>5. You can go to Ho Chi Minh City by coach, or…</a:t>
            </a:r>
          </a:p>
          <a:p>
            <a:pPr algn="just">
              <a:lnSpc>
                <a:spcPct val="150000"/>
              </a:lnSpc>
            </a:pPr>
            <a:r>
              <a:rPr lang="vi-VN" sz="4400" b="1" kern="100">
                <a:solidFill>
                  <a:srgbClr val="FF2600"/>
                </a:solidFill>
                <a:latin typeface="American Typewriter" panose="02090604020004020304" pitchFamily="18" charset="77"/>
                <a:ea typeface="Calibri" panose="020F0502020204030204" pitchFamily="34" charset="0"/>
                <a:cs typeface="Times New Roman" panose="02020603050405020304" pitchFamily="18" charset="0"/>
              </a:rPr>
              <a:t>→ you can travel there by plane if you want to save time</a:t>
            </a:r>
          </a:p>
          <a:p>
            <a:pPr algn="just">
              <a:lnSpc>
                <a:spcPct val="150000"/>
              </a:lnSpc>
            </a:pPr>
            <a:r>
              <a:rPr lang="vi-VN" sz="4400" b="1" kern="100">
                <a:solidFill>
                  <a:srgbClr val="FF2600"/>
                </a:solidFill>
                <a:latin typeface="American Typewriter" panose="02090604020004020304" pitchFamily="18" charset="77"/>
                <a:ea typeface="Calibri" panose="020F0502020204030204" pitchFamily="34" charset="0"/>
                <a:cs typeface="Times New Roman" panose="02020603050405020304" pitchFamily="18" charset="0"/>
              </a:rPr>
              <a:t>→ you can take a train for a more comfortable trip</a:t>
            </a:r>
          </a:p>
          <a:p>
            <a:pPr algn="just">
              <a:lnSpc>
                <a:spcPct val="150000"/>
              </a:lnSpc>
            </a:pPr>
            <a:r>
              <a:rPr lang="vi-VN" sz="4400" b="1" kern="100">
                <a:solidFill>
                  <a:srgbClr val="FF2600"/>
                </a:solidFill>
                <a:latin typeface="American Typewriter" panose="02090604020004020304" pitchFamily="18" charset="77"/>
                <a:ea typeface="Calibri" panose="020F0502020204030204" pitchFamily="34" charset="0"/>
                <a:cs typeface="Times New Roman" panose="02020603050405020304" pitchFamily="18" charset="0"/>
              </a:rPr>
              <a:t>→ you can ride a motorbike if you like adventure</a:t>
            </a:r>
          </a:p>
          <a:p>
            <a:pPr algn="just">
              <a:lnSpc>
                <a:spcPct val="150000"/>
              </a:lnSpc>
            </a:pPr>
            <a:r>
              <a:rPr lang="vi-VN" sz="4400" b="1" kern="100">
                <a:solidFill>
                  <a:srgbClr val="FF2600"/>
                </a:solidFill>
                <a:latin typeface="American Typewriter" panose="02090604020004020304" pitchFamily="18" charset="77"/>
                <a:ea typeface="Calibri" panose="020F0502020204030204" pitchFamily="34" charset="0"/>
                <a:cs typeface="Times New Roman" panose="02020603050405020304" pitchFamily="18" charset="0"/>
              </a:rPr>
              <a:t>→ you can drive there if you have a driving license</a:t>
            </a:r>
          </a:p>
        </p:txBody>
      </p:sp>
    </p:spTree>
    <p:extLst>
      <p:ext uri="{BB962C8B-B14F-4D97-AF65-F5344CB8AC3E}">
        <p14:creationId xmlns:p14="http://schemas.microsoft.com/office/powerpoint/2010/main" val="2293994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additive="base">
                                        <p:cTn id="7"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14">
                                            <p:txEl>
                                              <p:pRg st="1" end="1"/>
                                            </p:txEl>
                                          </p:spTgt>
                                        </p:tgtEl>
                                        <p:attrNameLst>
                                          <p:attrName>style.visibility</p:attrName>
                                        </p:attrNameLst>
                                      </p:cBhvr>
                                      <p:to>
                                        <p:strVal val="visible"/>
                                      </p:to>
                                    </p:set>
                                    <p:animEffect transition="in" filter="dissolve">
                                      <p:cBhvr>
                                        <p:cTn id="13" dur="500"/>
                                        <p:tgtEl>
                                          <p:spTgt spid="14">
                                            <p:txEl>
                                              <p:pRg st="1" end="1"/>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14">
                                            <p:txEl>
                                              <p:pRg st="2" end="2"/>
                                            </p:txEl>
                                          </p:spTgt>
                                        </p:tgtEl>
                                        <p:attrNameLst>
                                          <p:attrName>style.visibility</p:attrName>
                                        </p:attrNameLst>
                                      </p:cBhvr>
                                      <p:to>
                                        <p:strVal val="visible"/>
                                      </p:to>
                                    </p:set>
                                    <p:animEffect transition="in" filter="dissolve">
                                      <p:cBhvr>
                                        <p:cTn id="16" dur="500"/>
                                        <p:tgtEl>
                                          <p:spTgt spid="14">
                                            <p:txEl>
                                              <p:pRg st="2" end="2"/>
                                            </p:txEl>
                                          </p:spTgt>
                                        </p:tgtEl>
                                      </p:cBhvr>
                                    </p:animEffect>
                                  </p:childTnLst>
                                </p:cTn>
                              </p:par>
                              <p:par>
                                <p:cTn id="17" presetID="9" presetClass="entr" presetSubtype="0" fill="hold" nodeType="withEffect">
                                  <p:stCondLst>
                                    <p:cond delay="0"/>
                                  </p:stCondLst>
                                  <p:childTnLst>
                                    <p:set>
                                      <p:cBhvr>
                                        <p:cTn id="18" dur="1" fill="hold">
                                          <p:stCondLst>
                                            <p:cond delay="0"/>
                                          </p:stCondLst>
                                        </p:cTn>
                                        <p:tgtEl>
                                          <p:spTgt spid="14">
                                            <p:txEl>
                                              <p:pRg st="3" end="3"/>
                                            </p:txEl>
                                          </p:spTgt>
                                        </p:tgtEl>
                                        <p:attrNameLst>
                                          <p:attrName>style.visibility</p:attrName>
                                        </p:attrNameLst>
                                      </p:cBhvr>
                                      <p:to>
                                        <p:strVal val="visible"/>
                                      </p:to>
                                    </p:set>
                                    <p:animEffect transition="in" filter="dissolve">
                                      <p:cBhvr>
                                        <p:cTn id="19" dur="500"/>
                                        <p:tgtEl>
                                          <p:spTgt spid="14">
                                            <p:txEl>
                                              <p:pRg st="3" end="3"/>
                                            </p:txEl>
                                          </p:spTgt>
                                        </p:tgtEl>
                                      </p:cBhvr>
                                    </p:animEffect>
                                  </p:childTnLst>
                                </p:cTn>
                              </p:par>
                              <p:par>
                                <p:cTn id="20" presetID="9" presetClass="entr" presetSubtype="0" fill="hold" nodeType="withEffect">
                                  <p:stCondLst>
                                    <p:cond delay="0"/>
                                  </p:stCondLst>
                                  <p:childTnLst>
                                    <p:set>
                                      <p:cBhvr>
                                        <p:cTn id="21" dur="1" fill="hold">
                                          <p:stCondLst>
                                            <p:cond delay="0"/>
                                          </p:stCondLst>
                                        </p:cTn>
                                        <p:tgtEl>
                                          <p:spTgt spid="14">
                                            <p:txEl>
                                              <p:pRg st="4" end="4"/>
                                            </p:txEl>
                                          </p:spTgt>
                                        </p:tgtEl>
                                        <p:attrNameLst>
                                          <p:attrName>style.visibility</p:attrName>
                                        </p:attrNameLst>
                                      </p:cBhvr>
                                      <p:to>
                                        <p:strVal val="visible"/>
                                      </p:to>
                                    </p:set>
                                    <p:animEffect transition="in" filter="dissolve">
                                      <p:cBhvr>
                                        <p:cTn id="22" dur="500"/>
                                        <p:tgtEl>
                                          <p:spTgt spid="1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bg>
      <p:bgPr>
        <a:solidFill>
          <a:srgbClr val="F3E1D1"/>
        </a:solidFill>
        <a:effectLst/>
      </p:bgPr>
    </p:bg>
    <p:spTree>
      <p:nvGrpSpPr>
        <p:cNvPr id="1" name="">
          <a:extLst>
            <a:ext uri="{FF2B5EF4-FFF2-40B4-BE49-F238E27FC236}">
              <a16:creationId xmlns:a16="http://schemas.microsoft.com/office/drawing/2014/main" id="{F9BE32BF-6716-FDE6-2D15-87770C5D037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EBB5067-28DA-3A1B-5FAF-3199E265480E}"/>
              </a:ext>
            </a:extLst>
          </p:cNvPr>
          <p:cNvGrpSpPr/>
          <p:nvPr/>
        </p:nvGrpSpPr>
        <p:grpSpPr>
          <a:xfrm rot="148260">
            <a:off x="1824598" y="1813471"/>
            <a:ext cx="15256309" cy="8604490"/>
            <a:chOff x="0" y="0"/>
            <a:chExt cx="4018122" cy="2266203"/>
          </a:xfrm>
        </p:grpSpPr>
        <p:sp>
          <p:nvSpPr>
            <p:cNvPr id="3" name="Freeform 3">
              <a:extLst>
                <a:ext uri="{FF2B5EF4-FFF2-40B4-BE49-F238E27FC236}">
                  <a16:creationId xmlns:a16="http://schemas.microsoft.com/office/drawing/2014/main" id="{B6E08FAB-FCCA-FED4-9C22-B5B67BC81F17}"/>
                </a:ext>
              </a:extLst>
            </p:cNvPr>
            <p:cNvSpPr/>
            <p:nvPr/>
          </p:nvSpPr>
          <p:spPr>
            <a:xfrm>
              <a:off x="0" y="0"/>
              <a:ext cx="4018123" cy="2266203"/>
            </a:xfrm>
            <a:custGeom>
              <a:avLst/>
              <a:gdLst/>
              <a:ahLst/>
              <a:cxnLst/>
              <a:rect l="l" t="t" r="r" b="b"/>
              <a:pathLst>
                <a:path w="4018123" h="2266203">
                  <a:moveTo>
                    <a:pt x="14716" y="0"/>
                  </a:moveTo>
                  <a:lnTo>
                    <a:pt x="4003406" y="0"/>
                  </a:lnTo>
                  <a:cubicBezTo>
                    <a:pt x="4007309" y="0"/>
                    <a:pt x="4011052" y="1550"/>
                    <a:pt x="4013812" y="4310"/>
                  </a:cubicBezTo>
                  <a:cubicBezTo>
                    <a:pt x="4016572" y="7070"/>
                    <a:pt x="4018123" y="10813"/>
                    <a:pt x="4018123" y="14716"/>
                  </a:cubicBezTo>
                  <a:lnTo>
                    <a:pt x="4018123" y="2251487"/>
                  </a:lnTo>
                  <a:cubicBezTo>
                    <a:pt x="4018123" y="2255390"/>
                    <a:pt x="4016572" y="2259133"/>
                    <a:pt x="4013812" y="2261893"/>
                  </a:cubicBezTo>
                  <a:cubicBezTo>
                    <a:pt x="4011052" y="2264653"/>
                    <a:pt x="4007309" y="2266203"/>
                    <a:pt x="4003406" y="2266203"/>
                  </a:cubicBezTo>
                  <a:lnTo>
                    <a:pt x="14716" y="2266203"/>
                  </a:lnTo>
                  <a:cubicBezTo>
                    <a:pt x="10813" y="2266203"/>
                    <a:pt x="7070" y="2264653"/>
                    <a:pt x="4310" y="2261893"/>
                  </a:cubicBezTo>
                  <a:cubicBezTo>
                    <a:pt x="1550" y="2259133"/>
                    <a:pt x="0" y="2255390"/>
                    <a:pt x="0" y="2251487"/>
                  </a:cubicBezTo>
                  <a:lnTo>
                    <a:pt x="0" y="14716"/>
                  </a:lnTo>
                  <a:cubicBezTo>
                    <a:pt x="0" y="10813"/>
                    <a:pt x="1550" y="7070"/>
                    <a:pt x="4310" y="4310"/>
                  </a:cubicBezTo>
                  <a:cubicBezTo>
                    <a:pt x="7070" y="1550"/>
                    <a:pt x="10813" y="0"/>
                    <a:pt x="14716" y="0"/>
                  </a:cubicBezTo>
                  <a:close/>
                </a:path>
              </a:pathLst>
            </a:custGeom>
            <a:solidFill>
              <a:srgbClr val="C6B7A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E71D2652-90CC-9980-975D-87746BBEDB02}"/>
                </a:ext>
              </a:extLst>
            </p:cNvPr>
            <p:cNvSpPr txBox="1"/>
            <p:nvPr/>
          </p:nvSpPr>
          <p:spPr>
            <a:xfrm>
              <a:off x="0" y="-38100"/>
              <a:ext cx="4018122" cy="2304303"/>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a:extLst>
              <a:ext uri="{FF2B5EF4-FFF2-40B4-BE49-F238E27FC236}">
                <a16:creationId xmlns:a16="http://schemas.microsoft.com/office/drawing/2014/main" id="{8D39C309-32F3-8C17-E83C-891B8D625910}"/>
              </a:ext>
            </a:extLst>
          </p:cNvPr>
          <p:cNvSpPr/>
          <p:nvPr/>
        </p:nvSpPr>
        <p:spPr>
          <a:xfrm rot="-5400000">
            <a:off x="16416216" y="5195731"/>
            <a:ext cx="962680" cy="2578608"/>
          </a:xfrm>
          <a:custGeom>
            <a:avLst/>
            <a:gdLst/>
            <a:ahLst/>
            <a:cxnLst/>
            <a:rect l="l" t="t" r="r" b="b"/>
            <a:pathLst>
              <a:path w="962680" h="2578608">
                <a:moveTo>
                  <a:pt x="0" y="0"/>
                </a:moveTo>
                <a:lnTo>
                  <a:pt x="962680" y="0"/>
                </a:lnTo>
                <a:lnTo>
                  <a:pt x="962680" y="2578608"/>
                </a:lnTo>
                <a:lnTo>
                  <a:pt x="0" y="2578608"/>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Freeform 6">
            <a:extLst>
              <a:ext uri="{FF2B5EF4-FFF2-40B4-BE49-F238E27FC236}">
                <a16:creationId xmlns:a16="http://schemas.microsoft.com/office/drawing/2014/main" id="{EA0B4889-E9EC-6432-1FEB-0901F6B856A1}"/>
              </a:ext>
            </a:extLst>
          </p:cNvPr>
          <p:cNvSpPr/>
          <p:nvPr/>
        </p:nvSpPr>
        <p:spPr>
          <a:xfrm rot="-5400000">
            <a:off x="16149303" y="2563412"/>
            <a:ext cx="1496505" cy="2814855"/>
          </a:xfrm>
          <a:custGeom>
            <a:avLst/>
            <a:gdLst/>
            <a:ahLst/>
            <a:cxnLst/>
            <a:rect l="l" t="t" r="r" b="b"/>
            <a:pathLst>
              <a:path w="1496505" h="2814855">
                <a:moveTo>
                  <a:pt x="0" y="0"/>
                </a:moveTo>
                <a:lnTo>
                  <a:pt x="1496505" y="0"/>
                </a:lnTo>
                <a:lnTo>
                  <a:pt x="1496505" y="2814855"/>
                </a:lnTo>
                <a:lnTo>
                  <a:pt x="0" y="2814855"/>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Freeform 7">
            <a:extLst>
              <a:ext uri="{FF2B5EF4-FFF2-40B4-BE49-F238E27FC236}">
                <a16:creationId xmlns:a16="http://schemas.microsoft.com/office/drawing/2014/main" id="{58BD5C82-8DA0-D33F-9D45-85BFFF0A2D36}"/>
              </a:ext>
            </a:extLst>
          </p:cNvPr>
          <p:cNvSpPr/>
          <p:nvPr/>
        </p:nvSpPr>
        <p:spPr>
          <a:xfrm rot="-5473987">
            <a:off x="16139311" y="3869291"/>
            <a:ext cx="1316802" cy="2834168"/>
          </a:xfrm>
          <a:custGeom>
            <a:avLst/>
            <a:gdLst/>
            <a:ahLst/>
            <a:cxnLst/>
            <a:rect l="l" t="t" r="r" b="b"/>
            <a:pathLst>
              <a:path w="1316802" h="2834168">
                <a:moveTo>
                  <a:pt x="0" y="0"/>
                </a:moveTo>
                <a:lnTo>
                  <a:pt x="1316801" y="0"/>
                </a:lnTo>
                <a:lnTo>
                  <a:pt x="1316801" y="2834168"/>
                </a:lnTo>
                <a:lnTo>
                  <a:pt x="0" y="2834168"/>
                </a:lnTo>
                <a:lnTo>
                  <a:pt x="0" y="0"/>
                </a:lnTo>
                <a:close/>
              </a:path>
            </a:pathLst>
          </a:custGeom>
          <a:blipFill>
            <a:blip r:embed="rId4"/>
            <a:stretch>
              <a:fillRect l="-6837"/>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Freeform 8">
            <a:extLst>
              <a:ext uri="{FF2B5EF4-FFF2-40B4-BE49-F238E27FC236}">
                <a16:creationId xmlns:a16="http://schemas.microsoft.com/office/drawing/2014/main" id="{A8591E3B-AC83-7C0D-D6CF-F5F6AD97FC5F}"/>
              </a:ext>
            </a:extLst>
          </p:cNvPr>
          <p:cNvSpPr/>
          <p:nvPr/>
        </p:nvSpPr>
        <p:spPr>
          <a:xfrm rot="-5466484">
            <a:off x="16099554" y="6159632"/>
            <a:ext cx="1396316" cy="3127166"/>
          </a:xfrm>
          <a:custGeom>
            <a:avLst/>
            <a:gdLst/>
            <a:ahLst/>
            <a:cxnLst/>
            <a:rect l="l" t="t" r="r" b="b"/>
            <a:pathLst>
              <a:path w="1396316" h="3127166">
                <a:moveTo>
                  <a:pt x="0" y="0"/>
                </a:moveTo>
                <a:lnTo>
                  <a:pt x="1396316" y="0"/>
                </a:lnTo>
                <a:lnTo>
                  <a:pt x="1396316" y="3127166"/>
                </a:lnTo>
                <a:lnTo>
                  <a:pt x="0" y="3127166"/>
                </a:lnTo>
                <a:lnTo>
                  <a:pt x="0" y="0"/>
                </a:lnTo>
                <a:close/>
              </a:path>
            </a:pathLst>
          </a:custGeom>
          <a:blipFill>
            <a:blip r:embed="rId5"/>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Freeform 9">
            <a:extLst>
              <a:ext uri="{FF2B5EF4-FFF2-40B4-BE49-F238E27FC236}">
                <a16:creationId xmlns:a16="http://schemas.microsoft.com/office/drawing/2014/main" id="{B76CAD52-F8C3-8A5F-689F-70937A895973}"/>
              </a:ext>
            </a:extLst>
          </p:cNvPr>
          <p:cNvSpPr/>
          <p:nvPr/>
        </p:nvSpPr>
        <p:spPr>
          <a:xfrm rot="-5400000">
            <a:off x="16309085" y="969997"/>
            <a:ext cx="1176942" cy="3061538"/>
          </a:xfrm>
          <a:custGeom>
            <a:avLst/>
            <a:gdLst/>
            <a:ahLst/>
            <a:cxnLst/>
            <a:rect l="l" t="t" r="r" b="b"/>
            <a:pathLst>
              <a:path w="1176942" h="3061538">
                <a:moveTo>
                  <a:pt x="0" y="0"/>
                </a:moveTo>
                <a:lnTo>
                  <a:pt x="1176942" y="0"/>
                </a:lnTo>
                <a:lnTo>
                  <a:pt x="1176942" y="3061538"/>
                </a:lnTo>
                <a:lnTo>
                  <a:pt x="0" y="3061538"/>
                </a:lnTo>
                <a:lnTo>
                  <a:pt x="0" y="0"/>
                </a:lnTo>
                <a:close/>
              </a:path>
            </a:pathLst>
          </a:custGeom>
          <a:blipFill>
            <a:blip r:embed="rId6"/>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0" name="Group 10">
            <a:extLst>
              <a:ext uri="{FF2B5EF4-FFF2-40B4-BE49-F238E27FC236}">
                <a16:creationId xmlns:a16="http://schemas.microsoft.com/office/drawing/2014/main" id="{CDB4BA33-120F-90B7-1721-AF79B0687585}"/>
              </a:ext>
            </a:extLst>
          </p:cNvPr>
          <p:cNvGrpSpPr/>
          <p:nvPr/>
        </p:nvGrpSpPr>
        <p:grpSpPr>
          <a:xfrm>
            <a:off x="603650" y="508040"/>
            <a:ext cx="16372589" cy="9270920"/>
            <a:chOff x="0" y="0"/>
            <a:chExt cx="4312122" cy="2441724"/>
          </a:xfrm>
        </p:grpSpPr>
        <p:sp>
          <p:nvSpPr>
            <p:cNvPr id="11" name="Freeform 11">
              <a:extLst>
                <a:ext uri="{FF2B5EF4-FFF2-40B4-BE49-F238E27FC236}">
                  <a16:creationId xmlns:a16="http://schemas.microsoft.com/office/drawing/2014/main" id="{75ADED62-F669-6507-F3CD-675A028BD74C}"/>
                </a:ext>
              </a:extLst>
            </p:cNvPr>
            <p:cNvSpPr/>
            <p:nvPr/>
          </p:nvSpPr>
          <p:spPr>
            <a:xfrm>
              <a:off x="0" y="0"/>
              <a:ext cx="4312122" cy="2441724"/>
            </a:xfrm>
            <a:custGeom>
              <a:avLst/>
              <a:gdLst/>
              <a:ahLst/>
              <a:cxnLst/>
              <a:rect l="l" t="t" r="r" b="b"/>
              <a:pathLst>
                <a:path w="4312122" h="2441724">
                  <a:moveTo>
                    <a:pt x="13713" y="0"/>
                  </a:moveTo>
                  <a:lnTo>
                    <a:pt x="4298410" y="0"/>
                  </a:lnTo>
                  <a:cubicBezTo>
                    <a:pt x="4302046" y="0"/>
                    <a:pt x="4305534" y="1445"/>
                    <a:pt x="4308106" y="4016"/>
                  </a:cubicBezTo>
                  <a:cubicBezTo>
                    <a:pt x="4310678" y="6588"/>
                    <a:pt x="4312122" y="10076"/>
                    <a:pt x="4312122" y="13713"/>
                  </a:cubicBezTo>
                  <a:lnTo>
                    <a:pt x="4312122" y="2428011"/>
                  </a:lnTo>
                  <a:cubicBezTo>
                    <a:pt x="4312122" y="2431648"/>
                    <a:pt x="4310678" y="2435135"/>
                    <a:pt x="4308106" y="2437707"/>
                  </a:cubicBezTo>
                  <a:cubicBezTo>
                    <a:pt x="4305534" y="2440279"/>
                    <a:pt x="4302046" y="2441724"/>
                    <a:pt x="4298410" y="2441724"/>
                  </a:cubicBezTo>
                  <a:lnTo>
                    <a:pt x="13713" y="2441724"/>
                  </a:lnTo>
                  <a:cubicBezTo>
                    <a:pt x="10076" y="2441724"/>
                    <a:pt x="6588" y="2440279"/>
                    <a:pt x="4016" y="2437707"/>
                  </a:cubicBezTo>
                  <a:cubicBezTo>
                    <a:pt x="1445" y="2435135"/>
                    <a:pt x="0" y="2431648"/>
                    <a:pt x="0" y="2428011"/>
                  </a:cubicBezTo>
                  <a:lnTo>
                    <a:pt x="0" y="13713"/>
                  </a:lnTo>
                  <a:cubicBezTo>
                    <a:pt x="0" y="10076"/>
                    <a:pt x="1445" y="6588"/>
                    <a:pt x="4016" y="4016"/>
                  </a:cubicBezTo>
                  <a:cubicBezTo>
                    <a:pt x="6588" y="1445"/>
                    <a:pt x="10076" y="0"/>
                    <a:pt x="1371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Box 12">
              <a:extLst>
                <a:ext uri="{FF2B5EF4-FFF2-40B4-BE49-F238E27FC236}">
                  <a16:creationId xmlns:a16="http://schemas.microsoft.com/office/drawing/2014/main" id="{B58580C4-2BA7-1956-9019-22DA03CB1F18}"/>
                </a:ext>
              </a:extLst>
            </p:cNvPr>
            <p:cNvSpPr txBox="1"/>
            <p:nvPr/>
          </p:nvSpPr>
          <p:spPr>
            <a:xfrm>
              <a:off x="0" y="-38100"/>
              <a:ext cx="4312122" cy="247982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3" name="Freeform 13">
            <a:extLst>
              <a:ext uri="{FF2B5EF4-FFF2-40B4-BE49-F238E27FC236}">
                <a16:creationId xmlns:a16="http://schemas.microsoft.com/office/drawing/2014/main" id="{08B61D69-9F88-42B1-2E0C-F97E7D34228A}"/>
              </a:ext>
            </a:extLst>
          </p:cNvPr>
          <p:cNvSpPr/>
          <p:nvPr/>
        </p:nvSpPr>
        <p:spPr>
          <a:xfrm>
            <a:off x="234255" y="508040"/>
            <a:ext cx="1155550" cy="9210904"/>
          </a:xfrm>
          <a:custGeom>
            <a:avLst/>
            <a:gdLst/>
            <a:ahLst/>
            <a:cxnLst/>
            <a:rect l="l" t="t" r="r" b="b"/>
            <a:pathLst>
              <a:path w="1155550" h="9210904">
                <a:moveTo>
                  <a:pt x="0" y="0"/>
                </a:moveTo>
                <a:lnTo>
                  <a:pt x="1155549" y="0"/>
                </a:lnTo>
                <a:lnTo>
                  <a:pt x="1155549" y="9210904"/>
                </a:lnTo>
                <a:lnTo>
                  <a:pt x="0" y="921090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Box 14">
            <a:extLst>
              <a:ext uri="{FF2B5EF4-FFF2-40B4-BE49-F238E27FC236}">
                <a16:creationId xmlns:a16="http://schemas.microsoft.com/office/drawing/2014/main" id="{BDD62A0C-F90B-ABB3-4C9B-9690BF609E6C}"/>
              </a:ext>
            </a:extLst>
          </p:cNvPr>
          <p:cNvSpPr txBox="1"/>
          <p:nvPr/>
        </p:nvSpPr>
        <p:spPr>
          <a:xfrm>
            <a:off x="1613232" y="1804845"/>
            <a:ext cx="15090501" cy="6963060"/>
          </a:xfrm>
          <a:prstGeom prst="rect">
            <a:avLst/>
          </a:prstGeom>
        </p:spPr>
        <p:txBody>
          <a:bodyPr wrap="square" lIns="0" tIns="0" rIns="0" bIns="0" rtlCol="0" anchor="t">
            <a:spAutoFit/>
          </a:bodyPr>
          <a:lstStyle/>
          <a:p>
            <a:pPr algn="just">
              <a:lnSpc>
                <a:spcPct val="150000"/>
              </a:lnSpc>
              <a:spcBef>
                <a:spcPts val="600"/>
              </a:spcBef>
              <a:spcAft>
                <a:spcPts val="600"/>
              </a:spcAft>
            </a:pPr>
            <a:r>
              <a:rPr lang="vi-VN" sz="5000" b="1" kern="100">
                <a:latin typeface="American Typewriter" panose="02090604020004020304" pitchFamily="18" charset="77"/>
                <a:ea typeface="Calibri" panose="020F0502020204030204" pitchFamily="34" charset="0"/>
                <a:cs typeface="Times New Roman" panose="02020603050405020304" pitchFamily="18" charset="0"/>
              </a:rPr>
              <a:t>1. </a:t>
            </a:r>
            <a:r>
              <a:rPr lang="en-US" sz="5000">
                <a:latin typeface="American Typewriter" panose="02090604020004020304" pitchFamily="18" charset="77"/>
              </a:rPr>
              <a:t>I enjoy </a:t>
            </a:r>
            <a:r>
              <a:rPr lang="en-US" sz="5000" b="1">
                <a:solidFill>
                  <a:srgbClr val="FF0000"/>
                </a:solidFill>
                <a:latin typeface="American Typewriter" panose="02090604020004020304" pitchFamily="18" charset="77"/>
              </a:rPr>
              <a:t>going for a walk </a:t>
            </a:r>
            <a:r>
              <a:rPr lang="en-US" sz="5000">
                <a:latin typeface="American Typewriter" panose="02090604020004020304" pitchFamily="18" charset="77"/>
              </a:rPr>
              <a:t>in my free time to</a:t>
            </a:r>
            <a:r>
              <a:rPr lang="en-US" sz="5000" b="1">
                <a:latin typeface="American Typewriter" panose="02090604020004020304" pitchFamily="18" charset="77"/>
              </a:rPr>
              <a:t> </a:t>
            </a:r>
            <a:r>
              <a:rPr lang="en-US" sz="5000" b="1">
                <a:solidFill>
                  <a:srgbClr val="FF0000"/>
                </a:solidFill>
                <a:latin typeface="American Typewriter" panose="02090604020004020304" pitchFamily="18" charset="77"/>
              </a:rPr>
              <a:t>improve my health</a:t>
            </a:r>
            <a:r>
              <a:rPr lang="en-US" sz="5000">
                <a:latin typeface="American Typewriter" panose="02090604020004020304" pitchFamily="18" charset="77"/>
              </a:rPr>
              <a:t>. </a:t>
            </a:r>
            <a:r>
              <a:rPr lang="en-US" sz="5000" b="1">
                <a:highlight>
                  <a:srgbClr val="FFFF00"/>
                </a:highlight>
                <a:latin typeface="American Typewriter" panose="02090604020004020304" pitchFamily="18" charset="77"/>
              </a:rPr>
              <a:t>In addition,</a:t>
            </a:r>
            <a:r>
              <a:rPr lang="en-US" sz="5000">
                <a:latin typeface="American Typewriter" panose="02090604020004020304" pitchFamily="18" charset="77"/>
              </a:rPr>
              <a:t> I also read books to </a:t>
            </a:r>
            <a:r>
              <a:rPr lang="en-US" sz="5000" b="1">
                <a:solidFill>
                  <a:srgbClr val="FF0000"/>
                </a:solidFill>
                <a:latin typeface="American Typewriter" panose="02090604020004020304" pitchFamily="18" charset="77"/>
              </a:rPr>
              <a:t>clear my mind</a:t>
            </a:r>
            <a:r>
              <a:rPr lang="en-US" sz="5000">
                <a:latin typeface="American Typewriter" panose="02090604020004020304" pitchFamily="18" charset="77"/>
              </a:rPr>
              <a:t>.</a:t>
            </a:r>
          </a:p>
          <a:p>
            <a:pPr algn="just">
              <a:lnSpc>
                <a:spcPct val="150000"/>
              </a:lnSpc>
              <a:spcBef>
                <a:spcPts val="600"/>
              </a:spcBef>
              <a:spcAft>
                <a:spcPts val="600"/>
              </a:spcAft>
            </a:pPr>
            <a:r>
              <a:rPr lang="en-US" sz="5000" b="1">
                <a:latin typeface="American Typewriter" panose="02090604020004020304" pitchFamily="18" charset="77"/>
              </a:rPr>
              <a:t>2. </a:t>
            </a:r>
            <a:r>
              <a:rPr lang="en-US" sz="5000" b="1">
                <a:solidFill>
                  <a:srgbClr val="FF0000"/>
                </a:solidFill>
                <a:latin typeface="American Typewriter" panose="02090604020004020304" pitchFamily="18" charset="77"/>
              </a:rPr>
              <a:t>Studying abroad </a:t>
            </a:r>
            <a:r>
              <a:rPr lang="en-US" sz="5000">
                <a:latin typeface="American Typewriter" panose="02090604020004020304" pitchFamily="18" charset="77"/>
              </a:rPr>
              <a:t>can </a:t>
            </a:r>
            <a:r>
              <a:rPr lang="en-US" sz="5000" b="1">
                <a:solidFill>
                  <a:srgbClr val="FF0000"/>
                </a:solidFill>
                <a:latin typeface="American Typewriter" panose="02090604020004020304" pitchFamily="18" charset="77"/>
              </a:rPr>
              <a:t>bring many benefits</a:t>
            </a:r>
            <a:r>
              <a:rPr lang="en-US" sz="5000">
                <a:latin typeface="American Typewriter" panose="02090604020004020304" pitchFamily="18" charset="77"/>
              </a:rPr>
              <a:t>. </a:t>
            </a:r>
            <a:r>
              <a:rPr lang="en-US" sz="5000" b="1">
                <a:highlight>
                  <a:srgbClr val="FFFF00"/>
                </a:highlight>
                <a:latin typeface="American Typewriter" panose="02090604020004020304" pitchFamily="18" charset="77"/>
              </a:rPr>
              <a:t>For example,</a:t>
            </a:r>
            <a:r>
              <a:rPr lang="en-US" sz="5000">
                <a:latin typeface="American Typewriter" panose="02090604020004020304" pitchFamily="18" charset="77"/>
              </a:rPr>
              <a:t> students can </a:t>
            </a:r>
            <a:r>
              <a:rPr lang="en-US" sz="5000" b="1">
                <a:solidFill>
                  <a:srgbClr val="FF0000"/>
                </a:solidFill>
                <a:latin typeface="American Typewriter" panose="02090604020004020304" pitchFamily="18" charset="77"/>
              </a:rPr>
              <a:t>widen their knowledge</a:t>
            </a:r>
            <a:r>
              <a:rPr lang="en-US" sz="5000">
                <a:solidFill>
                  <a:srgbClr val="FF0000"/>
                </a:solidFill>
                <a:latin typeface="American Typewriter" panose="02090604020004020304" pitchFamily="18" charset="77"/>
              </a:rPr>
              <a:t> </a:t>
            </a:r>
            <a:r>
              <a:rPr lang="en-US" sz="5000">
                <a:latin typeface="American Typewriter" panose="02090604020004020304" pitchFamily="18" charset="77"/>
              </a:rPr>
              <a:t>and </a:t>
            </a:r>
            <a:r>
              <a:rPr lang="en-US" sz="5000" b="1">
                <a:solidFill>
                  <a:srgbClr val="FF0000"/>
                </a:solidFill>
                <a:latin typeface="American Typewriter" panose="02090604020004020304" pitchFamily="18" charset="77"/>
              </a:rPr>
              <a:t>gain many new experiences</a:t>
            </a:r>
            <a:r>
              <a:rPr lang="en-US" sz="5000">
                <a:latin typeface="American Typewriter" panose="02090604020004020304" pitchFamily="18" charset="77"/>
              </a:rPr>
              <a:t>.</a:t>
            </a:r>
          </a:p>
        </p:txBody>
      </p:sp>
    </p:spTree>
    <p:extLst>
      <p:ext uri="{BB962C8B-B14F-4D97-AF65-F5344CB8AC3E}">
        <p14:creationId xmlns:p14="http://schemas.microsoft.com/office/powerpoint/2010/main" val="2609069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additive="base">
                                        <p:cTn id="7"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xEl>
                                              <p:pRg st="1" end="1"/>
                                            </p:txEl>
                                          </p:spTgt>
                                        </p:tgtEl>
                                        <p:attrNameLst>
                                          <p:attrName>style.visibility</p:attrName>
                                        </p:attrNameLst>
                                      </p:cBhvr>
                                      <p:to>
                                        <p:strVal val="visible"/>
                                      </p:to>
                                    </p:set>
                                    <p:anim calcmode="lin" valueType="num">
                                      <p:cBhvr additive="base">
                                        <p:cTn id="13"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bg>
      <p:bgPr>
        <a:solidFill>
          <a:srgbClr val="F3E1D1"/>
        </a:solidFill>
        <a:effectLst/>
      </p:bgPr>
    </p:bg>
    <p:spTree>
      <p:nvGrpSpPr>
        <p:cNvPr id="1" name="">
          <a:extLst>
            <a:ext uri="{FF2B5EF4-FFF2-40B4-BE49-F238E27FC236}">
              <a16:creationId xmlns:a16="http://schemas.microsoft.com/office/drawing/2014/main" id="{A8B80B31-A2FC-82DD-4A76-8C405774F66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F364BE6-E2A1-0541-FC6E-C8ED0E7E3D47}"/>
              </a:ext>
            </a:extLst>
          </p:cNvPr>
          <p:cNvGrpSpPr/>
          <p:nvPr/>
        </p:nvGrpSpPr>
        <p:grpSpPr>
          <a:xfrm rot="148260">
            <a:off x="1824598" y="1813471"/>
            <a:ext cx="15256309" cy="8604490"/>
            <a:chOff x="0" y="0"/>
            <a:chExt cx="4018122" cy="2266203"/>
          </a:xfrm>
        </p:grpSpPr>
        <p:sp>
          <p:nvSpPr>
            <p:cNvPr id="3" name="Freeform 3">
              <a:extLst>
                <a:ext uri="{FF2B5EF4-FFF2-40B4-BE49-F238E27FC236}">
                  <a16:creationId xmlns:a16="http://schemas.microsoft.com/office/drawing/2014/main" id="{17185C5D-1374-4AD5-8494-BA5E768760CC}"/>
                </a:ext>
              </a:extLst>
            </p:cNvPr>
            <p:cNvSpPr/>
            <p:nvPr/>
          </p:nvSpPr>
          <p:spPr>
            <a:xfrm>
              <a:off x="0" y="0"/>
              <a:ext cx="4018123" cy="2266203"/>
            </a:xfrm>
            <a:custGeom>
              <a:avLst/>
              <a:gdLst/>
              <a:ahLst/>
              <a:cxnLst/>
              <a:rect l="l" t="t" r="r" b="b"/>
              <a:pathLst>
                <a:path w="4018123" h="2266203">
                  <a:moveTo>
                    <a:pt x="14716" y="0"/>
                  </a:moveTo>
                  <a:lnTo>
                    <a:pt x="4003406" y="0"/>
                  </a:lnTo>
                  <a:cubicBezTo>
                    <a:pt x="4007309" y="0"/>
                    <a:pt x="4011052" y="1550"/>
                    <a:pt x="4013812" y="4310"/>
                  </a:cubicBezTo>
                  <a:cubicBezTo>
                    <a:pt x="4016572" y="7070"/>
                    <a:pt x="4018123" y="10813"/>
                    <a:pt x="4018123" y="14716"/>
                  </a:cubicBezTo>
                  <a:lnTo>
                    <a:pt x="4018123" y="2251487"/>
                  </a:lnTo>
                  <a:cubicBezTo>
                    <a:pt x="4018123" y="2255390"/>
                    <a:pt x="4016572" y="2259133"/>
                    <a:pt x="4013812" y="2261893"/>
                  </a:cubicBezTo>
                  <a:cubicBezTo>
                    <a:pt x="4011052" y="2264653"/>
                    <a:pt x="4007309" y="2266203"/>
                    <a:pt x="4003406" y="2266203"/>
                  </a:cubicBezTo>
                  <a:lnTo>
                    <a:pt x="14716" y="2266203"/>
                  </a:lnTo>
                  <a:cubicBezTo>
                    <a:pt x="10813" y="2266203"/>
                    <a:pt x="7070" y="2264653"/>
                    <a:pt x="4310" y="2261893"/>
                  </a:cubicBezTo>
                  <a:cubicBezTo>
                    <a:pt x="1550" y="2259133"/>
                    <a:pt x="0" y="2255390"/>
                    <a:pt x="0" y="2251487"/>
                  </a:cubicBezTo>
                  <a:lnTo>
                    <a:pt x="0" y="14716"/>
                  </a:lnTo>
                  <a:cubicBezTo>
                    <a:pt x="0" y="10813"/>
                    <a:pt x="1550" y="7070"/>
                    <a:pt x="4310" y="4310"/>
                  </a:cubicBezTo>
                  <a:cubicBezTo>
                    <a:pt x="7070" y="1550"/>
                    <a:pt x="10813" y="0"/>
                    <a:pt x="14716" y="0"/>
                  </a:cubicBezTo>
                  <a:close/>
                </a:path>
              </a:pathLst>
            </a:custGeom>
            <a:solidFill>
              <a:srgbClr val="C6B7A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4A6573FA-3C8B-25EA-5233-784B0FCBAB0C}"/>
                </a:ext>
              </a:extLst>
            </p:cNvPr>
            <p:cNvSpPr txBox="1"/>
            <p:nvPr/>
          </p:nvSpPr>
          <p:spPr>
            <a:xfrm>
              <a:off x="0" y="-38100"/>
              <a:ext cx="4018122" cy="2304303"/>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a:extLst>
              <a:ext uri="{FF2B5EF4-FFF2-40B4-BE49-F238E27FC236}">
                <a16:creationId xmlns:a16="http://schemas.microsoft.com/office/drawing/2014/main" id="{C8E87EFE-54D7-9D3D-49FE-4F377AB6EF21}"/>
              </a:ext>
            </a:extLst>
          </p:cNvPr>
          <p:cNvSpPr/>
          <p:nvPr/>
        </p:nvSpPr>
        <p:spPr>
          <a:xfrm rot="-5400000">
            <a:off x="16416216" y="5195731"/>
            <a:ext cx="962680" cy="2578608"/>
          </a:xfrm>
          <a:custGeom>
            <a:avLst/>
            <a:gdLst/>
            <a:ahLst/>
            <a:cxnLst/>
            <a:rect l="l" t="t" r="r" b="b"/>
            <a:pathLst>
              <a:path w="962680" h="2578608">
                <a:moveTo>
                  <a:pt x="0" y="0"/>
                </a:moveTo>
                <a:lnTo>
                  <a:pt x="962680" y="0"/>
                </a:lnTo>
                <a:lnTo>
                  <a:pt x="962680" y="2578608"/>
                </a:lnTo>
                <a:lnTo>
                  <a:pt x="0" y="2578608"/>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Freeform 6">
            <a:extLst>
              <a:ext uri="{FF2B5EF4-FFF2-40B4-BE49-F238E27FC236}">
                <a16:creationId xmlns:a16="http://schemas.microsoft.com/office/drawing/2014/main" id="{7AD9B4BE-44FB-915F-A94B-58A842ACC1F4}"/>
              </a:ext>
            </a:extLst>
          </p:cNvPr>
          <p:cNvSpPr/>
          <p:nvPr/>
        </p:nvSpPr>
        <p:spPr>
          <a:xfrm rot="-5400000">
            <a:off x="16149303" y="2563412"/>
            <a:ext cx="1496505" cy="2814855"/>
          </a:xfrm>
          <a:custGeom>
            <a:avLst/>
            <a:gdLst/>
            <a:ahLst/>
            <a:cxnLst/>
            <a:rect l="l" t="t" r="r" b="b"/>
            <a:pathLst>
              <a:path w="1496505" h="2814855">
                <a:moveTo>
                  <a:pt x="0" y="0"/>
                </a:moveTo>
                <a:lnTo>
                  <a:pt x="1496505" y="0"/>
                </a:lnTo>
                <a:lnTo>
                  <a:pt x="1496505" y="2814855"/>
                </a:lnTo>
                <a:lnTo>
                  <a:pt x="0" y="2814855"/>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Freeform 7">
            <a:extLst>
              <a:ext uri="{FF2B5EF4-FFF2-40B4-BE49-F238E27FC236}">
                <a16:creationId xmlns:a16="http://schemas.microsoft.com/office/drawing/2014/main" id="{92FB7852-4215-BF00-A198-5DDC34E15B67}"/>
              </a:ext>
            </a:extLst>
          </p:cNvPr>
          <p:cNvSpPr/>
          <p:nvPr/>
        </p:nvSpPr>
        <p:spPr>
          <a:xfrm rot="-5473987">
            <a:off x="16139311" y="3869291"/>
            <a:ext cx="1316802" cy="2834168"/>
          </a:xfrm>
          <a:custGeom>
            <a:avLst/>
            <a:gdLst/>
            <a:ahLst/>
            <a:cxnLst/>
            <a:rect l="l" t="t" r="r" b="b"/>
            <a:pathLst>
              <a:path w="1316802" h="2834168">
                <a:moveTo>
                  <a:pt x="0" y="0"/>
                </a:moveTo>
                <a:lnTo>
                  <a:pt x="1316801" y="0"/>
                </a:lnTo>
                <a:lnTo>
                  <a:pt x="1316801" y="2834168"/>
                </a:lnTo>
                <a:lnTo>
                  <a:pt x="0" y="2834168"/>
                </a:lnTo>
                <a:lnTo>
                  <a:pt x="0" y="0"/>
                </a:lnTo>
                <a:close/>
              </a:path>
            </a:pathLst>
          </a:custGeom>
          <a:blipFill>
            <a:blip r:embed="rId4"/>
            <a:stretch>
              <a:fillRect l="-6837"/>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Freeform 8">
            <a:extLst>
              <a:ext uri="{FF2B5EF4-FFF2-40B4-BE49-F238E27FC236}">
                <a16:creationId xmlns:a16="http://schemas.microsoft.com/office/drawing/2014/main" id="{2E7825CE-3432-46BD-D814-0C77E8CCC32E}"/>
              </a:ext>
            </a:extLst>
          </p:cNvPr>
          <p:cNvSpPr/>
          <p:nvPr/>
        </p:nvSpPr>
        <p:spPr>
          <a:xfrm rot="-5466484">
            <a:off x="16099554" y="6159632"/>
            <a:ext cx="1396316" cy="3127166"/>
          </a:xfrm>
          <a:custGeom>
            <a:avLst/>
            <a:gdLst/>
            <a:ahLst/>
            <a:cxnLst/>
            <a:rect l="l" t="t" r="r" b="b"/>
            <a:pathLst>
              <a:path w="1396316" h="3127166">
                <a:moveTo>
                  <a:pt x="0" y="0"/>
                </a:moveTo>
                <a:lnTo>
                  <a:pt x="1396316" y="0"/>
                </a:lnTo>
                <a:lnTo>
                  <a:pt x="1396316" y="3127166"/>
                </a:lnTo>
                <a:lnTo>
                  <a:pt x="0" y="3127166"/>
                </a:lnTo>
                <a:lnTo>
                  <a:pt x="0" y="0"/>
                </a:lnTo>
                <a:close/>
              </a:path>
            </a:pathLst>
          </a:custGeom>
          <a:blipFill>
            <a:blip r:embed="rId5"/>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Freeform 9">
            <a:extLst>
              <a:ext uri="{FF2B5EF4-FFF2-40B4-BE49-F238E27FC236}">
                <a16:creationId xmlns:a16="http://schemas.microsoft.com/office/drawing/2014/main" id="{52B8A2B5-B54D-85CD-0E5F-5155FDF64AED}"/>
              </a:ext>
            </a:extLst>
          </p:cNvPr>
          <p:cNvSpPr/>
          <p:nvPr/>
        </p:nvSpPr>
        <p:spPr>
          <a:xfrm rot="-5400000">
            <a:off x="16309085" y="969997"/>
            <a:ext cx="1176942" cy="3061538"/>
          </a:xfrm>
          <a:custGeom>
            <a:avLst/>
            <a:gdLst/>
            <a:ahLst/>
            <a:cxnLst/>
            <a:rect l="l" t="t" r="r" b="b"/>
            <a:pathLst>
              <a:path w="1176942" h="3061538">
                <a:moveTo>
                  <a:pt x="0" y="0"/>
                </a:moveTo>
                <a:lnTo>
                  <a:pt x="1176942" y="0"/>
                </a:lnTo>
                <a:lnTo>
                  <a:pt x="1176942" y="3061538"/>
                </a:lnTo>
                <a:lnTo>
                  <a:pt x="0" y="3061538"/>
                </a:lnTo>
                <a:lnTo>
                  <a:pt x="0" y="0"/>
                </a:lnTo>
                <a:close/>
              </a:path>
            </a:pathLst>
          </a:custGeom>
          <a:blipFill>
            <a:blip r:embed="rId6"/>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0" name="Group 10">
            <a:extLst>
              <a:ext uri="{FF2B5EF4-FFF2-40B4-BE49-F238E27FC236}">
                <a16:creationId xmlns:a16="http://schemas.microsoft.com/office/drawing/2014/main" id="{91ED79CB-148D-C448-1E4D-427D26ABB53F}"/>
              </a:ext>
            </a:extLst>
          </p:cNvPr>
          <p:cNvGrpSpPr/>
          <p:nvPr/>
        </p:nvGrpSpPr>
        <p:grpSpPr>
          <a:xfrm>
            <a:off x="603650" y="508040"/>
            <a:ext cx="16372589" cy="9270920"/>
            <a:chOff x="0" y="0"/>
            <a:chExt cx="4312122" cy="2441724"/>
          </a:xfrm>
        </p:grpSpPr>
        <p:sp>
          <p:nvSpPr>
            <p:cNvPr id="11" name="Freeform 11">
              <a:extLst>
                <a:ext uri="{FF2B5EF4-FFF2-40B4-BE49-F238E27FC236}">
                  <a16:creationId xmlns:a16="http://schemas.microsoft.com/office/drawing/2014/main" id="{58219554-D16F-E1ED-0CF3-ACF148621C5E}"/>
                </a:ext>
              </a:extLst>
            </p:cNvPr>
            <p:cNvSpPr/>
            <p:nvPr/>
          </p:nvSpPr>
          <p:spPr>
            <a:xfrm>
              <a:off x="0" y="0"/>
              <a:ext cx="4312122" cy="2441724"/>
            </a:xfrm>
            <a:custGeom>
              <a:avLst/>
              <a:gdLst/>
              <a:ahLst/>
              <a:cxnLst/>
              <a:rect l="l" t="t" r="r" b="b"/>
              <a:pathLst>
                <a:path w="4312122" h="2441724">
                  <a:moveTo>
                    <a:pt x="13713" y="0"/>
                  </a:moveTo>
                  <a:lnTo>
                    <a:pt x="4298410" y="0"/>
                  </a:lnTo>
                  <a:cubicBezTo>
                    <a:pt x="4302046" y="0"/>
                    <a:pt x="4305534" y="1445"/>
                    <a:pt x="4308106" y="4016"/>
                  </a:cubicBezTo>
                  <a:cubicBezTo>
                    <a:pt x="4310678" y="6588"/>
                    <a:pt x="4312122" y="10076"/>
                    <a:pt x="4312122" y="13713"/>
                  </a:cubicBezTo>
                  <a:lnTo>
                    <a:pt x="4312122" y="2428011"/>
                  </a:lnTo>
                  <a:cubicBezTo>
                    <a:pt x="4312122" y="2431648"/>
                    <a:pt x="4310678" y="2435135"/>
                    <a:pt x="4308106" y="2437707"/>
                  </a:cubicBezTo>
                  <a:cubicBezTo>
                    <a:pt x="4305534" y="2440279"/>
                    <a:pt x="4302046" y="2441724"/>
                    <a:pt x="4298410" y="2441724"/>
                  </a:cubicBezTo>
                  <a:lnTo>
                    <a:pt x="13713" y="2441724"/>
                  </a:lnTo>
                  <a:cubicBezTo>
                    <a:pt x="10076" y="2441724"/>
                    <a:pt x="6588" y="2440279"/>
                    <a:pt x="4016" y="2437707"/>
                  </a:cubicBezTo>
                  <a:cubicBezTo>
                    <a:pt x="1445" y="2435135"/>
                    <a:pt x="0" y="2431648"/>
                    <a:pt x="0" y="2428011"/>
                  </a:cubicBezTo>
                  <a:lnTo>
                    <a:pt x="0" y="13713"/>
                  </a:lnTo>
                  <a:cubicBezTo>
                    <a:pt x="0" y="10076"/>
                    <a:pt x="1445" y="6588"/>
                    <a:pt x="4016" y="4016"/>
                  </a:cubicBezTo>
                  <a:cubicBezTo>
                    <a:pt x="6588" y="1445"/>
                    <a:pt x="10076" y="0"/>
                    <a:pt x="1371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Box 12">
              <a:extLst>
                <a:ext uri="{FF2B5EF4-FFF2-40B4-BE49-F238E27FC236}">
                  <a16:creationId xmlns:a16="http://schemas.microsoft.com/office/drawing/2014/main" id="{7EDBD232-82F1-62B3-8F19-BBF1891E6B35}"/>
                </a:ext>
              </a:extLst>
            </p:cNvPr>
            <p:cNvSpPr txBox="1"/>
            <p:nvPr/>
          </p:nvSpPr>
          <p:spPr>
            <a:xfrm>
              <a:off x="0" y="-38100"/>
              <a:ext cx="4312122" cy="247982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3" name="Freeform 13">
            <a:extLst>
              <a:ext uri="{FF2B5EF4-FFF2-40B4-BE49-F238E27FC236}">
                <a16:creationId xmlns:a16="http://schemas.microsoft.com/office/drawing/2014/main" id="{EDD5238B-D705-908C-0F6F-D2C494AC8F38}"/>
              </a:ext>
            </a:extLst>
          </p:cNvPr>
          <p:cNvSpPr/>
          <p:nvPr/>
        </p:nvSpPr>
        <p:spPr>
          <a:xfrm>
            <a:off x="234255" y="508040"/>
            <a:ext cx="1155550" cy="9210904"/>
          </a:xfrm>
          <a:custGeom>
            <a:avLst/>
            <a:gdLst/>
            <a:ahLst/>
            <a:cxnLst/>
            <a:rect l="l" t="t" r="r" b="b"/>
            <a:pathLst>
              <a:path w="1155550" h="9210904">
                <a:moveTo>
                  <a:pt x="0" y="0"/>
                </a:moveTo>
                <a:lnTo>
                  <a:pt x="1155549" y="0"/>
                </a:lnTo>
                <a:lnTo>
                  <a:pt x="1155549" y="9210904"/>
                </a:lnTo>
                <a:lnTo>
                  <a:pt x="0" y="921090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Box 14">
            <a:extLst>
              <a:ext uri="{FF2B5EF4-FFF2-40B4-BE49-F238E27FC236}">
                <a16:creationId xmlns:a16="http://schemas.microsoft.com/office/drawing/2014/main" id="{3CBD8BF7-E660-DC0C-52E3-44A602AA20BD}"/>
              </a:ext>
            </a:extLst>
          </p:cNvPr>
          <p:cNvSpPr txBox="1"/>
          <p:nvPr/>
        </p:nvSpPr>
        <p:spPr>
          <a:xfrm>
            <a:off x="1598750" y="1804845"/>
            <a:ext cx="15043046" cy="6963060"/>
          </a:xfrm>
          <a:prstGeom prst="rect">
            <a:avLst/>
          </a:prstGeom>
        </p:spPr>
        <p:txBody>
          <a:bodyPr wrap="square" lIns="0" tIns="0" rIns="0" bIns="0" rtlCol="0" anchor="t">
            <a:spAutoFit/>
          </a:bodyPr>
          <a:lstStyle/>
          <a:p>
            <a:pPr algn="just">
              <a:lnSpc>
                <a:spcPct val="150000"/>
              </a:lnSpc>
              <a:spcBef>
                <a:spcPts val="600"/>
              </a:spcBef>
              <a:spcAft>
                <a:spcPts val="600"/>
              </a:spcAft>
            </a:pPr>
            <a:r>
              <a:rPr lang="vi-VN" sz="5000" b="1" kern="100">
                <a:latin typeface="American Typewriter" panose="02090604020004020304" pitchFamily="18" charset="77"/>
                <a:ea typeface="Calibri" panose="020F0502020204030204" pitchFamily="34" charset="0"/>
                <a:cs typeface="Times New Roman" panose="02020603050405020304" pitchFamily="18" charset="0"/>
              </a:rPr>
              <a:t>3. </a:t>
            </a:r>
            <a:r>
              <a:rPr lang="en-US" sz="5000" b="1">
                <a:solidFill>
                  <a:srgbClr val="FF0000"/>
                </a:solidFill>
                <a:latin typeface="American Typewriter" panose="02090604020004020304" pitchFamily="18" charset="77"/>
              </a:rPr>
              <a:t>Environmental pollution </a:t>
            </a:r>
            <a:r>
              <a:rPr lang="en-US" sz="5000">
                <a:latin typeface="American Typewriter" panose="02090604020004020304" pitchFamily="18" charset="77"/>
              </a:rPr>
              <a:t>is </a:t>
            </a:r>
            <a:r>
              <a:rPr lang="en-US" sz="5000" b="1">
                <a:solidFill>
                  <a:srgbClr val="FF0000"/>
                </a:solidFill>
                <a:latin typeface="American Typewriter" panose="02090604020004020304" pitchFamily="18" charset="77"/>
              </a:rPr>
              <a:t>a serious problem</a:t>
            </a:r>
            <a:r>
              <a:rPr lang="en-US" sz="5000">
                <a:latin typeface="American Typewriter" panose="02090604020004020304" pitchFamily="18" charset="77"/>
              </a:rPr>
              <a:t>. </a:t>
            </a:r>
            <a:r>
              <a:rPr lang="en-US" sz="5000" b="1">
                <a:highlight>
                  <a:srgbClr val="FFFF00"/>
                </a:highlight>
                <a:latin typeface="American Typewriter" panose="02090604020004020304" pitchFamily="18" charset="77"/>
              </a:rPr>
              <a:t>Therefore,</a:t>
            </a:r>
            <a:r>
              <a:rPr lang="en-US" sz="5000">
                <a:latin typeface="American Typewriter" panose="02090604020004020304" pitchFamily="18" charset="77"/>
              </a:rPr>
              <a:t> we need to </a:t>
            </a:r>
            <a:r>
              <a:rPr lang="en-US" sz="5000" b="1">
                <a:solidFill>
                  <a:srgbClr val="FF0000"/>
                </a:solidFill>
                <a:latin typeface="American Typewriter" panose="02090604020004020304" pitchFamily="18" charset="77"/>
              </a:rPr>
              <a:t>have suitable solutions</a:t>
            </a:r>
            <a:r>
              <a:rPr lang="en-US" sz="5000">
                <a:solidFill>
                  <a:srgbClr val="FF0000"/>
                </a:solidFill>
                <a:latin typeface="American Typewriter" panose="02090604020004020304" pitchFamily="18" charset="77"/>
              </a:rPr>
              <a:t> </a:t>
            </a:r>
            <a:r>
              <a:rPr lang="en-US" sz="5000">
                <a:latin typeface="American Typewriter" panose="02090604020004020304" pitchFamily="18" charset="77"/>
              </a:rPr>
              <a:t>to</a:t>
            </a:r>
            <a:r>
              <a:rPr lang="en-US" sz="5000" b="1">
                <a:latin typeface="American Typewriter" panose="02090604020004020304" pitchFamily="18" charset="77"/>
              </a:rPr>
              <a:t> </a:t>
            </a:r>
            <a:r>
              <a:rPr lang="en-US" sz="5000" b="1">
                <a:solidFill>
                  <a:srgbClr val="FF0000"/>
                </a:solidFill>
                <a:latin typeface="American Typewriter" panose="02090604020004020304" pitchFamily="18" charset="77"/>
              </a:rPr>
              <a:t>solve this issue</a:t>
            </a:r>
            <a:r>
              <a:rPr lang="en-US" sz="5000">
                <a:latin typeface="American Typewriter" panose="02090604020004020304" pitchFamily="18" charset="77"/>
              </a:rPr>
              <a:t>.</a:t>
            </a:r>
          </a:p>
          <a:p>
            <a:pPr algn="just">
              <a:lnSpc>
                <a:spcPct val="150000"/>
              </a:lnSpc>
              <a:spcBef>
                <a:spcPts val="600"/>
              </a:spcBef>
              <a:spcAft>
                <a:spcPts val="600"/>
              </a:spcAft>
            </a:pPr>
            <a:r>
              <a:rPr lang="en-US" sz="5000" b="1">
                <a:latin typeface="American Typewriter" panose="02090604020004020304" pitchFamily="18" charset="77"/>
              </a:rPr>
              <a:t>4. </a:t>
            </a:r>
            <a:r>
              <a:rPr lang="en-US" sz="5000" b="1">
                <a:solidFill>
                  <a:srgbClr val="FF0000"/>
                </a:solidFill>
                <a:latin typeface="American Typewriter" panose="02090604020004020304" pitchFamily="18" charset="77"/>
              </a:rPr>
              <a:t>Using private transportation </a:t>
            </a:r>
            <a:r>
              <a:rPr lang="en-US" sz="5000">
                <a:latin typeface="American Typewriter" panose="02090604020004020304" pitchFamily="18" charset="77"/>
              </a:rPr>
              <a:t>is very convenient. </a:t>
            </a:r>
            <a:r>
              <a:rPr lang="en-US" sz="5000" b="1">
                <a:highlight>
                  <a:srgbClr val="FFFF00"/>
                </a:highlight>
                <a:latin typeface="American Typewriter" panose="02090604020004020304" pitchFamily="18" charset="77"/>
              </a:rPr>
              <a:t>However,</a:t>
            </a:r>
            <a:r>
              <a:rPr lang="en-US" sz="5000">
                <a:latin typeface="American Typewriter" panose="02090604020004020304" pitchFamily="18" charset="77"/>
              </a:rPr>
              <a:t> </a:t>
            </a:r>
            <a:r>
              <a:rPr lang="en-US" sz="5000" b="1">
                <a:solidFill>
                  <a:srgbClr val="FF0000"/>
                </a:solidFill>
                <a:latin typeface="American Typewriter" panose="02090604020004020304" pitchFamily="18" charset="77"/>
              </a:rPr>
              <a:t>private vehicles/it </a:t>
            </a:r>
            <a:r>
              <a:rPr lang="en-US" sz="5000">
                <a:latin typeface="American Typewriter" panose="02090604020004020304" pitchFamily="18" charset="77"/>
              </a:rPr>
              <a:t>can </a:t>
            </a:r>
            <a:r>
              <a:rPr lang="en-US" sz="5000" b="1">
                <a:solidFill>
                  <a:srgbClr val="FF0000"/>
                </a:solidFill>
                <a:latin typeface="American Typewriter" panose="02090604020004020304" pitchFamily="18" charset="77"/>
              </a:rPr>
              <a:t>cause environmental pollution</a:t>
            </a:r>
            <a:r>
              <a:rPr lang="en-US" sz="5000">
                <a:latin typeface="American Typewriter" panose="02090604020004020304" pitchFamily="18" charset="77"/>
              </a:rPr>
              <a:t>.</a:t>
            </a:r>
          </a:p>
        </p:txBody>
      </p:sp>
    </p:spTree>
    <p:extLst>
      <p:ext uri="{BB962C8B-B14F-4D97-AF65-F5344CB8AC3E}">
        <p14:creationId xmlns:p14="http://schemas.microsoft.com/office/powerpoint/2010/main" val="2019440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additive="base">
                                        <p:cTn id="7"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xEl>
                                              <p:pRg st="1" end="1"/>
                                            </p:txEl>
                                          </p:spTgt>
                                        </p:tgtEl>
                                        <p:attrNameLst>
                                          <p:attrName>style.visibility</p:attrName>
                                        </p:attrNameLst>
                                      </p:cBhvr>
                                      <p:to>
                                        <p:strVal val="visible"/>
                                      </p:to>
                                    </p:set>
                                    <p:anim calcmode="lin" valueType="num">
                                      <p:cBhvr additive="base">
                                        <p:cTn id="13"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r="http://schemas.openxmlformats.org/officeDocument/2006/relationships" xmlns:p="http://schemas.openxmlformats.org/presentationml/2006/main">
  <p:cSld>
    <p:bg>
      <p:bgPr>
        <a:solidFill>
          <a:srgbClr val="F3E1D1"/>
        </a:solidFill>
        <a:effectLst/>
      </p:bgPr>
    </p:bg>
    <p:spTree>
      <p:nvGrpSpPr>
        <p:cNvPr id="1" name="">
          <a:extLst>
            <a:ext uri="{FF2B5EF4-FFF2-40B4-BE49-F238E27FC236}">
              <a16:creationId xmlns:a16="http://schemas.microsoft.com/office/drawing/2014/main" id="{59B8CF7F-2FB3-06FC-AE7B-BC8565889FD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DBCBF41-D8AD-180D-474D-5E09892E6BA4}"/>
              </a:ext>
            </a:extLst>
          </p:cNvPr>
          <p:cNvGrpSpPr/>
          <p:nvPr/>
        </p:nvGrpSpPr>
        <p:grpSpPr>
          <a:xfrm rot="148260">
            <a:off x="1824598" y="1813471"/>
            <a:ext cx="15256309" cy="8604490"/>
            <a:chOff x="0" y="0"/>
            <a:chExt cx="4018122" cy="2266203"/>
          </a:xfrm>
        </p:grpSpPr>
        <p:sp>
          <p:nvSpPr>
            <p:cNvPr id="3" name="Freeform 3">
              <a:extLst>
                <a:ext uri="{FF2B5EF4-FFF2-40B4-BE49-F238E27FC236}">
                  <a16:creationId xmlns:a16="http://schemas.microsoft.com/office/drawing/2014/main" id="{11C94BEB-F603-E98E-5893-85412B240B6C}"/>
                </a:ext>
              </a:extLst>
            </p:cNvPr>
            <p:cNvSpPr/>
            <p:nvPr/>
          </p:nvSpPr>
          <p:spPr>
            <a:xfrm>
              <a:off x="0" y="0"/>
              <a:ext cx="4018123" cy="2266203"/>
            </a:xfrm>
            <a:custGeom>
              <a:avLst/>
              <a:gdLst/>
              <a:ahLst/>
              <a:cxnLst/>
              <a:rect l="l" t="t" r="r" b="b"/>
              <a:pathLst>
                <a:path w="4018123" h="2266203">
                  <a:moveTo>
                    <a:pt x="14716" y="0"/>
                  </a:moveTo>
                  <a:lnTo>
                    <a:pt x="4003406" y="0"/>
                  </a:lnTo>
                  <a:cubicBezTo>
                    <a:pt x="4007309" y="0"/>
                    <a:pt x="4011052" y="1550"/>
                    <a:pt x="4013812" y="4310"/>
                  </a:cubicBezTo>
                  <a:cubicBezTo>
                    <a:pt x="4016572" y="7070"/>
                    <a:pt x="4018123" y="10813"/>
                    <a:pt x="4018123" y="14716"/>
                  </a:cubicBezTo>
                  <a:lnTo>
                    <a:pt x="4018123" y="2251487"/>
                  </a:lnTo>
                  <a:cubicBezTo>
                    <a:pt x="4018123" y="2255390"/>
                    <a:pt x="4016572" y="2259133"/>
                    <a:pt x="4013812" y="2261893"/>
                  </a:cubicBezTo>
                  <a:cubicBezTo>
                    <a:pt x="4011052" y="2264653"/>
                    <a:pt x="4007309" y="2266203"/>
                    <a:pt x="4003406" y="2266203"/>
                  </a:cubicBezTo>
                  <a:lnTo>
                    <a:pt x="14716" y="2266203"/>
                  </a:lnTo>
                  <a:cubicBezTo>
                    <a:pt x="10813" y="2266203"/>
                    <a:pt x="7070" y="2264653"/>
                    <a:pt x="4310" y="2261893"/>
                  </a:cubicBezTo>
                  <a:cubicBezTo>
                    <a:pt x="1550" y="2259133"/>
                    <a:pt x="0" y="2255390"/>
                    <a:pt x="0" y="2251487"/>
                  </a:cubicBezTo>
                  <a:lnTo>
                    <a:pt x="0" y="14716"/>
                  </a:lnTo>
                  <a:cubicBezTo>
                    <a:pt x="0" y="10813"/>
                    <a:pt x="1550" y="7070"/>
                    <a:pt x="4310" y="4310"/>
                  </a:cubicBezTo>
                  <a:cubicBezTo>
                    <a:pt x="7070" y="1550"/>
                    <a:pt x="10813" y="0"/>
                    <a:pt x="14716" y="0"/>
                  </a:cubicBezTo>
                  <a:close/>
                </a:path>
              </a:pathLst>
            </a:custGeom>
            <a:solidFill>
              <a:srgbClr val="C6B7A8"/>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Box 4">
              <a:extLst>
                <a:ext uri="{FF2B5EF4-FFF2-40B4-BE49-F238E27FC236}">
                  <a16:creationId xmlns:a16="http://schemas.microsoft.com/office/drawing/2014/main" id="{40A9C265-BF40-AC1B-E3BA-EAD1F5850C2F}"/>
                </a:ext>
              </a:extLst>
            </p:cNvPr>
            <p:cNvSpPr txBox="1"/>
            <p:nvPr/>
          </p:nvSpPr>
          <p:spPr>
            <a:xfrm>
              <a:off x="0" y="-38100"/>
              <a:ext cx="4018122" cy="2304303"/>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a:extLst>
              <a:ext uri="{FF2B5EF4-FFF2-40B4-BE49-F238E27FC236}">
                <a16:creationId xmlns:a16="http://schemas.microsoft.com/office/drawing/2014/main" id="{AEA1A231-8B23-D916-D7E9-57A5E66FEE0D}"/>
              </a:ext>
            </a:extLst>
          </p:cNvPr>
          <p:cNvSpPr/>
          <p:nvPr/>
        </p:nvSpPr>
        <p:spPr>
          <a:xfrm rot="-5400000">
            <a:off x="16416216" y="5195731"/>
            <a:ext cx="962680" cy="2578608"/>
          </a:xfrm>
          <a:custGeom>
            <a:avLst/>
            <a:gdLst/>
            <a:ahLst/>
            <a:cxnLst/>
            <a:rect l="l" t="t" r="r" b="b"/>
            <a:pathLst>
              <a:path w="962680" h="2578608">
                <a:moveTo>
                  <a:pt x="0" y="0"/>
                </a:moveTo>
                <a:lnTo>
                  <a:pt x="962680" y="0"/>
                </a:lnTo>
                <a:lnTo>
                  <a:pt x="962680" y="2578608"/>
                </a:lnTo>
                <a:lnTo>
                  <a:pt x="0" y="2578608"/>
                </a:lnTo>
                <a:lnTo>
                  <a:pt x="0" y="0"/>
                </a:lnTo>
                <a:close/>
              </a:path>
            </a:pathLst>
          </a:custGeom>
          <a:blipFill>
            <a:blip r:embed="rId2"/>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Freeform 6">
            <a:extLst>
              <a:ext uri="{FF2B5EF4-FFF2-40B4-BE49-F238E27FC236}">
                <a16:creationId xmlns:a16="http://schemas.microsoft.com/office/drawing/2014/main" id="{E3520B4D-D763-89AF-4B89-2C573505B0D1}"/>
              </a:ext>
            </a:extLst>
          </p:cNvPr>
          <p:cNvSpPr/>
          <p:nvPr/>
        </p:nvSpPr>
        <p:spPr>
          <a:xfrm rot="-5400000">
            <a:off x="16149303" y="2563412"/>
            <a:ext cx="1496505" cy="2814855"/>
          </a:xfrm>
          <a:custGeom>
            <a:avLst/>
            <a:gdLst/>
            <a:ahLst/>
            <a:cxnLst/>
            <a:rect l="l" t="t" r="r" b="b"/>
            <a:pathLst>
              <a:path w="1496505" h="2814855">
                <a:moveTo>
                  <a:pt x="0" y="0"/>
                </a:moveTo>
                <a:lnTo>
                  <a:pt x="1496505" y="0"/>
                </a:lnTo>
                <a:lnTo>
                  <a:pt x="1496505" y="2814855"/>
                </a:lnTo>
                <a:lnTo>
                  <a:pt x="0" y="2814855"/>
                </a:lnTo>
                <a:lnTo>
                  <a:pt x="0" y="0"/>
                </a:lnTo>
                <a:close/>
              </a:path>
            </a:pathLst>
          </a:custGeom>
          <a:blipFill>
            <a:blip r:embed="rId3"/>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Freeform 7">
            <a:extLst>
              <a:ext uri="{FF2B5EF4-FFF2-40B4-BE49-F238E27FC236}">
                <a16:creationId xmlns:a16="http://schemas.microsoft.com/office/drawing/2014/main" id="{F1C3134F-5824-C81D-C2CA-C11D14CC2ED9}"/>
              </a:ext>
            </a:extLst>
          </p:cNvPr>
          <p:cNvSpPr/>
          <p:nvPr/>
        </p:nvSpPr>
        <p:spPr>
          <a:xfrm rot="-5473987">
            <a:off x="16139311" y="3869291"/>
            <a:ext cx="1316802" cy="2834168"/>
          </a:xfrm>
          <a:custGeom>
            <a:avLst/>
            <a:gdLst/>
            <a:ahLst/>
            <a:cxnLst/>
            <a:rect l="l" t="t" r="r" b="b"/>
            <a:pathLst>
              <a:path w="1316802" h="2834168">
                <a:moveTo>
                  <a:pt x="0" y="0"/>
                </a:moveTo>
                <a:lnTo>
                  <a:pt x="1316801" y="0"/>
                </a:lnTo>
                <a:lnTo>
                  <a:pt x="1316801" y="2834168"/>
                </a:lnTo>
                <a:lnTo>
                  <a:pt x="0" y="2834168"/>
                </a:lnTo>
                <a:lnTo>
                  <a:pt x="0" y="0"/>
                </a:lnTo>
                <a:close/>
              </a:path>
            </a:pathLst>
          </a:custGeom>
          <a:blipFill>
            <a:blip r:embed="rId4"/>
            <a:stretch>
              <a:fillRect l="-6837"/>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Freeform 8">
            <a:extLst>
              <a:ext uri="{FF2B5EF4-FFF2-40B4-BE49-F238E27FC236}">
                <a16:creationId xmlns:a16="http://schemas.microsoft.com/office/drawing/2014/main" id="{77C9604E-0894-5C51-5F16-953A431B9DC9}"/>
              </a:ext>
            </a:extLst>
          </p:cNvPr>
          <p:cNvSpPr/>
          <p:nvPr/>
        </p:nvSpPr>
        <p:spPr>
          <a:xfrm rot="-5466484">
            <a:off x="16099554" y="6159632"/>
            <a:ext cx="1396316" cy="3127166"/>
          </a:xfrm>
          <a:custGeom>
            <a:avLst/>
            <a:gdLst/>
            <a:ahLst/>
            <a:cxnLst/>
            <a:rect l="l" t="t" r="r" b="b"/>
            <a:pathLst>
              <a:path w="1396316" h="3127166">
                <a:moveTo>
                  <a:pt x="0" y="0"/>
                </a:moveTo>
                <a:lnTo>
                  <a:pt x="1396316" y="0"/>
                </a:lnTo>
                <a:lnTo>
                  <a:pt x="1396316" y="3127166"/>
                </a:lnTo>
                <a:lnTo>
                  <a:pt x="0" y="3127166"/>
                </a:lnTo>
                <a:lnTo>
                  <a:pt x="0" y="0"/>
                </a:lnTo>
                <a:close/>
              </a:path>
            </a:pathLst>
          </a:custGeom>
          <a:blipFill>
            <a:blip r:embed="rId5"/>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Freeform 9">
            <a:extLst>
              <a:ext uri="{FF2B5EF4-FFF2-40B4-BE49-F238E27FC236}">
                <a16:creationId xmlns:a16="http://schemas.microsoft.com/office/drawing/2014/main" id="{157151FC-6CAA-1D16-C5F1-6A54FCFCEDE8}"/>
              </a:ext>
            </a:extLst>
          </p:cNvPr>
          <p:cNvSpPr/>
          <p:nvPr/>
        </p:nvSpPr>
        <p:spPr>
          <a:xfrm rot="-5400000">
            <a:off x="16309085" y="969997"/>
            <a:ext cx="1176942" cy="3061538"/>
          </a:xfrm>
          <a:custGeom>
            <a:avLst/>
            <a:gdLst/>
            <a:ahLst/>
            <a:cxnLst/>
            <a:rect l="l" t="t" r="r" b="b"/>
            <a:pathLst>
              <a:path w="1176942" h="3061538">
                <a:moveTo>
                  <a:pt x="0" y="0"/>
                </a:moveTo>
                <a:lnTo>
                  <a:pt x="1176942" y="0"/>
                </a:lnTo>
                <a:lnTo>
                  <a:pt x="1176942" y="3061538"/>
                </a:lnTo>
                <a:lnTo>
                  <a:pt x="0" y="3061538"/>
                </a:lnTo>
                <a:lnTo>
                  <a:pt x="0" y="0"/>
                </a:lnTo>
                <a:close/>
              </a:path>
            </a:pathLst>
          </a:custGeom>
          <a:blipFill>
            <a:blip r:embed="rId6"/>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0" name="Group 10">
            <a:extLst>
              <a:ext uri="{FF2B5EF4-FFF2-40B4-BE49-F238E27FC236}">
                <a16:creationId xmlns:a16="http://schemas.microsoft.com/office/drawing/2014/main" id="{6FADDE1D-025E-A378-F46A-E7ACABC2F8D2}"/>
              </a:ext>
            </a:extLst>
          </p:cNvPr>
          <p:cNvGrpSpPr/>
          <p:nvPr/>
        </p:nvGrpSpPr>
        <p:grpSpPr>
          <a:xfrm>
            <a:off x="603650" y="508040"/>
            <a:ext cx="16372589" cy="9270920"/>
            <a:chOff x="0" y="0"/>
            <a:chExt cx="4312122" cy="2441724"/>
          </a:xfrm>
        </p:grpSpPr>
        <p:sp>
          <p:nvSpPr>
            <p:cNvPr id="11" name="Freeform 11">
              <a:extLst>
                <a:ext uri="{FF2B5EF4-FFF2-40B4-BE49-F238E27FC236}">
                  <a16:creationId xmlns:a16="http://schemas.microsoft.com/office/drawing/2014/main" id="{314FB1F6-0964-1867-4932-57C9F5A5F710}"/>
                </a:ext>
              </a:extLst>
            </p:cNvPr>
            <p:cNvSpPr/>
            <p:nvPr/>
          </p:nvSpPr>
          <p:spPr>
            <a:xfrm>
              <a:off x="0" y="0"/>
              <a:ext cx="4312122" cy="2441724"/>
            </a:xfrm>
            <a:custGeom>
              <a:avLst/>
              <a:gdLst/>
              <a:ahLst/>
              <a:cxnLst/>
              <a:rect l="l" t="t" r="r" b="b"/>
              <a:pathLst>
                <a:path w="4312122" h="2441724">
                  <a:moveTo>
                    <a:pt x="13713" y="0"/>
                  </a:moveTo>
                  <a:lnTo>
                    <a:pt x="4298410" y="0"/>
                  </a:lnTo>
                  <a:cubicBezTo>
                    <a:pt x="4302046" y="0"/>
                    <a:pt x="4305534" y="1445"/>
                    <a:pt x="4308106" y="4016"/>
                  </a:cubicBezTo>
                  <a:cubicBezTo>
                    <a:pt x="4310678" y="6588"/>
                    <a:pt x="4312122" y="10076"/>
                    <a:pt x="4312122" y="13713"/>
                  </a:cubicBezTo>
                  <a:lnTo>
                    <a:pt x="4312122" y="2428011"/>
                  </a:lnTo>
                  <a:cubicBezTo>
                    <a:pt x="4312122" y="2431648"/>
                    <a:pt x="4310678" y="2435135"/>
                    <a:pt x="4308106" y="2437707"/>
                  </a:cubicBezTo>
                  <a:cubicBezTo>
                    <a:pt x="4305534" y="2440279"/>
                    <a:pt x="4302046" y="2441724"/>
                    <a:pt x="4298410" y="2441724"/>
                  </a:cubicBezTo>
                  <a:lnTo>
                    <a:pt x="13713" y="2441724"/>
                  </a:lnTo>
                  <a:cubicBezTo>
                    <a:pt x="10076" y="2441724"/>
                    <a:pt x="6588" y="2440279"/>
                    <a:pt x="4016" y="2437707"/>
                  </a:cubicBezTo>
                  <a:cubicBezTo>
                    <a:pt x="1445" y="2435135"/>
                    <a:pt x="0" y="2431648"/>
                    <a:pt x="0" y="2428011"/>
                  </a:cubicBezTo>
                  <a:lnTo>
                    <a:pt x="0" y="13713"/>
                  </a:lnTo>
                  <a:cubicBezTo>
                    <a:pt x="0" y="10076"/>
                    <a:pt x="1445" y="6588"/>
                    <a:pt x="4016" y="4016"/>
                  </a:cubicBezTo>
                  <a:cubicBezTo>
                    <a:pt x="6588" y="1445"/>
                    <a:pt x="10076" y="0"/>
                    <a:pt x="13713" y="0"/>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Box 12">
              <a:extLst>
                <a:ext uri="{FF2B5EF4-FFF2-40B4-BE49-F238E27FC236}">
                  <a16:creationId xmlns:a16="http://schemas.microsoft.com/office/drawing/2014/main" id="{08C94B3F-4E48-8B14-008C-E6F97BCBC7C7}"/>
                </a:ext>
              </a:extLst>
            </p:cNvPr>
            <p:cNvSpPr txBox="1"/>
            <p:nvPr/>
          </p:nvSpPr>
          <p:spPr>
            <a:xfrm>
              <a:off x="0" y="-38100"/>
              <a:ext cx="4312122" cy="2479824"/>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ct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3" name="Freeform 13">
            <a:extLst>
              <a:ext uri="{FF2B5EF4-FFF2-40B4-BE49-F238E27FC236}">
                <a16:creationId xmlns:a16="http://schemas.microsoft.com/office/drawing/2014/main" id="{999B77D6-FB0B-B68E-A507-BE5F137DDFEC}"/>
              </a:ext>
            </a:extLst>
          </p:cNvPr>
          <p:cNvSpPr/>
          <p:nvPr/>
        </p:nvSpPr>
        <p:spPr>
          <a:xfrm>
            <a:off x="234255" y="508040"/>
            <a:ext cx="1155550" cy="9210904"/>
          </a:xfrm>
          <a:custGeom>
            <a:avLst/>
            <a:gdLst/>
            <a:ahLst/>
            <a:cxnLst/>
            <a:rect l="l" t="t" r="r" b="b"/>
            <a:pathLst>
              <a:path w="1155550" h="9210904">
                <a:moveTo>
                  <a:pt x="0" y="0"/>
                </a:moveTo>
                <a:lnTo>
                  <a:pt x="1155549" y="0"/>
                </a:lnTo>
                <a:lnTo>
                  <a:pt x="1155549" y="9210904"/>
                </a:lnTo>
                <a:lnTo>
                  <a:pt x="0" y="9210904"/>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Box 14">
            <a:extLst>
              <a:ext uri="{FF2B5EF4-FFF2-40B4-BE49-F238E27FC236}">
                <a16:creationId xmlns:a16="http://schemas.microsoft.com/office/drawing/2014/main" id="{2CBD6065-CE6E-9ADC-DF71-9D6B91C326B3}"/>
              </a:ext>
            </a:extLst>
          </p:cNvPr>
          <p:cNvSpPr txBox="1"/>
          <p:nvPr/>
        </p:nvSpPr>
        <p:spPr>
          <a:xfrm>
            <a:off x="1598749" y="1087902"/>
            <a:ext cx="15090501" cy="8111195"/>
          </a:xfrm>
          <a:prstGeom prst="rect">
            <a:avLst/>
          </a:prstGeom>
        </p:spPr>
        <p:txBody>
          <a:bodyPr wrap="square" lIns="0" tIns="0" rIns="0" bIns="0" rtlCol="0" anchor="t">
            <a:spAutoFit/>
          </a:bodyPr>
          <a:lstStyle/>
          <a:p>
            <a:pPr algn="just">
              <a:lnSpc>
                <a:spcPct val="150000"/>
              </a:lnSpc>
              <a:spcBef>
                <a:spcPts val="600"/>
              </a:spcBef>
              <a:spcAft>
                <a:spcPts val="600"/>
              </a:spcAft>
            </a:pPr>
            <a:r>
              <a:rPr lang="vi-VN" sz="5000" b="1" kern="100">
                <a:latin typeface="American Typewriter" panose="02090604020004020304" pitchFamily="18" charset="77"/>
                <a:ea typeface="Calibri" panose="020F0502020204030204" pitchFamily="34" charset="0"/>
                <a:cs typeface="Times New Roman" panose="02020603050405020304" pitchFamily="18" charset="0"/>
              </a:rPr>
              <a:t>5. </a:t>
            </a:r>
            <a:r>
              <a:rPr lang="en-US" sz="5000" b="1">
                <a:solidFill>
                  <a:srgbClr val="FF0000"/>
                </a:solidFill>
                <a:latin typeface="American Typewriter" panose="02090604020004020304" pitchFamily="18" charset="77"/>
              </a:rPr>
              <a:t>Playing sports </a:t>
            </a:r>
            <a:r>
              <a:rPr lang="en-US" sz="5000">
                <a:latin typeface="American Typewriter" panose="02090604020004020304" pitchFamily="18" charset="77"/>
              </a:rPr>
              <a:t>is </a:t>
            </a:r>
            <a:r>
              <a:rPr lang="en-US" sz="5000" b="1">
                <a:solidFill>
                  <a:srgbClr val="FF0000"/>
                </a:solidFill>
                <a:latin typeface="American Typewriter" panose="02090604020004020304" pitchFamily="18" charset="77"/>
              </a:rPr>
              <a:t>an effective way </a:t>
            </a:r>
            <a:r>
              <a:rPr lang="en-US" sz="5000">
                <a:latin typeface="American Typewriter" panose="02090604020004020304" pitchFamily="18" charset="77"/>
              </a:rPr>
              <a:t>to </a:t>
            </a:r>
            <a:r>
              <a:rPr lang="en-US" sz="5000" b="1">
                <a:solidFill>
                  <a:srgbClr val="FF0000"/>
                </a:solidFill>
                <a:latin typeface="American Typewriter" panose="02090604020004020304" pitchFamily="18" charset="77"/>
              </a:rPr>
              <a:t>lose weight</a:t>
            </a:r>
            <a:r>
              <a:rPr lang="en-US" sz="5000">
                <a:latin typeface="American Typewriter" panose="02090604020004020304" pitchFamily="18" charset="77"/>
              </a:rPr>
              <a:t> and </a:t>
            </a:r>
            <a:r>
              <a:rPr lang="en-US" sz="5000" b="1">
                <a:solidFill>
                  <a:srgbClr val="FF0000"/>
                </a:solidFill>
                <a:latin typeface="American Typewriter" panose="02090604020004020304" pitchFamily="18" charset="77"/>
              </a:rPr>
              <a:t>keep fit</a:t>
            </a:r>
            <a:r>
              <a:rPr lang="en-US" sz="5000">
                <a:latin typeface="American Typewriter" panose="02090604020004020304" pitchFamily="18" charset="77"/>
              </a:rPr>
              <a:t>. </a:t>
            </a:r>
            <a:r>
              <a:rPr lang="en-US" sz="5000" b="1">
                <a:highlight>
                  <a:srgbClr val="FFFF00"/>
                </a:highlight>
                <a:latin typeface="American Typewriter" panose="02090604020004020304" pitchFamily="18" charset="77"/>
              </a:rPr>
              <a:t>Moreover,</a:t>
            </a:r>
            <a:r>
              <a:rPr lang="en-US" sz="5000">
                <a:latin typeface="American Typewriter" panose="02090604020004020304" pitchFamily="18" charset="77"/>
              </a:rPr>
              <a:t> it can help us </a:t>
            </a:r>
            <a:r>
              <a:rPr lang="en-US" sz="5000" b="1">
                <a:solidFill>
                  <a:srgbClr val="FF0000"/>
                </a:solidFill>
                <a:latin typeface="American Typewriter" panose="02090604020004020304" pitchFamily="18" charset="77"/>
              </a:rPr>
              <a:t>make new friends</a:t>
            </a:r>
            <a:r>
              <a:rPr lang="en-US" sz="5000">
                <a:latin typeface="American Typewriter" panose="02090604020004020304" pitchFamily="18" charset="77"/>
              </a:rPr>
              <a:t>.</a:t>
            </a:r>
          </a:p>
          <a:p>
            <a:pPr algn="just">
              <a:lnSpc>
                <a:spcPct val="150000"/>
              </a:lnSpc>
              <a:spcBef>
                <a:spcPts val="600"/>
              </a:spcBef>
              <a:spcAft>
                <a:spcPts val="600"/>
              </a:spcAft>
            </a:pPr>
            <a:r>
              <a:rPr lang="en-US" sz="5000" b="1">
                <a:latin typeface="American Typewriter" panose="02090604020004020304" pitchFamily="18" charset="77"/>
              </a:rPr>
              <a:t>6. </a:t>
            </a:r>
            <a:r>
              <a:rPr lang="en-US" sz="5000" b="1">
                <a:solidFill>
                  <a:srgbClr val="FF0000"/>
                </a:solidFill>
                <a:latin typeface="American Typewriter" panose="02090604020004020304" pitchFamily="18" charset="77"/>
              </a:rPr>
              <a:t>Using electronic devices</a:t>
            </a:r>
            <a:r>
              <a:rPr lang="en-US" sz="5000">
                <a:solidFill>
                  <a:srgbClr val="FF0000"/>
                </a:solidFill>
                <a:latin typeface="American Typewriter" panose="02090604020004020304" pitchFamily="18" charset="77"/>
              </a:rPr>
              <a:t> </a:t>
            </a:r>
            <a:r>
              <a:rPr lang="en-US" sz="5000" b="1">
                <a:solidFill>
                  <a:schemeClr val="accent4"/>
                </a:solidFill>
                <a:latin typeface="American Typewriter" panose="02090604020004020304" pitchFamily="18" charset="77"/>
              </a:rPr>
              <a:t>too much </a:t>
            </a:r>
            <a:r>
              <a:rPr lang="en-US" sz="5000">
                <a:latin typeface="American Typewriter" panose="02090604020004020304" pitchFamily="18" charset="77"/>
              </a:rPr>
              <a:t>can have several negative effects. </a:t>
            </a:r>
            <a:r>
              <a:rPr lang="en-US" sz="5000" b="1">
                <a:highlight>
                  <a:srgbClr val="FFFF00"/>
                </a:highlight>
                <a:latin typeface="American Typewriter" panose="02090604020004020304" pitchFamily="18" charset="77"/>
              </a:rPr>
              <a:t>For instance,</a:t>
            </a:r>
            <a:r>
              <a:rPr lang="en-US" sz="5000">
                <a:latin typeface="American Typewriter" panose="02090604020004020304" pitchFamily="18" charset="77"/>
              </a:rPr>
              <a:t> </a:t>
            </a:r>
            <a:r>
              <a:rPr lang="en-US" sz="5000" b="1">
                <a:solidFill>
                  <a:srgbClr val="FF0000"/>
                </a:solidFill>
                <a:latin typeface="American Typewriter" panose="02090604020004020304" pitchFamily="18" charset="77"/>
              </a:rPr>
              <a:t>children who use phones</a:t>
            </a:r>
            <a:r>
              <a:rPr lang="en-US" sz="5000">
                <a:latin typeface="American Typewriter" panose="02090604020004020304" pitchFamily="18" charset="77"/>
              </a:rPr>
              <a:t> </a:t>
            </a:r>
            <a:r>
              <a:rPr lang="en-US" sz="5000" b="1">
                <a:solidFill>
                  <a:schemeClr val="accent4"/>
                </a:solidFill>
                <a:latin typeface="American Typewriter" panose="02090604020004020304" pitchFamily="18" charset="77"/>
              </a:rPr>
              <a:t>excessively</a:t>
            </a:r>
            <a:r>
              <a:rPr lang="en-US" sz="5000">
                <a:latin typeface="American Typewriter" panose="02090604020004020304" pitchFamily="18" charset="77"/>
              </a:rPr>
              <a:t> can </a:t>
            </a:r>
            <a:r>
              <a:rPr lang="en-US" sz="5000" b="1">
                <a:solidFill>
                  <a:srgbClr val="FF0000"/>
                </a:solidFill>
                <a:latin typeface="American Typewriter" panose="02090604020004020304" pitchFamily="18" charset="77"/>
              </a:rPr>
              <a:t>experience eye problems</a:t>
            </a:r>
            <a:r>
              <a:rPr lang="en-US" sz="5000">
                <a:latin typeface="American Typewriter" panose="02090604020004020304" pitchFamily="18" charset="77"/>
              </a:rPr>
              <a:t>.</a:t>
            </a:r>
          </a:p>
        </p:txBody>
      </p:sp>
    </p:spTree>
    <p:extLst>
      <p:ext uri="{BB962C8B-B14F-4D97-AF65-F5344CB8AC3E}">
        <p14:creationId xmlns:p14="http://schemas.microsoft.com/office/powerpoint/2010/main" val="2868168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additive="base">
                                        <p:cTn id="7"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xEl>
                                              <p:pRg st="1" end="1"/>
                                            </p:txEl>
                                          </p:spTgt>
                                        </p:tgtEl>
                                        <p:attrNameLst>
                                          <p:attrName>style.visibility</p:attrName>
                                        </p:attrNameLst>
                                      </p:cBhvr>
                                      <p:to>
                                        <p:strVal val="visible"/>
                                      </p:to>
                                    </p:set>
                                    <p:anim calcmode="lin" valueType="num">
                                      <p:cBhvr additive="base">
                                        <p:cTn id="13"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5666</TotalTime>
  <Words>9215</Words>
  <Application>Microsoft Macintosh PowerPoint</Application>
  <PresentationFormat>Custom</PresentationFormat>
  <Paragraphs>719</Paragraphs>
  <Slides>151</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151</vt:i4>
      </vt:variant>
    </vt:vector>
  </HeadingPairs>
  <TitlesOfParts>
    <vt:vector size="162" baseType="lpstr">
      <vt:lpstr>American Typewriter</vt:lpstr>
      <vt:lpstr>Apple Color Emoji</vt:lpstr>
      <vt:lpstr>Aptos</vt:lpstr>
      <vt:lpstr>Arial</vt:lpstr>
      <vt:lpstr>Calibri</vt:lpstr>
      <vt:lpstr>Courier New</vt:lpstr>
      <vt:lpstr>Frutiger Condensed</vt:lpstr>
      <vt:lpstr>Hussar Bold</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Nguyet Pham</cp:lastModifiedBy>
  <cp:revision>54</cp:revision>
  <dcterms:created xsi:type="dcterms:W3CDTF">2006-08-16T00:00:00Z</dcterms:created>
  <dcterms:modified xsi:type="dcterms:W3CDTF">2026-07-03T11:24:10Z</dcterms:modified>
  <dc:identifier>DAGsQ9HqgVo</dc:identifier>
</cp:coreProperties>
</file>